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7" r:id="rId3"/>
    <p:sldId id="268" r:id="rId4"/>
    <p:sldId id="265" r:id="rId5"/>
    <p:sldId id="266" r:id="rId6"/>
    <p:sldId id="260" r:id="rId7"/>
    <p:sldId id="263" r:id="rId8"/>
    <p:sldId id="269" r:id="rId9"/>
    <p:sldId id="270" r:id="rId10"/>
    <p:sldId id="262" r:id="rId11"/>
    <p:sldId id="259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E9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19"/>
    <p:restoredTop sz="94669"/>
  </p:normalViewPr>
  <p:slideViewPr>
    <p:cSldViewPr snapToGrid="0" snapToObjects="1">
      <p:cViewPr>
        <p:scale>
          <a:sx n="108" d="100"/>
          <a:sy n="108" d="100"/>
        </p:scale>
        <p:origin x="-2544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53F82-8696-8A4B-8CAC-6F9A0BF54310}" type="datetimeFigureOut">
              <a:rPr lang="en-US" smtClean="0"/>
              <a:t>8/15/18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35F1E-46DB-B346-A75C-0213DC2AC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4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5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7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9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6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3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6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371B-8543-124F-A3CD-9E397738BCC7}" type="datetimeFigureOut">
              <a:rPr lang="en-US" smtClean="0"/>
              <a:t>8/15/18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09" y="1967083"/>
            <a:ext cx="3787007" cy="19632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01889" y="697187"/>
            <a:ext cx="4286411" cy="33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6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/>
          <p:nvPr/>
        </p:nvGrpSpPr>
        <p:grpSpPr>
          <a:xfrm>
            <a:off x="2801331" y="1434537"/>
            <a:ext cx="4688873" cy="2426776"/>
            <a:chOff x="3343406" y="2701151"/>
            <a:chExt cx="4220162" cy="242677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48" name="Freeform 47"/>
            <p:cNvSpPr/>
            <p:nvPr/>
          </p:nvSpPr>
          <p:spPr>
            <a:xfrm>
              <a:off x="5492488" y="2984391"/>
              <a:ext cx="2071080" cy="1825623"/>
            </a:xfrm>
            <a:custGeom>
              <a:avLst/>
              <a:gdLst>
                <a:gd name="connsiteX0" fmla="*/ 1446825 w 2572158"/>
                <a:gd name="connsiteY0" fmla="*/ 73693 h 2309446"/>
                <a:gd name="connsiteX1" fmla="*/ 1728148 w 2572158"/>
                <a:gd name="connsiteY1" fmla="*/ 1356 h 2309446"/>
                <a:gd name="connsiteX2" fmla="*/ 2162189 w 2572158"/>
                <a:gd name="connsiteY2" fmla="*/ 129956 h 2309446"/>
                <a:gd name="connsiteX3" fmla="*/ 2427436 w 2572158"/>
                <a:gd name="connsiteY3" fmla="*/ 355006 h 2309446"/>
                <a:gd name="connsiteX4" fmla="*/ 2491739 w 2572158"/>
                <a:gd name="connsiteY4" fmla="*/ 580056 h 2309446"/>
                <a:gd name="connsiteX5" fmla="*/ 2411361 w 2572158"/>
                <a:gd name="connsiteY5" fmla="*/ 748844 h 2309446"/>
                <a:gd name="connsiteX6" fmla="*/ 2515852 w 2572158"/>
                <a:gd name="connsiteY6" fmla="*/ 877444 h 2309446"/>
                <a:gd name="connsiteX7" fmla="*/ 2572116 w 2572158"/>
                <a:gd name="connsiteY7" fmla="*/ 1166794 h 2309446"/>
                <a:gd name="connsiteX8" fmla="*/ 2507814 w 2572158"/>
                <a:gd name="connsiteY8" fmla="*/ 1391844 h 2309446"/>
                <a:gd name="connsiteX9" fmla="*/ 2371172 w 2572158"/>
                <a:gd name="connsiteY9" fmla="*/ 1512407 h 2309446"/>
                <a:gd name="connsiteX10" fmla="*/ 2467625 w 2572158"/>
                <a:gd name="connsiteY10" fmla="*/ 1641007 h 2309446"/>
                <a:gd name="connsiteX11" fmla="*/ 2443512 w 2572158"/>
                <a:gd name="connsiteY11" fmla="*/ 1914282 h 2309446"/>
                <a:gd name="connsiteX12" fmla="*/ 2138075 w 2572158"/>
                <a:gd name="connsiteY12" fmla="*/ 2203632 h 2309446"/>
                <a:gd name="connsiteX13" fmla="*/ 1800488 w 2572158"/>
                <a:gd name="connsiteY13" fmla="*/ 2308119 h 2309446"/>
                <a:gd name="connsiteX14" fmla="*/ 1462900 w 2572158"/>
                <a:gd name="connsiteY14" fmla="*/ 2259894 h 2309446"/>
                <a:gd name="connsiteX15" fmla="*/ 1390560 w 2572158"/>
                <a:gd name="connsiteY15" fmla="*/ 2219707 h 2309446"/>
                <a:gd name="connsiteX16" fmla="*/ 819877 w 2572158"/>
                <a:gd name="connsiteY16" fmla="*/ 1761569 h 2309446"/>
                <a:gd name="connsiteX17" fmla="*/ 21 w 2572158"/>
                <a:gd name="connsiteY17" fmla="*/ 732769 h 2309446"/>
                <a:gd name="connsiteX18" fmla="*/ 795763 w 2572158"/>
                <a:gd name="connsiteY18" fmla="*/ 379119 h 2309446"/>
                <a:gd name="connsiteX19" fmla="*/ 1495052 w 2572158"/>
                <a:gd name="connsiteY19" fmla="*/ 49581 h 2309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72158" h="2309446">
                  <a:moveTo>
                    <a:pt x="1446825" y="73693"/>
                  </a:moveTo>
                  <a:cubicBezTo>
                    <a:pt x="1527873" y="32836"/>
                    <a:pt x="1608921" y="-8021"/>
                    <a:pt x="1728148" y="1356"/>
                  </a:cubicBezTo>
                  <a:cubicBezTo>
                    <a:pt x="1847375" y="10733"/>
                    <a:pt x="2045641" y="71014"/>
                    <a:pt x="2162189" y="129956"/>
                  </a:cubicBezTo>
                  <a:cubicBezTo>
                    <a:pt x="2278737" y="188898"/>
                    <a:pt x="2372511" y="279989"/>
                    <a:pt x="2427436" y="355006"/>
                  </a:cubicBezTo>
                  <a:cubicBezTo>
                    <a:pt x="2482361" y="430023"/>
                    <a:pt x="2494418" y="514416"/>
                    <a:pt x="2491739" y="580056"/>
                  </a:cubicBezTo>
                  <a:cubicBezTo>
                    <a:pt x="2489060" y="645696"/>
                    <a:pt x="2407342" y="699279"/>
                    <a:pt x="2411361" y="748844"/>
                  </a:cubicBezTo>
                  <a:cubicBezTo>
                    <a:pt x="2415380" y="798409"/>
                    <a:pt x="2489060" y="807786"/>
                    <a:pt x="2515852" y="877444"/>
                  </a:cubicBezTo>
                  <a:cubicBezTo>
                    <a:pt x="2542644" y="947102"/>
                    <a:pt x="2573456" y="1081061"/>
                    <a:pt x="2572116" y="1166794"/>
                  </a:cubicBezTo>
                  <a:cubicBezTo>
                    <a:pt x="2570776" y="1252527"/>
                    <a:pt x="2541305" y="1334242"/>
                    <a:pt x="2507814" y="1391844"/>
                  </a:cubicBezTo>
                  <a:cubicBezTo>
                    <a:pt x="2474323" y="1449446"/>
                    <a:pt x="2377870" y="1470880"/>
                    <a:pt x="2371172" y="1512407"/>
                  </a:cubicBezTo>
                  <a:cubicBezTo>
                    <a:pt x="2364474" y="1553934"/>
                    <a:pt x="2455568" y="1574028"/>
                    <a:pt x="2467625" y="1641007"/>
                  </a:cubicBezTo>
                  <a:cubicBezTo>
                    <a:pt x="2479682" y="1707986"/>
                    <a:pt x="2498437" y="1820511"/>
                    <a:pt x="2443512" y="1914282"/>
                  </a:cubicBezTo>
                  <a:cubicBezTo>
                    <a:pt x="2388587" y="2008053"/>
                    <a:pt x="2245246" y="2137993"/>
                    <a:pt x="2138075" y="2203632"/>
                  </a:cubicBezTo>
                  <a:cubicBezTo>
                    <a:pt x="2030904" y="2269271"/>
                    <a:pt x="1913017" y="2298742"/>
                    <a:pt x="1800488" y="2308119"/>
                  </a:cubicBezTo>
                  <a:cubicBezTo>
                    <a:pt x="1687959" y="2317496"/>
                    <a:pt x="1531221" y="2274629"/>
                    <a:pt x="1462900" y="2259894"/>
                  </a:cubicBezTo>
                  <a:cubicBezTo>
                    <a:pt x="1394579" y="2245159"/>
                    <a:pt x="1497731" y="2302761"/>
                    <a:pt x="1390560" y="2219707"/>
                  </a:cubicBezTo>
                  <a:cubicBezTo>
                    <a:pt x="1283389" y="2136653"/>
                    <a:pt x="1051633" y="2009392"/>
                    <a:pt x="819877" y="1761569"/>
                  </a:cubicBezTo>
                  <a:cubicBezTo>
                    <a:pt x="588121" y="1513746"/>
                    <a:pt x="4040" y="963177"/>
                    <a:pt x="21" y="732769"/>
                  </a:cubicBezTo>
                  <a:cubicBezTo>
                    <a:pt x="-3998" y="502361"/>
                    <a:pt x="546591" y="492984"/>
                    <a:pt x="795763" y="379119"/>
                  </a:cubicBezTo>
                  <a:cubicBezTo>
                    <a:pt x="1044935" y="265254"/>
                    <a:pt x="1369127" y="104504"/>
                    <a:pt x="1495052" y="49581"/>
                  </a:cubicBezTo>
                </a:path>
              </a:pathLst>
            </a:custGeom>
            <a:grpFill/>
            <a:ln w="12700" cmpd="sng"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 flipV="1">
              <a:off x="3343406" y="3856112"/>
              <a:ext cx="918114" cy="514966"/>
            </a:xfrm>
            <a:custGeom>
              <a:avLst/>
              <a:gdLst>
                <a:gd name="connsiteX0" fmla="*/ 792269 w 797154"/>
                <a:gd name="connsiteY0" fmla="*/ 353651 h 374501"/>
                <a:gd name="connsiteX1" fmla="*/ 752080 w 797154"/>
                <a:gd name="connsiteY1" fmla="*/ 64300 h 374501"/>
                <a:gd name="connsiteX2" fmla="*/ 583286 w 797154"/>
                <a:gd name="connsiteY2" fmla="*/ 0 h 374501"/>
                <a:gd name="connsiteX3" fmla="*/ 213547 w 797154"/>
                <a:gd name="connsiteY3" fmla="*/ 64300 h 374501"/>
                <a:gd name="connsiteX4" fmla="*/ 20640 w 797154"/>
                <a:gd name="connsiteY4" fmla="*/ 192901 h 374501"/>
                <a:gd name="connsiteX5" fmla="*/ 4564 w 797154"/>
                <a:gd name="connsiteY5" fmla="*/ 305426 h 374501"/>
                <a:gd name="connsiteX6" fmla="*/ 12602 w 797154"/>
                <a:gd name="connsiteY6" fmla="*/ 345613 h 374501"/>
                <a:gd name="connsiteX7" fmla="*/ 663664 w 797154"/>
                <a:gd name="connsiteY7" fmla="*/ 353651 h 374501"/>
                <a:gd name="connsiteX8" fmla="*/ 792269 w 797154"/>
                <a:gd name="connsiteY8" fmla="*/ 353651 h 3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154" h="374501">
                  <a:moveTo>
                    <a:pt x="792269" y="353651"/>
                  </a:moveTo>
                  <a:cubicBezTo>
                    <a:pt x="807005" y="305426"/>
                    <a:pt x="786910" y="123242"/>
                    <a:pt x="752080" y="64300"/>
                  </a:cubicBezTo>
                  <a:cubicBezTo>
                    <a:pt x="717250" y="5358"/>
                    <a:pt x="673041" y="0"/>
                    <a:pt x="583286" y="0"/>
                  </a:cubicBezTo>
                  <a:cubicBezTo>
                    <a:pt x="493531" y="0"/>
                    <a:pt x="307321" y="32150"/>
                    <a:pt x="213547" y="64300"/>
                  </a:cubicBezTo>
                  <a:cubicBezTo>
                    <a:pt x="119773" y="96450"/>
                    <a:pt x="55471" y="152713"/>
                    <a:pt x="20640" y="192901"/>
                  </a:cubicBezTo>
                  <a:cubicBezTo>
                    <a:pt x="-14191" y="233089"/>
                    <a:pt x="5904" y="279974"/>
                    <a:pt x="4564" y="305426"/>
                  </a:cubicBezTo>
                  <a:cubicBezTo>
                    <a:pt x="3224" y="330878"/>
                    <a:pt x="12602" y="345613"/>
                    <a:pt x="12602" y="345613"/>
                  </a:cubicBezTo>
                  <a:lnTo>
                    <a:pt x="663664" y="353651"/>
                  </a:lnTo>
                  <a:cubicBezTo>
                    <a:pt x="794948" y="350972"/>
                    <a:pt x="777533" y="401876"/>
                    <a:pt x="792269" y="353651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3343406" y="3418457"/>
              <a:ext cx="918114" cy="516502"/>
            </a:xfrm>
            <a:custGeom>
              <a:avLst/>
              <a:gdLst>
                <a:gd name="connsiteX0" fmla="*/ 792269 w 797154"/>
                <a:gd name="connsiteY0" fmla="*/ 353651 h 374501"/>
                <a:gd name="connsiteX1" fmla="*/ 752080 w 797154"/>
                <a:gd name="connsiteY1" fmla="*/ 64300 h 374501"/>
                <a:gd name="connsiteX2" fmla="*/ 583286 w 797154"/>
                <a:gd name="connsiteY2" fmla="*/ 0 h 374501"/>
                <a:gd name="connsiteX3" fmla="*/ 213547 w 797154"/>
                <a:gd name="connsiteY3" fmla="*/ 64300 h 374501"/>
                <a:gd name="connsiteX4" fmla="*/ 20640 w 797154"/>
                <a:gd name="connsiteY4" fmla="*/ 192901 h 374501"/>
                <a:gd name="connsiteX5" fmla="*/ 4564 w 797154"/>
                <a:gd name="connsiteY5" fmla="*/ 305426 h 374501"/>
                <a:gd name="connsiteX6" fmla="*/ 12602 w 797154"/>
                <a:gd name="connsiteY6" fmla="*/ 345613 h 374501"/>
                <a:gd name="connsiteX7" fmla="*/ 663664 w 797154"/>
                <a:gd name="connsiteY7" fmla="*/ 353651 h 374501"/>
                <a:gd name="connsiteX8" fmla="*/ 792269 w 797154"/>
                <a:gd name="connsiteY8" fmla="*/ 353651 h 3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154" h="374501">
                  <a:moveTo>
                    <a:pt x="792269" y="353651"/>
                  </a:moveTo>
                  <a:cubicBezTo>
                    <a:pt x="807005" y="305426"/>
                    <a:pt x="786910" y="123242"/>
                    <a:pt x="752080" y="64300"/>
                  </a:cubicBezTo>
                  <a:cubicBezTo>
                    <a:pt x="717250" y="5358"/>
                    <a:pt x="673041" y="0"/>
                    <a:pt x="583286" y="0"/>
                  </a:cubicBezTo>
                  <a:cubicBezTo>
                    <a:pt x="493531" y="0"/>
                    <a:pt x="307321" y="32150"/>
                    <a:pt x="213547" y="64300"/>
                  </a:cubicBezTo>
                  <a:cubicBezTo>
                    <a:pt x="119773" y="96450"/>
                    <a:pt x="55471" y="152713"/>
                    <a:pt x="20640" y="192901"/>
                  </a:cubicBezTo>
                  <a:cubicBezTo>
                    <a:pt x="-14191" y="233089"/>
                    <a:pt x="5904" y="279974"/>
                    <a:pt x="4564" y="305426"/>
                  </a:cubicBezTo>
                  <a:cubicBezTo>
                    <a:pt x="3224" y="330878"/>
                    <a:pt x="12602" y="345613"/>
                    <a:pt x="12602" y="345613"/>
                  </a:cubicBezTo>
                  <a:lnTo>
                    <a:pt x="663664" y="353651"/>
                  </a:lnTo>
                  <a:cubicBezTo>
                    <a:pt x="794948" y="350972"/>
                    <a:pt x="777533" y="401876"/>
                    <a:pt x="792269" y="353651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 flipV="1">
              <a:off x="4133101" y="2701151"/>
              <a:ext cx="2776137" cy="1220885"/>
            </a:xfrm>
            <a:custGeom>
              <a:avLst/>
              <a:gdLst>
                <a:gd name="connsiteX0" fmla="*/ 49060 w 2159749"/>
                <a:gd name="connsiteY0" fmla="*/ 0 h 1025253"/>
                <a:gd name="connsiteX1" fmla="*/ 16909 w 2159749"/>
                <a:gd name="connsiteY1" fmla="*/ 353650 h 1025253"/>
                <a:gd name="connsiteX2" fmla="*/ 282156 w 2159749"/>
                <a:gd name="connsiteY2" fmla="*/ 691225 h 1025253"/>
                <a:gd name="connsiteX3" fmla="*/ 1110050 w 2159749"/>
                <a:gd name="connsiteY3" fmla="*/ 1020763 h 1025253"/>
                <a:gd name="connsiteX4" fmla="*/ 2106737 w 2159749"/>
                <a:gd name="connsiteY4" fmla="*/ 851976 h 1025253"/>
                <a:gd name="connsiteX5" fmla="*/ 1986170 w 2159749"/>
                <a:gd name="connsiteY5" fmla="*/ 434025 h 1025253"/>
                <a:gd name="connsiteX6" fmla="*/ 1672695 w 2159749"/>
                <a:gd name="connsiteY6" fmla="*/ 32150 h 1025253"/>
                <a:gd name="connsiteX7" fmla="*/ 458988 w 2159749"/>
                <a:gd name="connsiteY7" fmla="*/ 16075 h 1025253"/>
                <a:gd name="connsiteX8" fmla="*/ 49060 w 2159749"/>
                <a:gd name="connsiteY8" fmla="*/ 0 h 1025253"/>
                <a:gd name="connsiteX0" fmla="*/ 43037 w 2153726"/>
                <a:gd name="connsiteY0" fmla="*/ 0 h 1025253"/>
                <a:gd name="connsiteX1" fmla="*/ 18924 w 2153726"/>
                <a:gd name="connsiteY1" fmla="*/ 409912 h 1025253"/>
                <a:gd name="connsiteX2" fmla="*/ 276133 w 2153726"/>
                <a:gd name="connsiteY2" fmla="*/ 691225 h 1025253"/>
                <a:gd name="connsiteX3" fmla="*/ 1104027 w 2153726"/>
                <a:gd name="connsiteY3" fmla="*/ 1020763 h 1025253"/>
                <a:gd name="connsiteX4" fmla="*/ 2100714 w 2153726"/>
                <a:gd name="connsiteY4" fmla="*/ 851976 h 1025253"/>
                <a:gd name="connsiteX5" fmla="*/ 1980147 w 2153726"/>
                <a:gd name="connsiteY5" fmla="*/ 434025 h 1025253"/>
                <a:gd name="connsiteX6" fmla="*/ 1666672 w 2153726"/>
                <a:gd name="connsiteY6" fmla="*/ 32150 h 1025253"/>
                <a:gd name="connsiteX7" fmla="*/ 452965 w 2153726"/>
                <a:gd name="connsiteY7" fmla="*/ 16075 h 1025253"/>
                <a:gd name="connsiteX8" fmla="*/ 43037 w 2153726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3215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459"/>
                <a:gd name="connsiteY0" fmla="*/ 8038 h 1033291"/>
                <a:gd name="connsiteX1" fmla="*/ 11669 w 2186459"/>
                <a:gd name="connsiteY1" fmla="*/ 329537 h 1033291"/>
                <a:gd name="connsiteX2" fmla="*/ 309067 w 2186459"/>
                <a:gd name="connsiteY2" fmla="*/ 699263 h 1033291"/>
                <a:gd name="connsiteX3" fmla="*/ 1136961 w 2186459"/>
                <a:gd name="connsiteY3" fmla="*/ 1028801 h 1033291"/>
                <a:gd name="connsiteX4" fmla="*/ 2133648 w 2186459"/>
                <a:gd name="connsiteY4" fmla="*/ 860014 h 1033291"/>
                <a:gd name="connsiteX5" fmla="*/ 2013081 w 2186459"/>
                <a:gd name="connsiteY5" fmla="*/ 442063 h 1033291"/>
                <a:gd name="connsiteX6" fmla="*/ 1707643 w 2186459"/>
                <a:gd name="connsiteY6" fmla="*/ 0 h 1033291"/>
                <a:gd name="connsiteX7" fmla="*/ 485899 w 2186459"/>
                <a:gd name="connsiteY7" fmla="*/ 24113 h 1033291"/>
                <a:gd name="connsiteX8" fmla="*/ 75971 w 2186459"/>
                <a:gd name="connsiteY8" fmla="*/ 8038 h 1033291"/>
                <a:gd name="connsiteX0" fmla="*/ 75971 w 2186459"/>
                <a:gd name="connsiteY0" fmla="*/ 8038 h 1033291"/>
                <a:gd name="connsiteX1" fmla="*/ 11669 w 2186459"/>
                <a:gd name="connsiteY1" fmla="*/ 329537 h 1033291"/>
                <a:gd name="connsiteX2" fmla="*/ 309067 w 2186459"/>
                <a:gd name="connsiteY2" fmla="*/ 699263 h 1033291"/>
                <a:gd name="connsiteX3" fmla="*/ 1136961 w 2186459"/>
                <a:gd name="connsiteY3" fmla="*/ 1028801 h 1033291"/>
                <a:gd name="connsiteX4" fmla="*/ 2133648 w 2186459"/>
                <a:gd name="connsiteY4" fmla="*/ 860014 h 1033291"/>
                <a:gd name="connsiteX5" fmla="*/ 2013081 w 2186459"/>
                <a:gd name="connsiteY5" fmla="*/ 442063 h 1033291"/>
                <a:gd name="connsiteX6" fmla="*/ 1707643 w 2186459"/>
                <a:gd name="connsiteY6" fmla="*/ 0 h 1033291"/>
                <a:gd name="connsiteX7" fmla="*/ 75971 w 2186459"/>
                <a:gd name="connsiteY7" fmla="*/ 8038 h 1033291"/>
                <a:gd name="connsiteX0" fmla="*/ 75971 w 2184006"/>
                <a:gd name="connsiteY0" fmla="*/ 8038 h 1033475"/>
                <a:gd name="connsiteX1" fmla="*/ 11669 w 2184006"/>
                <a:gd name="connsiteY1" fmla="*/ 329537 h 1033475"/>
                <a:gd name="connsiteX2" fmla="*/ 309067 w 2184006"/>
                <a:gd name="connsiteY2" fmla="*/ 699263 h 1033475"/>
                <a:gd name="connsiteX3" fmla="*/ 1136961 w 2184006"/>
                <a:gd name="connsiteY3" fmla="*/ 1028801 h 1033475"/>
                <a:gd name="connsiteX4" fmla="*/ 2133648 w 2184006"/>
                <a:gd name="connsiteY4" fmla="*/ 860014 h 1033475"/>
                <a:gd name="connsiteX5" fmla="*/ 2002532 w 2184006"/>
                <a:gd name="connsiteY5" fmla="*/ 411246 h 1033475"/>
                <a:gd name="connsiteX6" fmla="*/ 1707643 w 2184006"/>
                <a:gd name="connsiteY6" fmla="*/ 0 h 1033475"/>
                <a:gd name="connsiteX7" fmla="*/ 75971 w 2184006"/>
                <a:gd name="connsiteY7" fmla="*/ 8038 h 1033475"/>
                <a:gd name="connsiteX0" fmla="*/ 75971 w 2186316"/>
                <a:gd name="connsiteY0" fmla="*/ 8038 h 1033475"/>
                <a:gd name="connsiteX1" fmla="*/ 11669 w 2186316"/>
                <a:gd name="connsiteY1" fmla="*/ 329537 h 1033475"/>
                <a:gd name="connsiteX2" fmla="*/ 309067 w 2186316"/>
                <a:gd name="connsiteY2" fmla="*/ 699263 h 1033475"/>
                <a:gd name="connsiteX3" fmla="*/ 1136961 w 2186316"/>
                <a:gd name="connsiteY3" fmla="*/ 1028801 h 1033475"/>
                <a:gd name="connsiteX4" fmla="*/ 2133648 w 2186316"/>
                <a:gd name="connsiteY4" fmla="*/ 860014 h 1033475"/>
                <a:gd name="connsiteX5" fmla="*/ 2002532 w 2186316"/>
                <a:gd name="connsiteY5" fmla="*/ 411246 h 1033475"/>
                <a:gd name="connsiteX6" fmla="*/ 1707643 w 2186316"/>
                <a:gd name="connsiteY6" fmla="*/ 0 h 1033475"/>
                <a:gd name="connsiteX7" fmla="*/ 75971 w 2186316"/>
                <a:gd name="connsiteY7" fmla="*/ 8038 h 10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6316" h="1033475">
                  <a:moveTo>
                    <a:pt x="75971" y="8038"/>
                  </a:moveTo>
                  <a:cubicBezTo>
                    <a:pt x="40471" y="127261"/>
                    <a:pt x="-27180" y="214333"/>
                    <a:pt x="11669" y="329537"/>
                  </a:cubicBezTo>
                  <a:cubicBezTo>
                    <a:pt x="50518" y="444741"/>
                    <a:pt x="121518" y="582719"/>
                    <a:pt x="309067" y="699263"/>
                  </a:cubicBezTo>
                  <a:cubicBezTo>
                    <a:pt x="496616" y="815807"/>
                    <a:pt x="832864" y="1002009"/>
                    <a:pt x="1136961" y="1028801"/>
                  </a:cubicBezTo>
                  <a:cubicBezTo>
                    <a:pt x="1441058" y="1055593"/>
                    <a:pt x="1989386" y="962940"/>
                    <a:pt x="2133648" y="860014"/>
                  </a:cubicBezTo>
                  <a:cubicBezTo>
                    <a:pt x="2277910" y="757088"/>
                    <a:pt x="2089357" y="554582"/>
                    <a:pt x="2002532" y="411246"/>
                  </a:cubicBezTo>
                  <a:cubicBezTo>
                    <a:pt x="1915707" y="267910"/>
                    <a:pt x="1801417" y="66979"/>
                    <a:pt x="1707643" y="0"/>
                  </a:cubicBezTo>
                  <a:lnTo>
                    <a:pt x="75971" y="8038"/>
                  </a:ln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4139104" y="3916755"/>
              <a:ext cx="2785479" cy="1211172"/>
            </a:xfrm>
            <a:custGeom>
              <a:avLst/>
              <a:gdLst>
                <a:gd name="connsiteX0" fmla="*/ 49060 w 2159749"/>
                <a:gd name="connsiteY0" fmla="*/ 0 h 1025253"/>
                <a:gd name="connsiteX1" fmla="*/ 16909 w 2159749"/>
                <a:gd name="connsiteY1" fmla="*/ 353650 h 1025253"/>
                <a:gd name="connsiteX2" fmla="*/ 282156 w 2159749"/>
                <a:gd name="connsiteY2" fmla="*/ 691225 h 1025253"/>
                <a:gd name="connsiteX3" fmla="*/ 1110050 w 2159749"/>
                <a:gd name="connsiteY3" fmla="*/ 1020763 h 1025253"/>
                <a:gd name="connsiteX4" fmla="*/ 2106737 w 2159749"/>
                <a:gd name="connsiteY4" fmla="*/ 851976 h 1025253"/>
                <a:gd name="connsiteX5" fmla="*/ 1986170 w 2159749"/>
                <a:gd name="connsiteY5" fmla="*/ 434025 h 1025253"/>
                <a:gd name="connsiteX6" fmla="*/ 1672695 w 2159749"/>
                <a:gd name="connsiteY6" fmla="*/ 32150 h 1025253"/>
                <a:gd name="connsiteX7" fmla="*/ 458988 w 2159749"/>
                <a:gd name="connsiteY7" fmla="*/ 16075 h 1025253"/>
                <a:gd name="connsiteX8" fmla="*/ 49060 w 2159749"/>
                <a:gd name="connsiteY8" fmla="*/ 0 h 1025253"/>
                <a:gd name="connsiteX0" fmla="*/ 43037 w 2153726"/>
                <a:gd name="connsiteY0" fmla="*/ 0 h 1025253"/>
                <a:gd name="connsiteX1" fmla="*/ 18924 w 2153726"/>
                <a:gd name="connsiteY1" fmla="*/ 409912 h 1025253"/>
                <a:gd name="connsiteX2" fmla="*/ 276133 w 2153726"/>
                <a:gd name="connsiteY2" fmla="*/ 691225 h 1025253"/>
                <a:gd name="connsiteX3" fmla="*/ 1104027 w 2153726"/>
                <a:gd name="connsiteY3" fmla="*/ 1020763 h 1025253"/>
                <a:gd name="connsiteX4" fmla="*/ 2100714 w 2153726"/>
                <a:gd name="connsiteY4" fmla="*/ 851976 h 1025253"/>
                <a:gd name="connsiteX5" fmla="*/ 1980147 w 2153726"/>
                <a:gd name="connsiteY5" fmla="*/ 434025 h 1025253"/>
                <a:gd name="connsiteX6" fmla="*/ 1666672 w 2153726"/>
                <a:gd name="connsiteY6" fmla="*/ 32150 h 1025253"/>
                <a:gd name="connsiteX7" fmla="*/ 452965 w 2153726"/>
                <a:gd name="connsiteY7" fmla="*/ 16075 h 1025253"/>
                <a:gd name="connsiteX8" fmla="*/ 43037 w 2153726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3215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660"/>
                <a:gd name="connsiteY0" fmla="*/ 16075 h 1041328"/>
                <a:gd name="connsiteX1" fmla="*/ 11669 w 2186660"/>
                <a:gd name="connsiteY1" fmla="*/ 337574 h 1041328"/>
                <a:gd name="connsiteX2" fmla="*/ 309067 w 2186660"/>
                <a:gd name="connsiteY2" fmla="*/ 707300 h 1041328"/>
                <a:gd name="connsiteX3" fmla="*/ 1136961 w 2186660"/>
                <a:gd name="connsiteY3" fmla="*/ 1036838 h 1041328"/>
                <a:gd name="connsiteX4" fmla="*/ 2133648 w 2186660"/>
                <a:gd name="connsiteY4" fmla="*/ 868051 h 1041328"/>
                <a:gd name="connsiteX5" fmla="*/ 2013081 w 2186660"/>
                <a:gd name="connsiteY5" fmla="*/ 450100 h 1041328"/>
                <a:gd name="connsiteX6" fmla="*/ 1699606 w 2186660"/>
                <a:gd name="connsiteY6" fmla="*/ 16075 h 1041328"/>
                <a:gd name="connsiteX7" fmla="*/ 485899 w 2186660"/>
                <a:gd name="connsiteY7" fmla="*/ 0 h 1041328"/>
                <a:gd name="connsiteX8" fmla="*/ 75971 w 2186660"/>
                <a:gd name="connsiteY8" fmla="*/ 16075 h 1041328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0 h 1025253"/>
                <a:gd name="connsiteX7" fmla="*/ 75971 w 2186660"/>
                <a:gd name="connsiteY7" fmla="*/ 0 h 1025253"/>
                <a:gd name="connsiteX0" fmla="*/ 75971 w 2193673"/>
                <a:gd name="connsiteY0" fmla="*/ 0 h 1025253"/>
                <a:gd name="connsiteX1" fmla="*/ 11669 w 2193673"/>
                <a:gd name="connsiteY1" fmla="*/ 321499 h 1025253"/>
                <a:gd name="connsiteX2" fmla="*/ 309067 w 2193673"/>
                <a:gd name="connsiteY2" fmla="*/ 691225 h 1025253"/>
                <a:gd name="connsiteX3" fmla="*/ 1136961 w 2193673"/>
                <a:gd name="connsiteY3" fmla="*/ 1020763 h 1025253"/>
                <a:gd name="connsiteX4" fmla="*/ 2133648 w 2193673"/>
                <a:gd name="connsiteY4" fmla="*/ 851976 h 1025253"/>
                <a:gd name="connsiteX5" fmla="*/ 2013081 w 2193673"/>
                <a:gd name="connsiteY5" fmla="*/ 434025 h 1025253"/>
                <a:gd name="connsiteX6" fmla="*/ 1699606 w 2193673"/>
                <a:gd name="connsiteY6" fmla="*/ 0 h 1025253"/>
                <a:gd name="connsiteX7" fmla="*/ 75971 w 2193673"/>
                <a:gd name="connsiteY7" fmla="*/ 0 h 102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3673" h="1025253">
                  <a:moveTo>
                    <a:pt x="75971" y="0"/>
                  </a:moveTo>
                  <a:cubicBezTo>
                    <a:pt x="40471" y="119223"/>
                    <a:pt x="-27180" y="206295"/>
                    <a:pt x="11669" y="321499"/>
                  </a:cubicBezTo>
                  <a:cubicBezTo>
                    <a:pt x="50518" y="436703"/>
                    <a:pt x="121518" y="574681"/>
                    <a:pt x="309067" y="691225"/>
                  </a:cubicBezTo>
                  <a:cubicBezTo>
                    <a:pt x="496616" y="807769"/>
                    <a:pt x="832864" y="993971"/>
                    <a:pt x="1136961" y="1020763"/>
                  </a:cubicBezTo>
                  <a:cubicBezTo>
                    <a:pt x="1441058" y="1047555"/>
                    <a:pt x="1987628" y="949766"/>
                    <a:pt x="2133648" y="851976"/>
                  </a:cubicBezTo>
                  <a:cubicBezTo>
                    <a:pt x="2279668" y="754186"/>
                    <a:pt x="2127619" y="617111"/>
                    <a:pt x="2013081" y="434025"/>
                  </a:cubicBezTo>
                  <a:cubicBezTo>
                    <a:pt x="1898543" y="250939"/>
                    <a:pt x="1793380" y="66979"/>
                    <a:pt x="1699606" y="0"/>
                  </a:cubicBezTo>
                  <a:lnTo>
                    <a:pt x="75971" y="0"/>
                  </a:ln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Freeform 52"/>
          <p:cNvSpPr/>
          <p:nvPr/>
        </p:nvSpPr>
        <p:spPr>
          <a:xfrm>
            <a:off x="4394698" y="2741419"/>
            <a:ext cx="718056" cy="659793"/>
          </a:xfrm>
          <a:custGeom>
            <a:avLst/>
            <a:gdLst>
              <a:gd name="connsiteX0" fmla="*/ 153736 w 668341"/>
              <a:gd name="connsiteY0" fmla="*/ 14742 h 743418"/>
              <a:gd name="connsiteX1" fmla="*/ 443097 w 668341"/>
              <a:gd name="connsiteY1" fmla="*/ 71004 h 743418"/>
              <a:gd name="connsiteX2" fmla="*/ 668155 w 668341"/>
              <a:gd name="connsiteY2" fmla="*/ 360354 h 743418"/>
              <a:gd name="connsiteX3" fmla="*/ 475248 w 668341"/>
              <a:gd name="connsiteY3" fmla="*/ 730079 h 743418"/>
              <a:gd name="connsiteX4" fmla="*/ 145698 w 668341"/>
              <a:gd name="connsiteY4" fmla="*/ 657742 h 743418"/>
              <a:gd name="connsiteX5" fmla="*/ 17094 w 668341"/>
              <a:gd name="connsiteY5" fmla="*/ 617554 h 743418"/>
              <a:gd name="connsiteX6" fmla="*/ 17094 w 668341"/>
              <a:gd name="connsiteY6" fmla="*/ 288017 h 743418"/>
              <a:gd name="connsiteX7" fmla="*/ 153736 w 668341"/>
              <a:gd name="connsiteY7" fmla="*/ 14742 h 743418"/>
              <a:gd name="connsiteX0" fmla="*/ 153736 w 668345"/>
              <a:gd name="connsiteY0" fmla="*/ 14742 h 753352"/>
              <a:gd name="connsiteX1" fmla="*/ 443097 w 668345"/>
              <a:gd name="connsiteY1" fmla="*/ 71004 h 753352"/>
              <a:gd name="connsiteX2" fmla="*/ 668155 w 668345"/>
              <a:gd name="connsiteY2" fmla="*/ 360354 h 753352"/>
              <a:gd name="connsiteX3" fmla="*/ 475248 w 668345"/>
              <a:gd name="connsiteY3" fmla="*/ 730079 h 753352"/>
              <a:gd name="connsiteX4" fmla="*/ 130630 w 668345"/>
              <a:gd name="connsiteY4" fmla="*/ 708702 h 753352"/>
              <a:gd name="connsiteX5" fmla="*/ 145698 w 668345"/>
              <a:gd name="connsiteY5" fmla="*/ 657742 h 753352"/>
              <a:gd name="connsiteX6" fmla="*/ 17094 w 668345"/>
              <a:gd name="connsiteY6" fmla="*/ 617554 h 753352"/>
              <a:gd name="connsiteX7" fmla="*/ 17094 w 668345"/>
              <a:gd name="connsiteY7" fmla="*/ 288017 h 753352"/>
              <a:gd name="connsiteX8" fmla="*/ 153736 w 668345"/>
              <a:gd name="connsiteY8" fmla="*/ 14742 h 753352"/>
              <a:gd name="connsiteX0" fmla="*/ 152839 w 667448"/>
              <a:gd name="connsiteY0" fmla="*/ 14742 h 754627"/>
              <a:gd name="connsiteX1" fmla="*/ 442200 w 667448"/>
              <a:gd name="connsiteY1" fmla="*/ 71004 h 754627"/>
              <a:gd name="connsiteX2" fmla="*/ 667258 w 667448"/>
              <a:gd name="connsiteY2" fmla="*/ 360354 h 754627"/>
              <a:gd name="connsiteX3" fmla="*/ 474351 w 667448"/>
              <a:gd name="connsiteY3" fmla="*/ 730079 h 754627"/>
              <a:gd name="connsiteX4" fmla="*/ 129733 w 667448"/>
              <a:gd name="connsiteY4" fmla="*/ 708702 h 754627"/>
              <a:gd name="connsiteX5" fmla="*/ 16197 w 667448"/>
              <a:gd name="connsiteY5" fmla="*/ 617554 h 754627"/>
              <a:gd name="connsiteX6" fmla="*/ 16197 w 667448"/>
              <a:gd name="connsiteY6" fmla="*/ 288017 h 754627"/>
              <a:gd name="connsiteX7" fmla="*/ 152839 w 667448"/>
              <a:gd name="connsiteY7" fmla="*/ 14742 h 75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48" h="754627">
                <a:moveTo>
                  <a:pt x="152839" y="14742"/>
                </a:moveTo>
                <a:cubicBezTo>
                  <a:pt x="223839" y="-21427"/>
                  <a:pt x="356464" y="13402"/>
                  <a:pt x="442200" y="71004"/>
                </a:cubicBezTo>
                <a:cubicBezTo>
                  <a:pt x="527937" y="128606"/>
                  <a:pt x="661900" y="250508"/>
                  <a:pt x="667258" y="360354"/>
                </a:cubicBezTo>
                <a:cubicBezTo>
                  <a:pt x="672616" y="470200"/>
                  <a:pt x="563938" y="672021"/>
                  <a:pt x="474351" y="730079"/>
                </a:cubicBezTo>
                <a:cubicBezTo>
                  <a:pt x="384764" y="788137"/>
                  <a:pt x="206092" y="727456"/>
                  <a:pt x="129733" y="708702"/>
                </a:cubicBezTo>
                <a:cubicBezTo>
                  <a:pt x="53374" y="689948"/>
                  <a:pt x="35120" y="687668"/>
                  <a:pt x="16197" y="617554"/>
                </a:cubicBezTo>
                <a:cubicBezTo>
                  <a:pt x="-2726" y="547440"/>
                  <a:pt x="-7916" y="388486"/>
                  <a:pt x="16197" y="288017"/>
                </a:cubicBezTo>
                <a:cubicBezTo>
                  <a:pt x="40310" y="187548"/>
                  <a:pt x="81839" y="50911"/>
                  <a:pt x="152839" y="147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4" name="Group 53"/>
          <p:cNvGrpSpPr/>
          <p:nvPr/>
        </p:nvGrpSpPr>
        <p:grpSpPr>
          <a:xfrm rot="227770">
            <a:off x="4092083" y="2745451"/>
            <a:ext cx="283365" cy="622720"/>
            <a:chOff x="7060887" y="3036112"/>
            <a:chExt cx="1538601" cy="3029259"/>
          </a:xfrm>
          <a:solidFill>
            <a:srgbClr val="000000"/>
          </a:solidFill>
        </p:grpSpPr>
        <p:sp>
          <p:nvSpPr>
            <p:cNvPr id="55" name="Oval 54"/>
            <p:cNvSpPr/>
            <p:nvPr/>
          </p:nvSpPr>
          <p:spPr>
            <a:xfrm>
              <a:off x="7060887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7060887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7060887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7060887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7080663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080663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7080663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7080663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478746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478534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7478534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7478534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7498310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7498310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7498310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7498310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7908238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7908238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7908238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7908238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7908238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7908238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7908238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7908238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8314465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8314465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8314465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8314465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8334241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8334241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8334241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8334241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573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18" y="2289129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1" name="Group 30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800637" y="1233092"/>
                <a:ext cx="7458735" cy="3569344"/>
              </a:xfrm>
              <a:custGeom>
                <a:avLst/>
                <a:gdLst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413570 w 7389266"/>
                  <a:gd name="connsiteY3" fmla="*/ 1347399 h 3588159"/>
                  <a:gd name="connsiteX4" fmla="*/ 1887800 w 7389266"/>
                  <a:gd name="connsiteY4" fmla="*/ 1218799 h 3588159"/>
                  <a:gd name="connsiteX5" fmla="*/ 2169123 w 7389266"/>
                  <a:gd name="connsiteY5" fmla="*/ 84103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678327 w 7389266"/>
                  <a:gd name="connsiteY13" fmla="*/ 230186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24898 w 7389266"/>
                  <a:gd name="connsiteY16" fmla="*/ 75262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678327 w 7389266"/>
                  <a:gd name="connsiteY12" fmla="*/ 230186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24898 w 7389266"/>
                  <a:gd name="connsiteY15" fmla="*/ 75262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678327 w 7389266"/>
                  <a:gd name="connsiteY12" fmla="*/ 230186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97238 w 7389266"/>
                  <a:gd name="connsiteY15" fmla="*/ 1001786 h 3588159"/>
                  <a:gd name="connsiteX16" fmla="*/ 7385654 w 7389266"/>
                  <a:gd name="connsiteY16" fmla="*/ 1411699 h 3588159"/>
                  <a:gd name="connsiteX17" fmla="*/ 7369578 w 7389266"/>
                  <a:gd name="connsiteY17" fmla="*/ 2110962 h 3588159"/>
                  <a:gd name="connsiteX18" fmla="*/ 7345465 w 7389266"/>
                  <a:gd name="connsiteY18" fmla="*/ 2609287 h 3588159"/>
                  <a:gd name="connsiteX19" fmla="*/ 7216860 w 7389266"/>
                  <a:gd name="connsiteY19" fmla="*/ 3091537 h 3588159"/>
                  <a:gd name="connsiteX20" fmla="*/ 6895348 w 7389266"/>
                  <a:gd name="connsiteY20" fmla="*/ 3228175 h 3588159"/>
                  <a:gd name="connsiteX21" fmla="*/ 6678327 w 7389266"/>
                  <a:gd name="connsiteY21" fmla="*/ 3364812 h 3588159"/>
                  <a:gd name="connsiteX22" fmla="*/ 6340740 w 7389266"/>
                  <a:gd name="connsiteY22" fmla="*/ 3284437 h 3588159"/>
                  <a:gd name="connsiteX23" fmla="*/ 6043341 w 7389266"/>
                  <a:gd name="connsiteY23" fmla="*/ 3308550 h 3588159"/>
                  <a:gd name="connsiteX24" fmla="*/ 5464620 w 7389266"/>
                  <a:gd name="connsiteY24" fmla="*/ 3541637 h 3588159"/>
                  <a:gd name="connsiteX25" fmla="*/ 5239561 w 7389266"/>
                  <a:gd name="connsiteY25" fmla="*/ 3573787 h 3588159"/>
                  <a:gd name="connsiteX26" fmla="*/ 4725142 w 7389266"/>
                  <a:gd name="connsiteY26" fmla="*/ 3573787 h 3588159"/>
                  <a:gd name="connsiteX27" fmla="*/ 3511435 w 7389266"/>
                  <a:gd name="connsiteY27" fmla="*/ 3396962 h 3588159"/>
                  <a:gd name="connsiteX28" fmla="*/ 2852335 w 7389266"/>
                  <a:gd name="connsiteY28" fmla="*/ 3163875 h 3588159"/>
                  <a:gd name="connsiteX29" fmla="*/ 2434370 w 7389266"/>
                  <a:gd name="connsiteY29" fmla="*/ 2930787 h 3588159"/>
                  <a:gd name="connsiteX30" fmla="*/ 2281652 w 7389266"/>
                  <a:gd name="connsiteY30" fmla="*/ 2737887 h 3588159"/>
                  <a:gd name="connsiteX31" fmla="*/ 2008367 w 7389266"/>
                  <a:gd name="connsiteY31" fmla="*/ 2496762 h 3588159"/>
                  <a:gd name="connsiteX32" fmla="*/ 1791346 w 7389266"/>
                  <a:gd name="connsiteY32" fmla="*/ 2207412 h 3588159"/>
                  <a:gd name="connsiteX33" fmla="*/ 1413570 w 7389266"/>
                  <a:gd name="connsiteY33" fmla="*/ 2070774 h 3588159"/>
                  <a:gd name="connsiteX34" fmla="*/ 770546 w 7389266"/>
                  <a:gd name="connsiteY34" fmla="*/ 2062737 h 3588159"/>
                  <a:gd name="connsiteX35" fmla="*/ 352580 w 7389266"/>
                  <a:gd name="connsiteY35" fmla="*/ 1990399 h 3588159"/>
                  <a:gd name="connsiteX36" fmla="*/ 127522 w 7389266"/>
                  <a:gd name="connsiteY36" fmla="*/ 1877874 h 3588159"/>
                  <a:gd name="connsiteX37" fmla="*/ 63220 w 7389266"/>
                  <a:gd name="connsiteY37" fmla="*/ 1789462 h 3588159"/>
                  <a:gd name="connsiteX38" fmla="*/ 14993 w 7389266"/>
                  <a:gd name="connsiteY38" fmla="*/ 1676936 h 3588159"/>
                  <a:gd name="connsiteX39" fmla="*/ 344542 w 7389266"/>
                  <a:gd name="connsiteY39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831045 w 7389266"/>
                  <a:gd name="connsiteY12" fmla="*/ 286449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97238 w 7389266"/>
                  <a:gd name="connsiteY15" fmla="*/ 1001786 h 3588159"/>
                  <a:gd name="connsiteX16" fmla="*/ 7385654 w 7389266"/>
                  <a:gd name="connsiteY16" fmla="*/ 1411699 h 3588159"/>
                  <a:gd name="connsiteX17" fmla="*/ 7369578 w 7389266"/>
                  <a:gd name="connsiteY17" fmla="*/ 2110962 h 3588159"/>
                  <a:gd name="connsiteX18" fmla="*/ 7345465 w 7389266"/>
                  <a:gd name="connsiteY18" fmla="*/ 2609287 h 3588159"/>
                  <a:gd name="connsiteX19" fmla="*/ 7216860 w 7389266"/>
                  <a:gd name="connsiteY19" fmla="*/ 3091537 h 3588159"/>
                  <a:gd name="connsiteX20" fmla="*/ 6895348 w 7389266"/>
                  <a:gd name="connsiteY20" fmla="*/ 3228175 h 3588159"/>
                  <a:gd name="connsiteX21" fmla="*/ 6678327 w 7389266"/>
                  <a:gd name="connsiteY21" fmla="*/ 3364812 h 3588159"/>
                  <a:gd name="connsiteX22" fmla="*/ 6340740 w 7389266"/>
                  <a:gd name="connsiteY22" fmla="*/ 3284437 h 3588159"/>
                  <a:gd name="connsiteX23" fmla="*/ 6043341 w 7389266"/>
                  <a:gd name="connsiteY23" fmla="*/ 3308550 h 3588159"/>
                  <a:gd name="connsiteX24" fmla="*/ 5464620 w 7389266"/>
                  <a:gd name="connsiteY24" fmla="*/ 3541637 h 3588159"/>
                  <a:gd name="connsiteX25" fmla="*/ 5239561 w 7389266"/>
                  <a:gd name="connsiteY25" fmla="*/ 3573787 h 3588159"/>
                  <a:gd name="connsiteX26" fmla="*/ 4725142 w 7389266"/>
                  <a:gd name="connsiteY26" fmla="*/ 3573787 h 3588159"/>
                  <a:gd name="connsiteX27" fmla="*/ 3511435 w 7389266"/>
                  <a:gd name="connsiteY27" fmla="*/ 3396962 h 3588159"/>
                  <a:gd name="connsiteX28" fmla="*/ 2852335 w 7389266"/>
                  <a:gd name="connsiteY28" fmla="*/ 3163875 h 3588159"/>
                  <a:gd name="connsiteX29" fmla="*/ 2434370 w 7389266"/>
                  <a:gd name="connsiteY29" fmla="*/ 2930787 h 3588159"/>
                  <a:gd name="connsiteX30" fmla="*/ 2281652 w 7389266"/>
                  <a:gd name="connsiteY30" fmla="*/ 2737887 h 3588159"/>
                  <a:gd name="connsiteX31" fmla="*/ 2008367 w 7389266"/>
                  <a:gd name="connsiteY31" fmla="*/ 2496762 h 3588159"/>
                  <a:gd name="connsiteX32" fmla="*/ 1791346 w 7389266"/>
                  <a:gd name="connsiteY32" fmla="*/ 2207412 h 3588159"/>
                  <a:gd name="connsiteX33" fmla="*/ 1413570 w 7389266"/>
                  <a:gd name="connsiteY33" fmla="*/ 2070774 h 3588159"/>
                  <a:gd name="connsiteX34" fmla="*/ 770546 w 7389266"/>
                  <a:gd name="connsiteY34" fmla="*/ 2062737 h 3588159"/>
                  <a:gd name="connsiteX35" fmla="*/ 352580 w 7389266"/>
                  <a:gd name="connsiteY35" fmla="*/ 1990399 h 3588159"/>
                  <a:gd name="connsiteX36" fmla="*/ 127522 w 7389266"/>
                  <a:gd name="connsiteY36" fmla="*/ 1877874 h 3588159"/>
                  <a:gd name="connsiteX37" fmla="*/ 63220 w 7389266"/>
                  <a:gd name="connsiteY37" fmla="*/ 1789462 h 3588159"/>
                  <a:gd name="connsiteX38" fmla="*/ 14993 w 7389266"/>
                  <a:gd name="connsiteY38" fmla="*/ 1676936 h 3588159"/>
                  <a:gd name="connsiteX39" fmla="*/ 344542 w 7389266"/>
                  <a:gd name="connsiteY39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139412 w 7389266"/>
                  <a:gd name="connsiteY7" fmla="*/ 943676 h 3588159"/>
                  <a:gd name="connsiteX8" fmla="*/ 2940751 w 7389266"/>
                  <a:gd name="connsiteY8" fmla="*/ 374861 h 3588159"/>
                  <a:gd name="connsiteX9" fmla="*/ 4033892 w 7389266"/>
                  <a:gd name="connsiteY9" fmla="*/ 69436 h 3588159"/>
                  <a:gd name="connsiteX10" fmla="*/ 4910012 w 7389266"/>
                  <a:gd name="connsiteY10" fmla="*/ 37286 h 3588159"/>
                  <a:gd name="connsiteX11" fmla="*/ 5416393 w 7389266"/>
                  <a:gd name="connsiteY11" fmla="*/ 13173 h 3588159"/>
                  <a:gd name="connsiteX12" fmla="*/ 5561073 w 7389266"/>
                  <a:gd name="connsiteY12" fmla="*/ 29248 h 3588159"/>
                  <a:gd name="connsiteX13" fmla="*/ 6091568 w 7389266"/>
                  <a:gd name="connsiteY13" fmla="*/ 334673 h 3588159"/>
                  <a:gd name="connsiteX14" fmla="*/ 6614025 w 7389266"/>
                  <a:gd name="connsiteY14" fmla="*/ 302523 h 3588159"/>
                  <a:gd name="connsiteX15" fmla="*/ 6831045 w 7389266"/>
                  <a:gd name="connsiteY15" fmla="*/ 286449 h 3588159"/>
                  <a:gd name="connsiteX16" fmla="*/ 7007877 w 7389266"/>
                  <a:gd name="connsiteY16" fmla="*/ 495423 h 3588159"/>
                  <a:gd name="connsiteX17" fmla="*/ 7305276 w 7389266"/>
                  <a:gd name="connsiteY17" fmla="*/ 656174 h 3588159"/>
                  <a:gd name="connsiteX18" fmla="*/ 7297238 w 7389266"/>
                  <a:gd name="connsiteY18" fmla="*/ 1001786 h 3588159"/>
                  <a:gd name="connsiteX19" fmla="*/ 7385654 w 7389266"/>
                  <a:gd name="connsiteY19" fmla="*/ 1411699 h 3588159"/>
                  <a:gd name="connsiteX20" fmla="*/ 7369578 w 7389266"/>
                  <a:gd name="connsiteY20" fmla="*/ 2110962 h 3588159"/>
                  <a:gd name="connsiteX21" fmla="*/ 7345465 w 7389266"/>
                  <a:gd name="connsiteY21" fmla="*/ 2609287 h 3588159"/>
                  <a:gd name="connsiteX22" fmla="*/ 7216860 w 7389266"/>
                  <a:gd name="connsiteY22" fmla="*/ 3091537 h 3588159"/>
                  <a:gd name="connsiteX23" fmla="*/ 6895348 w 7389266"/>
                  <a:gd name="connsiteY23" fmla="*/ 3228175 h 3588159"/>
                  <a:gd name="connsiteX24" fmla="*/ 6678327 w 7389266"/>
                  <a:gd name="connsiteY24" fmla="*/ 3364812 h 3588159"/>
                  <a:gd name="connsiteX25" fmla="*/ 6340740 w 7389266"/>
                  <a:gd name="connsiteY25" fmla="*/ 3284437 h 3588159"/>
                  <a:gd name="connsiteX26" fmla="*/ 6043341 w 7389266"/>
                  <a:gd name="connsiteY26" fmla="*/ 3308550 h 3588159"/>
                  <a:gd name="connsiteX27" fmla="*/ 5464620 w 7389266"/>
                  <a:gd name="connsiteY27" fmla="*/ 3541637 h 3588159"/>
                  <a:gd name="connsiteX28" fmla="*/ 5239561 w 7389266"/>
                  <a:gd name="connsiteY28" fmla="*/ 3573787 h 3588159"/>
                  <a:gd name="connsiteX29" fmla="*/ 4725142 w 7389266"/>
                  <a:gd name="connsiteY29" fmla="*/ 3573787 h 3588159"/>
                  <a:gd name="connsiteX30" fmla="*/ 3511435 w 7389266"/>
                  <a:gd name="connsiteY30" fmla="*/ 3396962 h 3588159"/>
                  <a:gd name="connsiteX31" fmla="*/ 2852335 w 7389266"/>
                  <a:gd name="connsiteY31" fmla="*/ 3163875 h 3588159"/>
                  <a:gd name="connsiteX32" fmla="*/ 2434370 w 7389266"/>
                  <a:gd name="connsiteY32" fmla="*/ 2930787 h 3588159"/>
                  <a:gd name="connsiteX33" fmla="*/ 2281652 w 7389266"/>
                  <a:gd name="connsiteY33" fmla="*/ 2737887 h 3588159"/>
                  <a:gd name="connsiteX34" fmla="*/ 2008367 w 7389266"/>
                  <a:gd name="connsiteY34" fmla="*/ 2496762 h 3588159"/>
                  <a:gd name="connsiteX35" fmla="*/ 1791346 w 7389266"/>
                  <a:gd name="connsiteY35" fmla="*/ 2207412 h 3588159"/>
                  <a:gd name="connsiteX36" fmla="*/ 1413570 w 7389266"/>
                  <a:gd name="connsiteY36" fmla="*/ 2070774 h 3588159"/>
                  <a:gd name="connsiteX37" fmla="*/ 770546 w 7389266"/>
                  <a:gd name="connsiteY37" fmla="*/ 2062737 h 3588159"/>
                  <a:gd name="connsiteX38" fmla="*/ 352580 w 7389266"/>
                  <a:gd name="connsiteY38" fmla="*/ 1990399 h 3588159"/>
                  <a:gd name="connsiteX39" fmla="*/ 127522 w 7389266"/>
                  <a:gd name="connsiteY39" fmla="*/ 1877874 h 3588159"/>
                  <a:gd name="connsiteX40" fmla="*/ 63220 w 7389266"/>
                  <a:gd name="connsiteY40" fmla="*/ 1789462 h 3588159"/>
                  <a:gd name="connsiteX41" fmla="*/ 14993 w 7389266"/>
                  <a:gd name="connsiteY41" fmla="*/ 1676936 h 3588159"/>
                  <a:gd name="connsiteX42" fmla="*/ 344542 w 7389266"/>
                  <a:gd name="connsiteY42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09442 w 7389266"/>
                  <a:gd name="connsiteY5" fmla="*/ 902131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767 w 7389266"/>
                  <a:gd name="connsiteY5" fmla="*/ 86085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169767 w 7389266"/>
                  <a:gd name="connsiteY5" fmla="*/ 86085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088612 w 7389266"/>
                  <a:gd name="connsiteY5" fmla="*/ 924626 h 3588159"/>
                  <a:gd name="connsiteX6" fmla="*/ 2169767 w 7389266"/>
                  <a:gd name="connsiteY6" fmla="*/ 86085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266412 w 7389266"/>
                  <a:gd name="connsiteY5" fmla="*/ 940501 h 3588159"/>
                  <a:gd name="connsiteX6" fmla="*/ 2169767 w 7389266"/>
                  <a:gd name="connsiteY6" fmla="*/ 86085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266412 w 7389266"/>
                  <a:gd name="connsiteY5" fmla="*/ 940501 h 3588159"/>
                  <a:gd name="connsiteX6" fmla="*/ 2233267 w 7389266"/>
                  <a:gd name="connsiteY6" fmla="*/ 80370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51987 h 3588159"/>
                  <a:gd name="connsiteX5" fmla="*/ 2266412 w 7389266"/>
                  <a:gd name="connsiteY5" fmla="*/ 940501 h 3588159"/>
                  <a:gd name="connsiteX6" fmla="*/ 2233267 w 7389266"/>
                  <a:gd name="connsiteY6" fmla="*/ 80370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74302"/>
                  <a:gd name="connsiteX1" fmla="*/ 529412 w 7389266"/>
                  <a:gd name="connsiteY1" fmla="*/ 1347399 h 3574302"/>
                  <a:gd name="connsiteX2" fmla="*/ 1011680 w 7389266"/>
                  <a:gd name="connsiteY2" fmla="*/ 1379549 h 3574302"/>
                  <a:gd name="connsiteX3" fmla="*/ 1887800 w 7389266"/>
                  <a:gd name="connsiteY3" fmla="*/ 1218799 h 3574302"/>
                  <a:gd name="connsiteX4" fmla="*/ 2036740 w 7389266"/>
                  <a:gd name="connsiteY4" fmla="*/ 1051987 h 3574302"/>
                  <a:gd name="connsiteX5" fmla="*/ 2266412 w 7389266"/>
                  <a:gd name="connsiteY5" fmla="*/ 940501 h 3574302"/>
                  <a:gd name="connsiteX6" fmla="*/ 2233267 w 7389266"/>
                  <a:gd name="connsiteY6" fmla="*/ 803706 h 3574302"/>
                  <a:gd name="connsiteX7" fmla="*/ 2940751 w 7389266"/>
                  <a:gd name="connsiteY7" fmla="*/ 374861 h 3574302"/>
                  <a:gd name="connsiteX8" fmla="*/ 4033892 w 7389266"/>
                  <a:gd name="connsiteY8" fmla="*/ 69436 h 3574302"/>
                  <a:gd name="connsiteX9" fmla="*/ 4910012 w 7389266"/>
                  <a:gd name="connsiteY9" fmla="*/ 37286 h 3574302"/>
                  <a:gd name="connsiteX10" fmla="*/ 5416393 w 7389266"/>
                  <a:gd name="connsiteY10" fmla="*/ 13173 h 3574302"/>
                  <a:gd name="connsiteX11" fmla="*/ 5561073 w 7389266"/>
                  <a:gd name="connsiteY11" fmla="*/ 29248 h 3574302"/>
                  <a:gd name="connsiteX12" fmla="*/ 6091568 w 7389266"/>
                  <a:gd name="connsiteY12" fmla="*/ 334673 h 3574302"/>
                  <a:gd name="connsiteX13" fmla="*/ 6614025 w 7389266"/>
                  <a:gd name="connsiteY13" fmla="*/ 302523 h 3574302"/>
                  <a:gd name="connsiteX14" fmla="*/ 6831045 w 7389266"/>
                  <a:gd name="connsiteY14" fmla="*/ 286449 h 3574302"/>
                  <a:gd name="connsiteX15" fmla="*/ 7007877 w 7389266"/>
                  <a:gd name="connsiteY15" fmla="*/ 495423 h 3574302"/>
                  <a:gd name="connsiteX16" fmla="*/ 7305276 w 7389266"/>
                  <a:gd name="connsiteY16" fmla="*/ 656174 h 3574302"/>
                  <a:gd name="connsiteX17" fmla="*/ 7297238 w 7389266"/>
                  <a:gd name="connsiteY17" fmla="*/ 1001786 h 3574302"/>
                  <a:gd name="connsiteX18" fmla="*/ 7385654 w 7389266"/>
                  <a:gd name="connsiteY18" fmla="*/ 1411699 h 3574302"/>
                  <a:gd name="connsiteX19" fmla="*/ 7369578 w 7389266"/>
                  <a:gd name="connsiteY19" fmla="*/ 2110962 h 3574302"/>
                  <a:gd name="connsiteX20" fmla="*/ 7345465 w 7389266"/>
                  <a:gd name="connsiteY20" fmla="*/ 2609287 h 3574302"/>
                  <a:gd name="connsiteX21" fmla="*/ 7216860 w 7389266"/>
                  <a:gd name="connsiteY21" fmla="*/ 3091537 h 3574302"/>
                  <a:gd name="connsiteX22" fmla="*/ 6895348 w 7389266"/>
                  <a:gd name="connsiteY22" fmla="*/ 3228175 h 3574302"/>
                  <a:gd name="connsiteX23" fmla="*/ 6678327 w 7389266"/>
                  <a:gd name="connsiteY23" fmla="*/ 3364812 h 3574302"/>
                  <a:gd name="connsiteX24" fmla="*/ 6340740 w 7389266"/>
                  <a:gd name="connsiteY24" fmla="*/ 3284437 h 3574302"/>
                  <a:gd name="connsiteX25" fmla="*/ 6043341 w 7389266"/>
                  <a:gd name="connsiteY25" fmla="*/ 3308550 h 3574302"/>
                  <a:gd name="connsiteX26" fmla="*/ 5464620 w 7389266"/>
                  <a:gd name="connsiteY26" fmla="*/ 3541637 h 3574302"/>
                  <a:gd name="connsiteX27" fmla="*/ 5399565 w 7389266"/>
                  <a:gd name="connsiteY27" fmla="*/ 3453778 h 3574302"/>
                  <a:gd name="connsiteX28" fmla="*/ 4725142 w 7389266"/>
                  <a:gd name="connsiteY28" fmla="*/ 3573787 h 3574302"/>
                  <a:gd name="connsiteX29" fmla="*/ 3511435 w 7389266"/>
                  <a:gd name="connsiteY29" fmla="*/ 3396962 h 3574302"/>
                  <a:gd name="connsiteX30" fmla="*/ 2852335 w 7389266"/>
                  <a:gd name="connsiteY30" fmla="*/ 3163875 h 3574302"/>
                  <a:gd name="connsiteX31" fmla="*/ 2434370 w 7389266"/>
                  <a:gd name="connsiteY31" fmla="*/ 2930787 h 3574302"/>
                  <a:gd name="connsiteX32" fmla="*/ 2281652 w 7389266"/>
                  <a:gd name="connsiteY32" fmla="*/ 2737887 h 3574302"/>
                  <a:gd name="connsiteX33" fmla="*/ 2008367 w 7389266"/>
                  <a:gd name="connsiteY33" fmla="*/ 2496762 h 3574302"/>
                  <a:gd name="connsiteX34" fmla="*/ 1791346 w 7389266"/>
                  <a:gd name="connsiteY34" fmla="*/ 2207412 h 3574302"/>
                  <a:gd name="connsiteX35" fmla="*/ 1413570 w 7389266"/>
                  <a:gd name="connsiteY35" fmla="*/ 2070774 h 3574302"/>
                  <a:gd name="connsiteX36" fmla="*/ 770546 w 7389266"/>
                  <a:gd name="connsiteY36" fmla="*/ 2062737 h 3574302"/>
                  <a:gd name="connsiteX37" fmla="*/ 352580 w 7389266"/>
                  <a:gd name="connsiteY37" fmla="*/ 1990399 h 3574302"/>
                  <a:gd name="connsiteX38" fmla="*/ 127522 w 7389266"/>
                  <a:gd name="connsiteY38" fmla="*/ 1877874 h 3574302"/>
                  <a:gd name="connsiteX39" fmla="*/ 63220 w 7389266"/>
                  <a:gd name="connsiteY39" fmla="*/ 1789462 h 3574302"/>
                  <a:gd name="connsiteX40" fmla="*/ 14993 w 7389266"/>
                  <a:gd name="connsiteY40" fmla="*/ 1676936 h 3574302"/>
                  <a:gd name="connsiteX41" fmla="*/ 344542 w 7389266"/>
                  <a:gd name="connsiteY41" fmla="*/ 1435811 h 3574302"/>
                  <a:gd name="connsiteX0" fmla="*/ 256127 w 7389266"/>
                  <a:gd name="connsiteY0" fmla="*/ 1500111 h 3574595"/>
                  <a:gd name="connsiteX1" fmla="*/ 529412 w 7389266"/>
                  <a:gd name="connsiteY1" fmla="*/ 1347399 h 3574595"/>
                  <a:gd name="connsiteX2" fmla="*/ 1011680 w 7389266"/>
                  <a:gd name="connsiteY2" fmla="*/ 1379549 h 3574595"/>
                  <a:gd name="connsiteX3" fmla="*/ 1887800 w 7389266"/>
                  <a:gd name="connsiteY3" fmla="*/ 1218799 h 3574595"/>
                  <a:gd name="connsiteX4" fmla="*/ 2036740 w 7389266"/>
                  <a:gd name="connsiteY4" fmla="*/ 1051987 h 3574595"/>
                  <a:gd name="connsiteX5" fmla="*/ 2266412 w 7389266"/>
                  <a:gd name="connsiteY5" fmla="*/ 940501 h 3574595"/>
                  <a:gd name="connsiteX6" fmla="*/ 2233267 w 7389266"/>
                  <a:gd name="connsiteY6" fmla="*/ 803706 h 3574595"/>
                  <a:gd name="connsiteX7" fmla="*/ 2940751 w 7389266"/>
                  <a:gd name="connsiteY7" fmla="*/ 374861 h 3574595"/>
                  <a:gd name="connsiteX8" fmla="*/ 4033892 w 7389266"/>
                  <a:gd name="connsiteY8" fmla="*/ 69436 h 3574595"/>
                  <a:gd name="connsiteX9" fmla="*/ 4910012 w 7389266"/>
                  <a:gd name="connsiteY9" fmla="*/ 37286 h 3574595"/>
                  <a:gd name="connsiteX10" fmla="*/ 5416393 w 7389266"/>
                  <a:gd name="connsiteY10" fmla="*/ 13173 h 3574595"/>
                  <a:gd name="connsiteX11" fmla="*/ 5561073 w 7389266"/>
                  <a:gd name="connsiteY11" fmla="*/ 29248 h 3574595"/>
                  <a:gd name="connsiteX12" fmla="*/ 6091568 w 7389266"/>
                  <a:gd name="connsiteY12" fmla="*/ 334673 h 3574595"/>
                  <a:gd name="connsiteX13" fmla="*/ 6614025 w 7389266"/>
                  <a:gd name="connsiteY13" fmla="*/ 302523 h 3574595"/>
                  <a:gd name="connsiteX14" fmla="*/ 6831045 w 7389266"/>
                  <a:gd name="connsiteY14" fmla="*/ 286449 h 3574595"/>
                  <a:gd name="connsiteX15" fmla="*/ 7007877 w 7389266"/>
                  <a:gd name="connsiteY15" fmla="*/ 495423 h 3574595"/>
                  <a:gd name="connsiteX16" fmla="*/ 7305276 w 7389266"/>
                  <a:gd name="connsiteY16" fmla="*/ 656174 h 3574595"/>
                  <a:gd name="connsiteX17" fmla="*/ 7297238 w 7389266"/>
                  <a:gd name="connsiteY17" fmla="*/ 1001786 h 3574595"/>
                  <a:gd name="connsiteX18" fmla="*/ 7385654 w 7389266"/>
                  <a:gd name="connsiteY18" fmla="*/ 1411699 h 3574595"/>
                  <a:gd name="connsiteX19" fmla="*/ 7369578 w 7389266"/>
                  <a:gd name="connsiteY19" fmla="*/ 2110962 h 3574595"/>
                  <a:gd name="connsiteX20" fmla="*/ 7345465 w 7389266"/>
                  <a:gd name="connsiteY20" fmla="*/ 2609287 h 3574595"/>
                  <a:gd name="connsiteX21" fmla="*/ 7216860 w 7389266"/>
                  <a:gd name="connsiteY21" fmla="*/ 3091537 h 3574595"/>
                  <a:gd name="connsiteX22" fmla="*/ 6895348 w 7389266"/>
                  <a:gd name="connsiteY22" fmla="*/ 3228175 h 3574595"/>
                  <a:gd name="connsiteX23" fmla="*/ 6678327 w 7389266"/>
                  <a:gd name="connsiteY23" fmla="*/ 3364812 h 3574595"/>
                  <a:gd name="connsiteX24" fmla="*/ 6340740 w 7389266"/>
                  <a:gd name="connsiteY24" fmla="*/ 3284437 h 3574595"/>
                  <a:gd name="connsiteX25" fmla="*/ 6043341 w 7389266"/>
                  <a:gd name="connsiteY25" fmla="*/ 3308550 h 3574595"/>
                  <a:gd name="connsiteX26" fmla="*/ 5734628 w 7389266"/>
                  <a:gd name="connsiteY26" fmla="*/ 3251616 h 3574595"/>
                  <a:gd name="connsiteX27" fmla="*/ 5399565 w 7389266"/>
                  <a:gd name="connsiteY27" fmla="*/ 3453778 h 3574595"/>
                  <a:gd name="connsiteX28" fmla="*/ 4725142 w 7389266"/>
                  <a:gd name="connsiteY28" fmla="*/ 3573787 h 3574595"/>
                  <a:gd name="connsiteX29" fmla="*/ 3511435 w 7389266"/>
                  <a:gd name="connsiteY29" fmla="*/ 3396962 h 3574595"/>
                  <a:gd name="connsiteX30" fmla="*/ 2852335 w 7389266"/>
                  <a:gd name="connsiteY30" fmla="*/ 3163875 h 3574595"/>
                  <a:gd name="connsiteX31" fmla="*/ 2434370 w 7389266"/>
                  <a:gd name="connsiteY31" fmla="*/ 2930787 h 3574595"/>
                  <a:gd name="connsiteX32" fmla="*/ 2281652 w 7389266"/>
                  <a:gd name="connsiteY32" fmla="*/ 2737887 h 3574595"/>
                  <a:gd name="connsiteX33" fmla="*/ 2008367 w 7389266"/>
                  <a:gd name="connsiteY33" fmla="*/ 2496762 h 3574595"/>
                  <a:gd name="connsiteX34" fmla="*/ 1791346 w 7389266"/>
                  <a:gd name="connsiteY34" fmla="*/ 2207412 h 3574595"/>
                  <a:gd name="connsiteX35" fmla="*/ 1413570 w 7389266"/>
                  <a:gd name="connsiteY35" fmla="*/ 2070774 h 3574595"/>
                  <a:gd name="connsiteX36" fmla="*/ 770546 w 7389266"/>
                  <a:gd name="connsiteY36" fmla="*/ 2062737 h 3574595"/>
                  <a:gd name="connsiteX37" fmla="*/ 352580 w 7389266"/>
                  <a:gd name="connsiteY37" fmla="*/ 1990399 h 3574595"/>
                  <a:gd name="connsiteX38" fmla="*/ 127522 w 7389266"/>
                  <a:gd name="connsiteY38" fmla="*/ 1877874 h 3574595"/>
                  <a:gd name="connsiteX39" fmla="*/ 63220 w 7389266"/>
                  <a:gd name="connsiteY39" fmla="*/ 1789462 h 3574595"/>
                  <a:gd name="connsiteX40" fmla="*/ 14993 w 7389266"/>
                  <a:gd name="connsiteY40" fmla="*/ 1676936 h 3574595"/>
                  <a:gd name="connsiteX41" fmla="*/ 344542 w 7389266"/>
                  <a:gd name="connsiteY41" fmla="*/ 1435811 h 3574595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091568 w 7389266"/>
                  <a:gd name="connsiteY12" fmla="*/ 329605 h 3569527"/>
                  <a:gd name="connsiteX13" fmla="*/ 6614025 w 7389266"/>
                  <a:gd name="connsiteY13" fmla="*/ 297455 h 3569527"/>
                  <a:gd name="connsiteX14" fmla="*/ 6831045 w 7389266"/>
                  <a:gd name="connsiteY14" fmla="*/ 281381 h 3569527"/>
                  <a:gd name="connsiteX15" fmla="*/ 7007877 w 7389266"/>
                  <a:gd name="connsiteY15" fmla="*/ 490355 h 3569527"/>
                  <a:gd name="connsiteX16" fmla="*/ 7305276 w 7389266"/>
                  <a:gd name="connsiteY16" fmla="*/ 651106 h 3569527"/>
                  <a:gd name="connsiteX17" fmla="*/ 7297238 w 7389266"/>
                  <a:gd name="connsiteY17" fmla="*/ 996718 h 3569527"/>
                  <a:gd name="connsiteX18" fmla="*/ 7385654 w 7389266"/>
                  <a:gd name="connsiteY18" fmla="*/ 1406631 h 3569527"/>
                  <a:gd name="connsiteX19" fmla="*/ 7369578 w 7389266"/>
                  <a:gd name="connsiteY19" fmla="*/ 2105894 h 3569527"/>
                  <a:gd name="connsiteX20" fmla="*/ 7345465 w 7389266"/>
                  <a:gd name="connsiteY20" fmla="*/ 2604219 h 3569527"/>
                  <a:gd name="connsiteX21" fmla="*/ 7216860 w 7389266"/>
                  <a:gd name="connsiteY21" fmla="*/ 3086469 h 3569527"/>
                  <a:gd name="connsiteX22" fmla="*/ 6895348 w 7389266"/>
                  <a:gd name="connsiteY22" fmla="*/ 3223107 h 3569527"/>
                  <a:gd name="connsiteX23" fmla="*/ 6678327 w 7389266"/>
                  <a:gd name="connsiteY23" fmla="*/ 3359744 h 3569527"/>
                  <a:gd name="connsiteX24" fmla="*/ 6340740 w 7389266"/>
                  <a:gd name="connsiteY24" fmla="*/ 3279369 h 3569527"/>
                  <a:gd name="connsiteX25" fmla="*/ 6043341 w 7389266"/>
                  <a:gd name="connsiteY25" fmla="*/ 3303482 h 3569527"/>
                  <a:gd name="connsiteX26" fmla="*/ 5734628 w 7389266"/>
                  <a:gd name="connsiteY26" fmla="*/ 3246548 h 3569527"/>
                  <a:gd name="connsiteX27" fmla="*/ 5399565 w 7389266"/>
                  <a:gd name="connsiteY27" fmla="*/ 3448710 h 3569527"/>
                  <a:gd name="connsiteX28" fmla="*/ 4725142 w 7389266"/>
                  <a:gd name="connsiteY28" fmla="*/ 3568719 h 3569527"/>
                  <a:gd name="connsiteX29" fmla="*/ 3511435 w 7389266"/>
                  <a:gd name="connsiteY29" fmla="*/ 3391894 h 3569527"/>
                  <a:gd name="connsiteX30" fmla="*/ 2852335 w 7389266"/>
                  <a:gd name="connsiteY30" fmla="*/ 3158807 h 3569527"/>
                  <a:gd name="connsiteX31" fmla="*/ 2434370 w 7389266"/>
                  <a:gd name="connsiteY31" fmla="*/ 2925719 h 3569527"/>
                  <a:gd name="connsiteX32" fmla="*/ 2281652 w 7389266"/>
                  <a:gd name="connsiteY32" fmla="*/ 2732819 h 3569527"/>
                  <a:gd name="connsiteX33" fmla="*/ 2008367 w 7389266"/>
                  <a:gd name="connsiteY33" fmla="*/ 2491694 h 3569527"/>
                  <a:gd name="connsiteX34" fmla="*/ 1791346 w 7389266"/>
                  <a:gd name="connsiteY34" fmla="*/ 2202344 h 3569527"/>
                  <a:gd name="connsiteX35" fmla="*/ 1413570 w 7389266"/>
                  <a:gd name="connsiteY35" fmla="*/ 2065706 h 3569527"/>
                  <a:gd name="connsiteX36" fmla="*/ 770546 w 7389266"/>
                  <a:gd name="connsiteY36" fmla="*/ 2057669 h 3569527"/>
                  <a:gd name="connsiteX37" fmla="*/ 352580 w 7389266"/>
                  <a:gd name="connsiteY37" fmla="*/ 1985331 h 3569527"/>
                  <a:gd name="connsiteX38" fmla="*/ 127522 w 7389266"/>
                  <a:gd name="connsiteY38" fmla="*/ 1872806 h 3569527"/>
                  <a:gd name="connsiteX39" fmla="*/ 63220 w 7389266"/>
                  <a:gd name="connsiteY39" fmla="*/ 1784394 h 3569527"/>
                  <a:gd name="connsiteX40" fmla="*/ 14993 w 7389266"/>
                  <a:gd name="connsiteY40" fmla="*/ 1671868 h 3569527"/>
                  <a:gd name="connsiteX41" fmla="*/ 344542 w 7389266"/>
                  <a:gd name="connsiteY41" fmla="*/ 1430743 h 3569527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614025 w 7389266"/>
                  <a:gd name="connsiteY12" fmla="*/ 297455 h 3569527"/>
                  <a:gd name="connsiteX13" fmla="*/ 6831045 w 7389266"/>
                  <a:gd name="connsiteY13" fmla="*/ 281381 h 3569527"/>
                  <a:gd name="connsiteX14" fmla="*/ 7007877 w 7389266"/>
                  <a:gd name="connsiteY14" fmla="*/ 490355 h 3569527"/>
                  <a:gd name="connsiteX15" fmla="*/ 7305276 w 7389266"/>
                  <a:gd name="connsiteY15" fmla="*/ 651106 h 3569527"/>
                  <a:gd name="connsiteX16" fmla="*/ 7297238 w 7389266"/>
                  <a:gd name="connsiteY16" fmla="*/ 996718 h 3569527"/>
                  <a:gd name="connsiteX17" fmla="*/ 7385654 w 7389266"/>
                  <a:gd name="connsiteY17" fmla="*/ 1406631 h 3569527"/>
                  <a:gd name="connsiteX18" fmla="*/ 7369578 w 7389266"/>
                  <a:gd name="connsiteY18" fmla="*/ 2105894 h 3569527"/>
                  <a:gd name="connsiteX19" fmla="*/ 7345465 w 7389266"/>
                  <a:gd name="connsiteY19" fmla="*/ 2604219 h 3569527"/>
                  <a:gd name="connsiteX20" fmla="*/ 7216860 w 7389266"/>
                  <a:gd name="connsiteY20" fmla="*/ 3086469 h 3569527"/>
                  <a:gd name="connsiteX21" fmla="*/ 6895348 w 7389266"/>
                  <a:gd name="connsiteY21" fmla="*/ 3223107 h 3569527"/>
                  <a:gd name="connsiteX22" fmla="*/ 6678327 w 7389266"/>
                  <a:gd name="connsiteY22" fmla="*/ 3359744 h 3569527"/>
                  <a:gd name="connsiteX23" fmla="*/ 6340740 w 7389266"/>
                  <a:gd name="connsiteY23" fmla="*/ 3279369 h 3569527"/>
                  <a:gd name="connsiteX24" fmla="*/ 6043341 w 7389266"/>
                  <a:gd name="connsiteY24" fmla="*/ 3303482 h 3569527"/>
                  <a:gd name="connsiteX25" fmla="*/ 5734628 w 7389266"/>
                  <a:gd name="connsiteY25" fmla="*/ 3246548 h 3569527"/>
                  <a:gd name="connsiteX26" fmla="*/ 5399565 w 7389266"/>
                  <a:gd name="connsiteY26" fmla="*/ 3448710 h 3569527"/>
                  <a:gd name="connsiteX27" fmla="*/ 4725142 w 7389266"/>
                  <a:gd name="connsiteY27" fmla="*/ 3568719 h 3569527"/>
                  <a:gd name="connsiteX28" fmla="*/ 3511435 w 7389266"/>
                  <a:gd name="connsiteY28" fmla="*/ 3391894 h 3569527"/>
                  <a:gd name="connsiteX29" fmla="*/ 2852335 w 7389266"/>
                  <a:gd name="connsiteY29" fmla="*/ 3158807 h 3569527"/>
                  <a:gd name="connsiteX30" fmla="*/ 2434370 w 7389266"/>
                  <a:gd name="connsiteY30" fmla="*/ 2925719 h 3569527"/>
                  <a:gd name="connsiteX31" fmla="*/ 2281652 w 7389266"/>
                  <a:gd name="connsiteY31" fmla="*/ 2732819 h 3569527"/>
                  <a:gd name="connsiteX32" fmla="*/ 2008367 w 7389266"/>
                  <a:gd name="connsiteY32" fmla="*/ 2491694 h 3569527"/>
                  <a:gd name="connsiteX33" fmla="*/ 1791346 w 7389266"/>
                  <a:gd name="connsiteY33" fmla="*/ 2202344 h 3569527"/>
                  <a:gd name="connsiteX34" fmla="*/ 1413570 w 7389266"/>
                  <a:gd name="connsiteY34" fmla="*/ 2065706 h 3569527"/>
                  <a:gd name="connsiteX35" fmla="*/ 770546 w 7389266"/>
                  <a:gd name="connsiteY35" fmla="*/ 2057669 h 3569527"/>
                  <a:gd name="connsiteX36" fmla="*/ 352580 w 7389266"/>
                  <a:gd name="connsiteY36" fmla="*/ 1985331 h 3569527"/>
                  <a:gd name="connsiteX37" fmla="*/ 127522 w 7389266"/>
                  <a:gd name="connsiteY37" fmla="*/ 1872806 h 3569527"/>
                  <a:gd name="connsiteX38" fmla="*/ 63220 w 7389266"/>
                  <a:gd name="connsiteY38" fmla="*/ 1784394 h 3569527"/>
                  <a:gd name="connsiteX39" fmla="*/ 14993 w 7389266"/>
                  <a:gd name="connsiteY39" fmla="*/ 1671868 h 3569527"/>
                  <a:gd name="connsiteX40" fmla="*/ 344542 w 7389266"/>
                  <a:gd name="connsiteY40" fmla="*/ 1430743 h 3569527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614025 w 7389266"/>
                  <a:gd name="connsiteY12" fmla="*/ 297455 h 3569527"/>
                  <a:gd name="connsiteX13" fmla="*/ 7007877 w 7389266"/>
                  <a:gd name="connsiteY13" fmla="*/ 490355 h 3569527"/>
                  <a:gd name="connsiteX14" fmla="*/ 7305276 w 7389266"/>
                  <a:gd name="connsiteY14" fmla="*/ 651106 h 3569527"/>
                  <a:gd name="connsiteX15" fmla="*/ 7297238 w 7389266"/>
                  <a:gd name="connsiteY15" fmla="*/ 996718 h 3569527"/>
                  <a:gd name="connsiteX16" fmla="*/ 7385654 w 7389266"/>
                  <a:gd name="connsiteY16" fmla="*/ 1406631 h 3569527"/>
                  <a:gd name="connsiteX17" fmla="*/ 7369578 w 7389266"/>
                  <a:gd name="connsiteY17" fmla="*/ 2105894 h 3569527"/>
                  <a:gd name="connsiteX18" fmla="*/ 7345465 w 7389266"/>
                  <a:gd name="connsiteY18" fmla="*/ 2604219 h 3569527"/>
                  <a:gd name="connsiteX19" fmla="*/ 7216860 w 7389266"/>
                  <a:gd name="connsiteY19" fmla="*/ 3086469 h 3569527"/>
                  <a:gd name="connsiteX20" fmla="*/ 6895348 w 7389266"/>
                  <a:gd name="connsiteY20" fmla="*/ 3223107 h 3569527"/>
                  <a:gd name="connsiteX21" fmla="*/ 6678327 w 7389266"/>
                  <a:gd name="connsiteY21" fmla="*/ 3359744 h 3569527"/>
                  <a:gd name="connsiteX22" fmla="*/ 6340740 w 7389266"/>
                  <a:gd name="connsiteY22" fmla="*/ 3279369 h 3569527"/>
                  <a:gd name="connsiteX23" fmla="*/ 6043341 w 7389266"/>
                  <a:gd name="connsiteY23" fmla="*/ 3303482 h 3569527"/>
                  <a:gd name="connsiteX24" fmla="*/ 5734628 w 7389266"/>
                  <a:gd name="connsiteY24" fmla="*/ 3246548 h 3569527"/>
                  <a:gd name="connsiteX25" fmla="*/ 5399565 w 7389266"/>
                  <a:gd name="connsiteY25" fmla="*/ 3448710 h 3569527"/>
                  <a:gd name="connsiteX26" fmla="*/ 4725142 w 7389266"/>
                  <a:gd name="connsiteY26" fmla="*/ 3568719 h 3569527"/>
                  <a:gd name="connsiteX27" fmla="*/ 3511435 w 7389266"/>
                  <a:gd name="connsiteY27" fmla="*/ 3391894 h 3569527"/>
                  <a:gd name="connsiteX28" fmla="*/ 2852335 w 7389266"/>
                  <a:gd name="connsiteY28" fmla="*/ 3158807 h 3569527"/>
                  <a:gd name="connsiteX29" fmla="*/ 2434370 w 7389266"/>
                  <a:gd name="connsiteY29" fmla="*/ 2925719 h 3569527"/>
                  <a:gd name="connsiteX30" fmla="*/ 2281652 w 7389266"/>
                  <a:gd name="connsiteY30" fmla="*/ 2732819 h 3569527"/>
                  <a:gd name="connsiteX31" fmla="*/ 2008367 w 7389266"/>
                  <a:gd name="connsiteY31" fmla="*/ 2491694 h 3569527"/>
                  <a:gd name="connsiteX32" fmla="*/ 1791346 w 7389266"/>
                  <a:gd name="connsiteY32" fmla="*/ 2202344 h 3569527"/>
                  <a:gd name="connsiteX33" fmla="*/ 1413570 w 7389266"/>
                  <a:gd name="connsiteY33" fmla="*/ 2065706 h 3569527"/>
                  <a:gd name="connsiteX34" fmla="*/ 770546 w 7389266"/>
                  <a:gd name="connsiteY34" fmla="*/ 2057669 h 3569527"/>
                  <a:gd name="connsiteX35" fmla="*/ 352580 w 7389266"/>
                  <a:gd name="connsiteY35" fmla="*/ 1985331 h 3569527"/>
                  <a:gd name="connsiteX36" fmla="*/ 127522 w 7389266"/>
                  <a:gd name="connsiteY36" fmla="*/ 1872806 h 3569527"/>
                  <a:gd name="connsiteX37" fmla="*/ 63220 w 7389266"/>
                  <a:gd name="connsiteY37" fmla="*/ 1784394 h 3569527"/>
                  <a:gd name="connsiteX38" fmla="*/ 14993 w 7389266"/>
                  <a:gd name="connsiteY38" fmla="*/ 1671868 h 3569527"/>
                  <a:gd name="connsiteX39" fmla="*/ 344542 w 7389266"/>
                  <a:gd name="connsiteY39" fmla="*/ 1430743 h 3569527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216860 w 7389266"/>
                  <a:gd name="connsiteY19" fmla="*/ 3086469 h 3569344"/>
                  <a:gd name="connsiteX20" fmla="*/ 6895348 w 7389266"/>
                  <a:gd name="connsiteY20" fmla="*/ 3223107 h 3569344"/>
                  <a:gd name="connsiteX21" fmla="*/ 6678327 w 7389266"/>
                  <a:gd name="connsiteY21" fmla="*/ 3359744 h 3569344"/>
                  <a:gd name="connsiteX22" fmla="*/ 6340740 w 7389266"/>
                  <a:gd name="connsiteY22" fmla="*/ 3279369 h 3569344"/>
                  <a:gd name="connsiteX23" fmla="*/ 6043341 w 7389266"/>
                  <a:gd name="connsiteY23" fmla="*/ 3303482 h 3569344"/>
                  <a:gd name="connsiteX24" fmla="*/ 5834631 w 7389266"/>
                  <a:gd name="connsiteY24" fmla="*/ 3396559 h 3569344"/>
                  <a:gd name="connsiteX25" fmla="*/ 5399565 w 7389266"/>
                  <a:gd name="connsiteY25" fmla="*/ 3448710 h 3569344"/>
                  <a:gd name="connsiteX26" fmla="*/ 4725142 w 7389266"/>
                  <a:gd name="connsiteY26" fmla="*/ 3568719 h 3569344"/>
                  <a:gd name="connsiteX27" fmla="*/ 3511435 w 7389266"/>
                  <a:gd name="connsiteY27" fmla="*/ 3391894 h 3569344"/>
                  <a:gd name="connsiteX28" fmla="*/ 2852335 w 7389266"/>
                  <a:gd name="connsiteY28" fmla="*/ 3158807 h 3569344"/>
                  <a:gd name="connsiteX29" fmla="*/ 2434370 w 7389266"/>
                  <a:gd name="connsiteY29" fmla="*/ 2925719 h 3569344"/>
                  <a:gd name="connsiteX30" fmla="*/ 2281652 w 7389266"/>
                  <a:gd name="connsiteY30" fmla="*/ 2732819 h 3569344"/>
                  <a:gd name="connsiteX31" fmla="*/ 2008367 w 7389266"/>
                  <a:gd name="connsiteY31" fmla="*/ 2491694 h 3569344"/>
                  <a:gd name="connsiteX32" fmla="*/ 1791346 w 7389266"/>
                  <a:gd name="connsiteY32" fmla="*/ 2202344 h 3569344"/>
                  <a:gd name="connsiteX33" fmla="*/ 1413570 w 7389266"/>
                  <a:gd name="connsiteY33" fmla="*/ 2065706 h 3569344"/>
                  <a:gd name="connsiteX34" fmla="*/ 770546 w 7389266"/>
                  <a:gd name="connsiteY34" fmla="*/ 2057669 h 3569344"/>
                  <a:gd name="connsiteX35" fmla="*/ 352580 w 7389266"/>
                  <a:gd name="connsiteY35" fmla="*/ 1985331 h 3569344"/>
                  <a:gd name="connsiteX36" fmla="*/ 127522 w 7389266"/>
                  <a:gd name="connsiteY36" fmla="*/ 1872806 h 3569344"/>
                  <a:gd name="connsiteX37" fmla="*/ 63220 w 7389266"/>
                  <a:gd name="connsiteY37" fmla="*/ 1784394 h 3569344"/>
                  <a:gd name="connsiteX38" fmla="*/ 14993 w 7389266"/>
                  <a:gd name="connsiteY38" fmla="*/ 1671868 h 3569344"/>
                  <a:gd name="connsiteX39" fmla="*/ 344542 w 7389266"/>
                  <a:gd name="connsiteY39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216860 w 7389266"/>
                  <a:gd name="connsiteY19" fmla="*/ 3086469 h 3569344"/>
                  <a:gd name="connsiteX20" fmla="*/ 6895348 w 7389266"/>
                  <a:gd name="connsiteY20" fmla="*/ 3223107 h 3569344"/>
                  <a:gd name="connsiteX21" fmla="*/ 6340740 w 7389266"/>
                  <a:gd name="connsiteY21" fmla="*/ 3279369 h 3569344"/>
                  <a:gd name="connsiteX22" fmla="*/ 6043341 w 7389266"/>
                  <a:gd name="connsiteY22" fmla="*/ 3303482 h 3569344"/>
                  <a:gd name="connsiteX23" fmla="*/ 5834631 w 7389266"/>
                  <a:gd name="connsiteY23" fmla="*/ 3396559 h 3569344"/>
                  <a:gd name="connsiteX24" fmla="*/ 5399565 w 7389266"/>
                  <a:gd name="connsiteY24" fmla="*/ 3448710 h 3569344"/>
                  <a:gd name="connsiteX25" fmla="*/ 4725142 w 7389266"/>
                  <a:gd name="connsiteY25" fmla="*/ 3568719 h 3569344"/>
                  <a:gd name="connsiteX26" fmla="*/ 3511435 w 7389266"/>
                  <a:gd name="connsiteY26" fmla="*/ 3391894 h 3569344"/>
                  <a:gd name="connsiteX27" fmla="*/ 2852335 w 7389266"/>
                  <a:gd name="connsiteY27" fmla="*/ 3158807 h 3569344"/>
                  <a:gd name="connsiteX28" fmla="*/ 2434370 w 7389266"/>
                  <a:gd name="connsiteY28" fmla="*/ 2925719 h 3569344"/>
                  <a:gd name="connsiteX29" fmla="*/ 2281652 w 7389266"/>
                  <a:gd name="connsiteY29" fmla="*/ 2732819 h 3569344"/>
                  <a:gd name="connsiteX30" fmla="*/ 2008367 w 7389266"/>
                  <a:gd name="connsiteY30" fmla="*/ 2491694 h 3569344"/>
                  <a:gd name="connsiteX31" fmla="*/ 1791346 w 7389266"/>
                  <a:gd name="connsiteY31" fmla="*/ 2202344 h 3569344"/>
                  <a:gd name="connsiteX32" fmla="*/ 1413570 w 7389266"/>
                  <a:gd name="connsiteY32" fmla="*/ 2065706 h 3569344"/>
                  <a:gd name="connsiteX33" fmla="*/ 770546 w 7389266"/>
                  <a:gd name="connsiteY33" fmla="*/ 2057669 h 3569344"/>
                  <a:gd name="connsiteX34" fmla="*/ 352580 w 7389266"/>
                  <a:gd name="connsiteY34" fmla="*/ 1985331 h 3569344"/>
                  <a:gd name="connsiteX35" fmla="*/ 127522 w 7389266"/>
                  <a:gd name="connsiteY35" fmla="*/ 1872806 h 3569344"/>
                  <a:gd name="connsiteX36" fmla="*/ 63220 w 7389266"/>
                  <a:gd name="connsiteY36" fmla="*/ 1784394 h 3569344"/>
                  <a:gd name="connsiteX37" fmla="*/ 14993 w 7389266"/>
                  <a:gd name="connsiteY37" fmla="*/ 1671868 h 3569344"/>
                  <a:gd name="connsiteX38" fmla="*/ 344542 w 7389266"/>
                  <a:gd name="connsiteY38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196859 w 7389266"/>
                  <a:gd name="connsiteY19" fmla="*/ 2976461 h 3569344"/>
                  <a:gd name="connsiteX20" fmla="*/ 6895348 w 7389266"/>
                  <a:gd name="connsiteY20" fmla="*/ 3223107 h 3569344"/>
                  <a:gd name="connsiteX21" fmla="*/ 6340740 w 7389266"/>
                  <a:gd name="connsiteY21" fmla="*/ 3279369 h 3569344"/>
                  <a:gd name="connsiteX22" fmla="*/ 6043341 w 7389266"/>
                  <a:gd name="connsiteY22" fmla="*/ 3303482 h 3569344"/>
                  <a:gd name="connsiteX23" fmla="*/ 5834631 w 7389266"/>
                  <a:gd name="connsiteY23" fmla="*/ 3396559 h 3569344"/>
                  <a:gd name="connsiteX24" fmla="*/ 5399565 w 7389266"/>
                  <a:gd name="connsiteY24" fmla="*/ 3448710 h 3569344"/>
                  <a:gd name="connsiteX25" fmla="*/ 4725142 w 7389266"/>
                  <a:gd name="connsiteY25" fmla="*/ 3568719 h 3569344"/>
                  <a:gd name="connsiteX26" fmla="*/ 3511435 w 7389266"/>
                  <a:gd name="connsiteY26" fmla="*/ 3391894 h 3569344"/>
                  <a:gd name="connsiteX27" fmla="*/ 2852335 w 7389266"/>
                  <a:gd name="connsiteY27" fmla="*/ 3158807 h 3569344"/>
                  <a:gd name="connsiteX28" fmla="*/ 2434370 w 7389266"/>
                  <a:gd name="connsiteY28" fmla="*/ 2925719 h 3569344"/>
                  <a:gd name="connsiteX29" fmla="*/ 2281652 w 7389266"/>
                  <a:gd name="connsiteY29" fmla="*/ 2732819 h 3569344"/>
                  <a:gd name="connsiteX30" fmla="*/ 2008367 w 7389266"/>
                  <a:gd name="connsiteY30" fmla="*/ 2491694 h 3569344"/>
                  <a:gd name="connsiteX31" fmla="*/ 1791346 w 7389266"/>
                  <a:gd name="connsiteY31" fmla="*/ 2202344 h 3569344"/>
                  <a:gd name="connsiteX32" fmla="*/ 1413570 w 7389266"/>
                  <a:gd name="connsiteY32" fmla="*/ 2065706 h 3569344"/>
                  <a:gd name="connsiteX33" fmla="*/ 770546 w 7389266"/>
                  <a:gd name="connsiteY33" fmla="*/ 2057669 h 3569344"/>
                  <a:gd name="connsiteX34" fmla="*/ 352580 w 7389266"/>
                  <a:gd name="connsiteY34" fmla="*/ 1985331 h 3569344"/>
                  <a:gd name="connsiteX35" fmla="*/ 127522 w 7389266"/>
                  <a:gd name="connsiteY35" fmla="*/ 1872806 h 3569344"/>
                  <a:gd name="connsiteX36" fmla="*/ 63220 w 7389266"/>
                  <a:gd name="connsiteY36" fmla="*/ 1784394 h 3569344"/>
                  <a:gd name="connsiteX37" fmla="*/ 14993 w 7389266"/>
                  <a:gd name="connsiteY37" fmla="*/ 1671868 h 3569344"/>
                  <a:gd name="connsiteX38" fmla="*/ 344542 w 7389266"/>
                  <a:gd name="connsiteY38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297238 w 7389266"/>
                  <a:gd name="connsiteY14" fmla="*/ 996718 h 3569344"/>
                  <a:gd name="connsiteX15" fmla="*/ 7385654 w 7389266"/>
                  <a:gd name="connsiteY15" fmla="*/ 1406631 h 3569344"/>
                  <a:gd name="connsiteX16" fmla="*/ 7369578 w 7389266"/>
                  <a:gd name="connsiteY16" fmla="*/ 2105894 h 3569344"/>
                  <a:gd name="connsiteX17" fmla="*/ 7345465 w 7389266"/>
                  <a:gd name="connsiteY17" fmla="*/ 2604219 h 3569344"/>
                  <a:gd name="connsiteX18" fmla="*/ 7196859 w 7389266"/>
                  <a:gd name="connsiteY18" fmla="*/ 2976461 h 3569344"/>
                  <a:gd name="connsiteX19" fmla="*/ 6895348 w 7389266"/>
                  <a:gd name="connsiteY19" fmla="*/ 3223107 h 3569344"/>
                  <a:gd name="connsiteX20" fmla="*/ 6340740 w 7389266"/>
                  <a:gd name="connsiteY20" fmla="*/ 3279369 h 3569344"/>
                  <a:gd name="connsiteX21" fmla="*/ 6043341 w 7389266"/>
                  <a:gd name="connsiteY21" fmla="*/ 3303482 h 3569344"/>
                  <a:gd name="connsiteX22" fmla="*/ 5834631 w 7389266"/>
                  <a:gd name="connsiteY22" fmla="*/ 3396559 h 3569344"/>
                  <a:gd name="connsiteX23" fmla="*/ 5399565 w 7389266"/>
                  <a:gd name="connsiteY23" fmla="*/ 3448710 h 3569344"/>
                  <a:gd name="connsiteX24" fmla="*/ 4725142 w 7389266"/>
                  <a:gd name="connsiteY24" fmla="*/ 3568719 h 3569344"/>
                  <a:gd name="connsiteX25" fmla="*/ 3511435 w 7389266"/>
                  <a:gd name="connsiteY25" fmla="*/ 3391894 h 3569344"/>
                  <a:gd name="connsiteX26" fmla="*/ 2852335 w 7389266"/>
                  <a:gd name="connsiteY26" fmla="*/ 3158807 h 3569344"/>
                  <a:gd name="connsiteX27" fmla="*/ 2434370 w 7389266"/>
                  <a:gd name="connsiteY27" fmla="*/ 2925719 h 3569344"/>
                  <a:gd name="connsiteX28" fmla="*/ 2281652 w 7389266"/>
                  <a:gd name="connsiteY28" fmla="*/ 2732819 h 3569344"/>
                  <a:gd name="connsiteX29" fmla="*/ 2008367 w 7389266"/>
                  <a:gd name="connsiteY29" fmla="*/ 2491694 h 3569344"/>
                  <a:gd name="connsiteX30" fmla="*/ 1791346 w 7389266"/>
                  <a:gd name="connsiteY30" fmla="*/ 2202344 h 3569344"/>
                  <a:gd name="connsiteX31" fmla="*/ 1413570 w 7389266"/>
                  <a:gd name="connsiteY31" fmla="*/ 2065706 h 3569344"/>
                  <a:gd name="connsiteX32" fmla="*/ 770546 w 7389266"/>
                  <a:gd name="connsiteY32" fmla="*/ 2057669 h 3569344"/>
                  <a:gd name="connsiteX33" fmla="*/ 352580 w 7389266"/>
                  <a:gd name="connsiteY33" fmla="*/ 1985331 h 3569344"/>
                  <a:gd name="connsiteX34" fmla="*/ 127522 w 7389266"/>
                  <a:gd name="connsiteY34" fmla="*/ 1872806 h 3569344"/>
                  <a:gd name="connsiteX35" fmla="*/ 63220 w 7389266"/>
                  <a:gd name="connsiteY35" fmla="*/ 1784394 h 3569344"/>
                  <a:gd name="connsiteX36" fmla="*/ 14993 w 7389266"/>
                  <a:gd name="connsiteY36" fmla="*/ 1671868 h 3569344"/>
                  <a:gd name="connsiteX37" fmla="*/ 344542 w 7389266"/>
                  <a:gd name="connsiteY37" fmla="*/ 1430743 h 3569344"/>
                  <a:gd name="connsiteX0" fmla="*/ 256127 w 7493711"/>
                  <a:gd name="connsiteY0" fmla="*/ 1495043 h 3569344"/>
                  <a:gd name="connsiteX1" fmla="*/ 529412 w 7493711"/>
                  <a:gd name="connsiteY1" fmla="*/ 1342331 h 3569344"/>
                  <a:gd name="connsiteX2" fmla="*/ 1011680 w 7493711"/>
                  <a:gd name="connsiteY2" fmla="*/ 1374481 h 3569344"/>
                  <a:gd name="connsiteX3" fmla="*/ 1887800 w 7493711"/>
                  <a:gd name="connsiteY3" fmla="*/ 1213731 h 3569344"/>
                  <a:gd name="connsiteX4" fmla="*/ 2036740 w 7493711"/>
                  <a:gd name="connsiteY4" fmla="*/ 1046919 h 3569344"/>
                  <a:gd name="connsiteX5" fmla="*/ 2266412 w 7493711"/>
                  <a:gd name="connsiteY5" fmla="*/ 935433 h 3569344"/>
                  <a:gd name="connsiteX6" fmla="*/ 2233267 w 7493711"/>
                  <a:gd name="connsiteY6" fmla="*/ 798638 h 3569344"/>
                  <a:gd name="connsiteX7" fmla="*/ 2940751 w 7493711"/>
                  <a:gd name="connsiteY7" fmla="*/ 369793 h 3569344"/>
                  <a:gd name="connsiteX8" fmla="*/ 4033892 w 7493711"/>
                  <a:gd name="connsiteY8" fmla="*/ 64368 h 3569344"/>
                  <a:gd name="connsiteX9" fmla="*/ 4910012 w 7493711"/>
                  <a:gd name="connsiteY9" fmla="*/ 32218 h 3569344"/>
                  <a:gd name="connsiteX10" fmla="*/ 5416393 w 7493711"/>
                  <a:gd name="connsiteY10" fmla="*/ 8105 h 3569344"/>
                  <a:gd name="connsiteX11" fmla="*/ 5911082 w 7493711"/>
                  <a:gd name="connsiteY11" fmla="*/ 184192 h 3569344"/>
                  <a:gd name="connsiteX12" fmla="*/ 6614025 w 7493711"/>
                  <a:gd name="connsiteY12" fmla="*/ 297455 h 3569344"/>
                  <a:gd name="connsiteX13" fmla="*/ 7007877 w 7493711"/>
                  <a:gd name="connsiteY13" fmla="*/ 490355 h 3569344"/>
                  <a:gd name="connsiteX14" fmla="*/ 7477243 w 7493711"/>
                  <a:gd name="connsiteY14" fmla="*/ 996718 h 3569344"/>
                  <a:gd name="connsiteX15" fmla="*/ 7385654 w 7493711"/>
                  <a:gd name="connsiteY15" fmla="*/ 1406631 h 3569344"/>
                  <a:gd name="connsiteX16" fmla="*/ 7369578 w 7493711"/>
                  <a:gd name="connsiteY16" fmla="*/ 2105894 h 3569344"/>
                  <a:gd name="connsiteX17" fmla="*/ 7345465 w 7493711"/>
                  <a:gd name="connsiteY17" fmla="*/ 2604219 h 3569344"/>
                  <a:gd name="connsiteX18" fmla="*/ 7196859 w 7493711"/>
                  <a:gd name="connsiteY18" fmla="*/ 2976461 h 3569344"/>
                  <a:gd name="connsiteX19" fmla="*/ 6895348 w 7493711"/>
                  <a:gd name="connsiteY19" fmla="*/ 3223107 h 3569344"/>
                  <a:gd name="connsiteX20" fmla="*/ 6340740 w 7493711"/>
                  <a:gd name="connsiteY20" fmla="*/ 3279369 h 3569344"/>
                  <a:gd name="connsiteX21" fmla="*/ 6043341 w 7493711"/>
                  <a:gd name="connsiteY21" fmla="*/ 3303482 h 3569344"/>
                  <a:gd name="connsiteX22" fmla="*/ 5834631 w 7493711"/>
                  <a:gd name="connsiteY22" fmla="*/ 3396559 h 3569344"/>
                  <a:gd name="connsiteX23" fmla="*/ 5399565 w 7493711"/>
                  <a:gd name="connsiteY23" fmla="*/ 3448710 h 3569344"/>
                  <a:gd name="connsiteX24" fmla="*/ 4725142 w 7493711"/>
                  <a:gd name="connsiteY24" fmla="*/ 3568719 h 3569344"/>
                  <a:gd name="connsiteX25" fmla="*/ 3511435 w 7493711"/>
                  <a:gd name="connsiteY25" fmla="*/ 3391894 h 3569344"/>
                  <a:gd name="connsiteX26" fmla="*/ 2852335 w 7493711"/>
                  <a:gd name="connsiteY26" fmla="*/ 3158807 h 3569344"/>
                  <a:gd name="connsiteX27" fmla="*/ 2434370 w 7493711"/>
                  <a:gd name="connsiteY27" fmla="*/ 2925719 h 3569344"/>
                  <a:gd name="connsiteX28" fmla="*/ 2281652 w 7493711"/>
                  <a:gd name="connsiteY28" fmla="*/ 2732819 h 3569344"/>
                  <a:gd name="connsiteX29" fmla="*/ 2008367 w 7493711"/>
                  <a:gd name="connsiteY29" fmla="*/ 2491694 h 3569344"/>
                  <a:gd name="connsiteX30" fmla="*/ 1791346 w 7493711"/>
                  <a:gd name="connsiteY30" fmla="*/ 2202344 h 3569344"/>
                  <a:gd name="connsiteX31" fmla="*/ 1413570 w 7493711"/>
                  <a:gd name="connsiteY31" fmla="*/ 2065706 h 3569344"/>
                  <a:gd name="connsiteX32" fmla="*/ 770546 w 7493711"/>
                  <a:gd name="connsiteY32" fmla="*/ 2057669 h 3569344"/>
                  <a:gd name="connsiteX33" fmla="*/ 352580 w 7493711"/>
                  <a:gd name="connsiteY33" fmla="*/ 1985331 h 3569344"/>
                  <a:gd name="connsiteX34" fmla="*/ 127522 w 7493711"/>
                  <a:gd name="connsiteY34" fmla="*/ 1872806 h 3569344"/>
                  <a:gd name="connsiteX35" fmla="*/ 63220 w 7493711"/>
                  <a:gd name="connsiteY35" fmla="*/ 1784394 h 3569344"/>
                  <a:gd name="connsiteX36" fmla="*/ 14993 w 7493711"/>
                  <a:gd name="connsiteY36" fmla="*/ 1671868 h 3569344"/>
                  <a:gd name="connsiteX37" fmla="*/ 344542 w 7493711"/>
                  <a:gd name="connsiteY37" fmla="*/ 1430743 h 3569344"/>
                  <a:gd name="connsiteX0" fmla="*/ 256127 w 7479876"/>
                  <a:gd name="connsiteY0" fmla="*/ 1495043 h 3569344"/>
                  <a:gd name="connsiteX1" fmla="*/ 529412 w 7479876"/>
                  <a:gd name="connsiteY1" fmla="*/ 1342331 h 3569344"/>
                  <a:gd name="connsiteX2" fmla="*/ 1011680 w 7479876"/>
                  <a:gd name="connsiteY2" fmla="*/ 1374481 h 3569344"/>
                  <a:gd name="connsiteX3" fmla="*/ 1887800 w 7479876"/>
                  <a:gd name="connsiteY3" fmla="*/ 1213731 h 3569344"/>
                  <a:gd name="connsiteX4" fmla="*/ 2036740 w 7479876"/>
                  <a:gd name="connsiteY4" fmla="*/ 1046919 h 3569344"/>
                  <a:gd name="connsiteX5" fmla="*/ 2266412 w 7479876"/>
                  <a:gd name="connsiteY5" fmla="*/ 935433 h 3569344"/>
                  <a:gd name="connsiteX6" fmla="*/ 2233267 w 7479876"/>
                  <a:gd name="connsiteY6" fmla="*/ 798638 h 3569344"/>
                  <a:gd name="connsiteX7" fmla="*/ 2940751 w 7479876"/>
                  <a:gd name="connsiteY7" fmla="*/ 369793 h 3569344"/>
                  <a:gd name="connsiteX8" fmla="*/ 4033892 w 7479876"/>
                  <a:gd name="connsiteY8" fmla="*/ 64368 h 3569344"/>
                  <a:gd name="connsiteX9" fmla="*/ 4910012 w 7479876"/>
                  <a:gd name="connsiteY9" fmla="*/ 32218 h 3569344"/>
                  <a:gd name="connsiteX10" fmla="*/ 5416393 w 7479876"/>
                  <a:gd name="connsiteY10" fmla="*/ 8105 h 3569344"/>
                  <a:gd name="connsiteX11" fmla="*/ 5911082 w 7479876"/>
                  <a:gd name="connsiteY11" fmla="*/ 184192 h 3569344"/>
                  <a:gd name="connsiteX12" fmla="*/ 6614025 w 7479876"/>
                  <a:gd name="connsiteY12" fmla="*/ 297455 h 3569344"/>
                  <a:gd name="connsiteX13" fmla="*/ 7007877 w 7479876"/>
                  <a:gd name="connsiteY13" fmla="*/ 490355 h 3569344"/>
                  <a:gd name="connsiteX14" fmla="*/ 7269583 w 7479876"/>
                  <a:gd name="connsiteY14" fmla="*/ 547038 h 3569344"/>
                  <a:gd name="connsiteX15" fmla="*/ 7477243 w 7479876"/>
                  <a:gd name="connsiteY15" fmla="*/ 996718 h 3569344"/>
                  <a:gd name="connsiteX16" fmla="*/ 7385654 w 7479876"/>
                  <a:gd name="connsiteY16" fmla="*/ 1406631 h 3569344"/>
                  <a:gd name="connsiteX17" fmla="*/ 7369578 w 7479876"/>
                  <a:gd name="connsiteY17" fmla="*/ 2105894 h 3569344"/>
                  <a:gd name="connsiteX18" fmla="*/ 7345465 w 7479876"/>
                  <a:gd name="connsiteY18" fmla="*/ 2604219 h 3569344"/>
                  <a:gd name="connsiteX19" fmla="*/ 7196859 w 7479876"/>
                  <a:gd name="connsiteY19" fmla="*/ 2976461 h 3569344"/>
                  <a:gd name="connsiteX20" fmla="*/ 6895348 w 7479876"/>
                  <a:gd name="connsiteY20" fmla="*/ 3223107 h 3569344"/>
                  <a:gd name="connsiteX21" fmla="*/ 6340740 w 7479876"/>
                  <a:gd name="connsiteY21" fmla="*/ 3279369 h 3569344"/>
                  <a:gd name="connsiteX22" fmla="*/ 6043341 w 7479876"/>
                  <a:gd name="connsiteY22" fmla="*/ 3303482 h 3569344"/>
                  <a:gd name="connsiteX23" fmla="*/ 5834631 w 7479876"/>
                  <a:gd name="connsiteY23" fmla="*/ 3396559 h 3569344"/>
                  <a:gd name="connsiteX24" fmla="*/ 5399565 w 7479876"/>
                  <a:gd name="connsiteY24" fmla="*/ 3448710 h 3569344"/>
                  <a:gd name="connsiteX25" fmla="*/ 4725142 w 7479876"/>
                  <a:gd name="connsiteY25" fmla="*/ 3568719 h 3569344"/>
                  <a:gd name="connsiteX26" fmla="*/ 3511435 w 7479876"/>
                  <a:gd name="connsiteY26" fmla="*/ 3391894 h 3569344"/>
                  <a:gd name="connsiteX27" fmla="*/ 2852335 w 7479876"/>
                  <a:gd name="connsiteY27" fmla="*/ 3158807 h 3569344"/>
                  <a:gd name="connsiteX28" fmla="*/ 2434370 w 7479876"/>
                  <a:gd name="connsiteY28" fmla="*/ 2925719 h 3569344"/>
                  <a:gd name="connsiteX29" fmla="*/ 2281652 w 7479876"/>
                  <a:gd name="connsiteY29" fmla="*/ 2732819 h 3569344"/>
                  <a:gd name="connsiteX30" fmla="*/ 2008367 w 7479876"/>
                  <a:gd name="connsiteY30" fmla="*/ 2491694 h 3569344"/>
                  <a:gd name="connsiteX31" fmla="*/ 1791346 w 7479876"/>
                  <a:gd name="connsiteY31" fmla="*/ 2202344 h 3569344"/>
                  <a:gd name="connsiteX32" fmla="*/ 1413570 w 7479876"/>
                  <a:gd name="connsiteY32" fmla="*/ 2065706 h 3569344"/>
                  <a:gd name="connsiteX33" fmla="*/ 770546 w 7479876"/>
                  <a:gd name="connsiteY33" fmla="*/ 2057669 h 3569344"/>
                  <a:gd name="connsiteX34" fmla="*/ 352580 w 7479876"/>
                  <a:gd name="connsiteY34" fmla="*/ 1985331 h 3569344"/>
                  <a:gd name="connsiteX35" fmla="*/ 127522 w 7479876"/>
                  <a:gd name="connsiteY35" fmla="*/ 1872806 h 3569344"/>
                  <a:gd name="connsiteX36" fmla="*/ 63220 w 7479876"/>
                  <a:gd name="connsiteY36" fmla="*/ 1784394 h 3569344"/>
                  <a:gd name="connsiteX37" fmla="*/ 14993 w 7479876"/>
                  <a:gd name="connsiteY37" fmla="*/ 1671868 h 3569344"/>
                  <a:gd name="connsiteX38" fmla="*/ 344542 w 7479876"/>
                  <a:gd name="connsiteY38" fmla="*/ 1430743 h 3569344"/>
                  <a:gd name="connsiteX0" fmla="*/ 256127 w 7479876"/>
                  <a:gd name="connsiteY0" fmla="*/ 1495043 h 3569344"/>
                  <a:gd name="connsiteX1" fmla="*/ 529412 w 7479876"/>
                  <a:gd name="connsiteY1" fmla="*/ 1342331 h 3569344"/>
                  <a:gd name="connsiteX2" fmla="*/ 1011680 w 7479876"/>
                  <a:gd name="connsiteY2" fmla="*/ 1374481 h 3569344"/>
                  <a:gd name="connsiteX3" fmla="*/ 1887800 w 7479876"/>
                  <a:gd name="connsiteY3" fmla="*/ 1213731 h 3569344"/>
                  <a:gd name="connsiteX4" fmla="*/ 2036740 w 7479876"/>
                  <a:gd name="connsiteY4" fmla="*/ 1046919 h 3569344"/>
                  <a:gd name="connsiteX5" fmla="*/ 2266412 w 7479876"/>
                  <a:gd name="connsiteY5" fmla="*/ 935433 h 3569344"/>
                  <a:gd name="connsiteX6" fmla="*/ 2233267 w 7479876"/>
                  <a:gd name="connsiteY6" fmla="*/ 798638 h 3569344"/>
                  <a:gd name="connsiteX7" fmla="*/ 2940751 w 7479876"/>
                  <a:gd name="connsiteY7" fmla="*/ 369793 h 3569344"/>
                  <a:gd name="connsiteX8" fmla="*/ 4033892 w 7479876"/>
                  <a:gd name="connsiteY8" fmla="*/ 64368 h 3569344"/>
                  <a:gd name="connsiteX9" fmla="*/ 4910012 w 7479876"/>
                  <a:gd name="connsiteY9" fmla="*/ 32218 h 3569344"/>
                  <a:gd name="connsiteX10" fmla="*/ 5416393 w 7479876"/>
                  <a:gd name="connsiteY10" fmla="*/ 8105 h 3569344"/>
                  <a:gd name="connsiteX11" fmla="*/ 5911082 w 7479876"/>
                  <a:gd name="connsiteY11" fmla="*/ 184192 h 3569344"/>
                  <a:gd name="connsiteX12" fmla="*/ 6614025 w 7479876"/>
                  <a:gd name="connsiteY12" fmla="*/ 297455 h 3569344"/>
                  <a:gd name="connsiteX13" fmla="*/ 7269583 w 7479876"/>
                  <a:gd name="connsiteY13" fmla="*/ 547038 h 3569344"/>
                  <a:gd name="connsiteX14" fmla="*/ 7477243 w 7479876"/>
                  <a:gd name="connsiteY14" fmla="*/ 996718 h 3569344"/>
                  <a:gd name="connsiteX15" fmla="*/ 7385654 w 7479876"/>
                  <a:gd name="connsiteY15" fmla="*/ 1406631 h 3569344"/>
                  <a:gd name="connsiteX16" fmla="*/ 7369578 w 7479876"/>
                  <a:gd name="connsiteY16" fmla="*/ 2105894 h 3569344"/>
                  <a:gd name="connsiteX17" fmla="*/ 7345465 w 7479876"/>
                  <a:gd name="connsiteY17" fmla="*/ 2604219 h 3569344"/>
                  <a:gd name="connsiteX18" fmla="*/ 7196859 w 7479876"/>
                  <a:gd name="connsiteY18" fmla="*/ 2976461 h 3569344"/>
                  <a:gd name="connsiteX19" fmla="*/ 6895348 w 7479876"/>
                  <a:gd name="connsiteY19" fmla="*/ 3223107 h 3569344"/>
                  <a:gd name="connsiteX20" fmla="*/ 6340740 w 7479876"/>
                  <a:gd name="connsiteY20" fmla="*/ 3279369 h 3569344"/>
                  <a:gd name="connsiteX21" fmla="*/ 6043341 w 7479876"/>
                  <a:gd name="connsiteY21" fmla="*/ 3303482 h 3569344"/>
                  <a:gd name="connsiteX22" fmla="*/ 5834631 w 7479876"/>
                  <a:gd name="connsiteY22" fmla="*/ 3396559 h 3569344"/>
                  <a:gd name="connsiteX23" fmla="*/ 5399565 w 7479876"/>
                  <a:gd name="connsiteY23" fmla="*/ 3448710 h 3569344"/>
                  <a:gd name="connsiteX24" fmla="*/ 4725142 w 7479876"/>
                  <a:gd name="connsiteY24" fmla="*/ 3568719 h 3569344"/>
                  <a:gd name="connsiteX25" fmla="*/ 3511435 w 7479876"/>
                  <a:gd name="connsiteY25" fmla="*/ 3391894 h 3569344"/>
                  <a:gd name="connsiteX26" fmla="*/ 2852335 w 7479876"/>
                  <a:gd name="connsiteY26" fmla="*/ 3158807 h 3569344"/>
                  <a:gd name="connsiteX27" fmla="*/ 2434370 w 7479876"/>
                  <a:gd name="connsiteY27" fmla="*/ 2925719 h 3569344"/>
                  <a:gd name="connsiteX28" fmla="*/ 2281652 w 7479876"/>
                  <a:gd name="connsiteY28" fmla="*/ 2732819 h 3569344"/>
                  <a:gd name="connsiteX29" fmla="*/ 2008367 w 7479876"/>
                  <a:gd name="connsiteY29" fmla="*/ 2491694 h 3569344"/>
                  <a:gd name="connsiteX30" fmla="*/ 1791346 w 7479876"/>
                  <a:gd name="connsiteY30" fmla="*/ 2202344 h 3569344"/>
                  <a:gd name="connsiteX31" fmla="*/ 1413570 w 7479876"/>
                  <a:gd name="connsiteY31" fmla="*/ 2065706 h 3569344"/>
                  <a:gd name="connsiteX32" fmla="*/ 770546 w 7479876"/>
                  <a:gd name="connsiteY32" fmla="*/ 2057669 h 3569344"/>
                  <a:gd name="connsiteX33" fmla="*/ 352580 w 7479876"/>
                  <a:gd name="connsiteY33" fmla="*/ 1985331 h 3569344"/>
                  <a:gd name="connsiteX34" fmla="*/ 127522 w 7479876"/>
                  <a:gd name="connsiteY34" fmla="*/ 1872806 h 3569344"/>
                  <a:gd name="connsiteX35" fmla="*/ 63220 w 7479876"/>
                  <a:gd name="connsiteY35" fmla="*/ 1784394 h 3569344"/>
                  <a:gd name="connsiteX36" fmla="*/ 14993 w 7479876"/>
                  <a:gd name="connsiteY36" fmla="*/ 1671868 h 3569344"/>
                  <a:gd name="connsiteX37" fmla="*/ 344542 w 7479876"/>
                  <a:gd name="connsiteY37" fmla="*/ 1430743 h 3569344"/>
                  <a:gd name="connsiteX0" fmla="*/ 256127 w 7588411"/>
                  <a:gd name="connsiteY0" fmla="*/ 1495043 h 3569344"/>
                  <a:gd name="connsiteX1" fmla="*/ 529412 w 7588411"/>
                  <a:gd name="connsiteY1" fmla="*/ 1342331 h 3569344"/>
                  <a:gd name="connsiteX2" fmla="*/ 1011680 w 7588411"/>
                  <a:gd name="connsiteY2" fmla="*/ 1374481 h 3569344"/>
                  <a:gd name="connsiteX3" fmla="*/ 1887800 w 7588411"/>
                  <a:gd name="connsiteY3" fmla="*/ 1213731 h 3569344"/>
                  <a:gd name="connsiteX4" fmla="*/ 2036740 w 7588411"/>
                  <a:gd name="connsiteY4" fmla="*/ 1046919 h 3569344"/>
                  <a:gd name="connsiteX5" fmla="*/ 2266412 w 7588411"/>
                  <a:gd name="connsiteY5" fmla="*/ 935433 h 3569344"/>
                  <a:gd name="connsiteX6" fmla="*/ 2233267 w 7588411"/>
                  <a:gd name="connsiteY6" fmla="*/ 798638 h 3569344"/>
                  <a:gd name="connsiteX7" fmla="*/ 2940751 w 7588411"/>
                  <a:gd name="connsiteY7" fmla="*/ 369793 h 3569344"/>
                  <a:gd name="connsiteX8" fmla="*/ 4033892 w 7588411"/>
                  <a:gd name="connsiteY8" fmla="*/ 64368 h 3569344"/>
                  <a:gd name="connsiteX9" fmla="*/ 4910012 w 7588411"/>
                  <a:gd name="connsiteY9" fmla="*/ 32218 h 3569344"/>
                  <a:gd name="connsiteX10" fmla="*/ 5416393 w 7588411"/>
                  <a:gd name="connsiteY10" fmla="*/ 8105 h 3569344"/>
                  <a:gd name="connsiteX11" fmla="*/ 5911082 w 7588411"/>
                  <a:gd name="connsiteY11" fmla="*/ 184192 h 3569344"/>
                  <a:gd name="connsiteX12" fmla="*/ 6614025 w 7588411"/>
                  <a:gd name="connsiteY12" fmla="*/ 297455 h 3569344"/>
                  <a:gd name="connsiteX13" fmla="*/ 7269583 w 7588411"/>
                  <a:gd name="connsiteY13" fmla="*/ 547038 h 3569344"/>
                  <a:gd name="connsiteX14" fmla="*/ 7477243 w 7588411"/>
                  <a:gd name="connsiteY14" fmla="*/ 996718 h 3569344"/>
                  <a:gd name="connsiteX15" fmla="*/ 7585659 w 7588411"/>
                  <a:gd name="connsiteY15" fmla="*/ 1476636 h 3569344"/>
                  <a:gd name="connsiteX16" fmla="*/ 7369578 w 7588411"/>
                  <a:gd name="connsiteY16" fmla="*/ 2105894 h 3569344"/>
                  <a:gd name="connsiteX17" fmla="*/ 7345465 w 7588411"/>
                  <a:gd name="connsiteY17" fmla="*/ 2604219 h 3569344"/>
                  <a:gd name="connsiteX18" fmla="*/ 7196859 w 7588411"/>
                  <a:gd name="connsiteY18" fmla="*/ 2976461 h 3569344"/>
                  <a:gd name="connsiteX19" fmla="*/ 6895348 w 7588411"/>
                  <a:gd name="connsiteY19" fmla="*/ 3223107 h 3569344"/>
                  <a:gd name="connsiteX20" fmla="*/ 6340740 w 7588411"/>
                  <a:gd name="connsiteY20" fmla="*/ 3279369 h 3569344"/>
                  <a:gd name="connsiteX21" fmla="*/ 6043341 w 7588411"/>
                  <a:gd name="connsiteY21" fmla="*/ 3303482 h 3569344"/>
                  <a:gd name="connsiteX22" fmla="*/ 5834631 w 7588411"/>
                  <a:gd name="connsiteY22" fmla="*/ 3396559 h 3569344"/>
                  <a:gd name="connsiteX23" fmla="*/ 5399565 w 7588411"/>
                  <a:gd name="connsiteY23" fmla="*/ 3448710 h 3569344"/>
                  <a:gd name="connsiteX24" fmla="*/ 4725142 w 7588411"/>
                  <a:gd name="connsiteY24" fmla="*/ 3568719 h 3569344"/>
                  <a:gd name="connsiteX25" fmla="*/ 3511435 w 7588411"/>
                  <a:gd name="connsiteY25" fmla="*/ 3391894 h 3569344"/>
                  <a:gd name="connsiteX26" fmla="*/ 2852335 w 7588411"/>
                  <a:gd name="connsiteY26" fmla="*/ 3158807 h 3569344"/>
                  <a:gd name="connsiteX27" fmla="*/ 2434370 w 7588411"/>
                  <a:gd name="connsiteY27" fmla="*/ 2925719 h 3569344"/>
                  <a:gd name="connsiteX28" fmla="*/ 2281652 w 7588411"/>
                  <a:gd name="connsiteY28" fmla="*/ 2732819 h 3569344"/>
                  <a:gd name="connsiteX29" fmla="*/ 2008367 w 7588411"/>
                  <a:gd name="connsiteY29" fmla="*/ 2491694 h 3569344"/>
                  <a:gd name="connsiteX30" fmla="*/ 1791346 w 7588411"/>
                  <a:gd name="connsiteY30" fmla="*/ 2202344 h 3569344"/>
                  <a:gd name="connsiteX31" fmla="*/ 1413570 w 7588411"/>
                  <a:gd name="connsiteY31" fmla="*/ 2065706 h 3569344"/>
                  <a:gd name="connsiteX32" fmla="*/ 770546 w 7588411"/>
                  <a:gd name="connsiteY32" fmla="*/ 2057669 h 3569344"/>
                  <a:gd name="connsiteX33" fmla="*/ 352580 w 7588411"/>
                  <a:gd name="connsiteY33" fmla="*/ 1985331 h 3569344"/>
                  <a:gd name="connsiteX34" fmla="*/ 127522 w 7588411"/>
                  <a:gd name="connsiteY34" fmla="*/ 1872806 h 3569344"/>
                  <a:gd name="connsiteX35" fmla="*/ 63220 w 7588411"/>
                  <a:gd name="connsiteY35" fmla="*/ 1784394 h 3569344"/>
                  <a:gd name="connsiteX36" fmla="*/ 14993 w 7588411"/>
                  <a:gd name="connsiteY36" fmla="*/ 1671868 h 3569344"/>
                  <a:gd name="connsiteX37" fmla="*/ 344542 w 7588411"/>
                  <a:gd name="connsiteY37" fmla="*/ 1430743 h 3569344"/>
                  <a:gd name="connsiteX0" fmla="*/ 256127 w 7586678"/>
                  <a:gd name="connsiteY0" fmla="*/ 1495043 h 3569344"/>
                  <a:gd name="connsiteX1" fmla="*/ 529412 w 7586678"/>
                  <a:gd name="connsiteY1" fmla="*/ 1342331 h 3569344"/>
                  <a:gd name="connsiteX2" fmla="*/ 1011680 w 7586678"/>
                  <a:gd name="connsiteY2" fmla="*/ 1374481 h 3569344"/>
                  <a:gd name="connsiteX3" fmla="*/ 1887800 w 7586678"/>
                  <a:gd name="connsiteY3" fmla="*/ 1213731 h 3569344"/>
                  <a:gd name="connsiteX4" fmla="*/ 2036740 w 7586678"/>
                  <a:gd name="connsiteY4" fmla="*/ 1046919 h 3569344"/>
                  <a:gd name="connsiteX5" fmla="*/ 2266412 w 7586678"/>
                  <a:gd name="connsiteY5" fmla="*/ 935433 h 3569344"/>
                  <a:gd name="connsiteX6" fmla="*/ 2233267 w 7586678"/>
                  <a:gd name="connsiteY6" fmla="*/ 798638 h 3569344"/>
                  <a:gd name="connsiteX7" fmla="*/ 2940751 w 7586678"/>
                  <a:gd name="connsiteY7" fmla="*/ 369793 h 3569344"/>
                  <a:gd name="connsiteX8" fmla="*/ 4033892 w 7586678"/>
                  <a:gd name="connsiteY8" fmla="*/ 64368 h 3569344"/>
                  <a:gd name="connsiteX9" fmla="*/ 4910012 w 7586678"/>
                  <a:gd name="connsiteY9" fmla="*/ 32218 h 3569344"/>
                  <a:gd name="connsiteX10" fmla="*/ 5416393 w 7586678"/>
                  <a:gd name="connsiteY10" fmla="*/ 8105 h 3569344"/>
                  <a:gd name="connsiteX11" fmla="*/ 5911082 w 7586678"/>
                  <a:gd name="connsiteY11" fmla="*/ 184192 h 3569344"/>
                  <a:gd name="connsiteX12" fmla="*/ 6614025 w 7586678"/>
                  <a:gd name="connsiteY12" fmla="*/ 297455 h 3569344"/>
                  <a:gd name="connsiteX13" fmla="*/ 7269583 w 7586678"/>
                  <a:gd name="connsiteY13" fmla="*/ 547038 h 3569344"/>
                  <a:gd name="connsiteX14" fmla="*/ 7585659 w 7586678"/>
                  <a:gd name="connsiteY14" fmla="*/ 1476636 h 3569344"/>
                  <a:gd name="connsiteX15" fmla="*/ 7369578 w 7586678"/>
                  <a:gd name="connsiteY15" fmla="*/ 2105894 h 3569344"/>
                  <a:gd name="connsiteX16" fmla="*/ 7345465 w 7586678"/>
                  <a:gd name="connsiteY16" fmla="*/ 2604219 h 3569344"/>
                  <a:gd name="connsiteX17" fmla="*/ 7196859 w 7586678"/>
                  <a:gd name="connsiteY17" fmla="*/ 2976461 h 3569344"/>
                  <a:gd name="connsiteX18" fmla="*/ 6895348 w 7586678"/>
                  <a:gd name="connsiteY18" fmla="*/ 3223107 h 3569344"/>
                  <a:gd name="connsiteX19" fmla="*/ 6340740 w 7586678"/>
                  <a:gd name="connsiteY19" fmla="*/ 3279369 h 3569344"/>
                  <a:gd name="connsiteX20" fmla="*/ 6043341 w 7586678"/>
                  <a:gd name="connsiteY20" fmla="*/ 3303482 h 3569344"/>
                  <a:gd name="connsiteX21" fmla="*/ 5834631 w 7586678"/>
                  <a:gd name="connsiteY21" fmla="*/ 3396559 h 3569344"/>
                  <a:gd name="connsiteX22" fmla="*/ 5399565 w 7586678"/>
                  <a:gd name="connsiteY22" fmla="*/ 3448710 h 3569344"/>
                  <a:gd name="connsiteX23" fmla="*/ 4725142 w 7586678"/>
                  <a:gd name="connsiteY23" fmla="*/ 3568719 h 3569344"/>
                  <a:gd name="connsiteX24" fmla="*/ 3511435 w 7586678"/>
                  <a:gd name="connsiteY24" fmla="*/ 3391894 h 3569344"/>
                  <a:gd name="connsiteX25" fmla="*/ 2852335 w 7586678"/>
                  <a:gd name="connsiteY25" fmla="*/ 3158807 h 3569344"/>
                  <a:gd name="connsiteX26" fmla="*/ 2434370 w 7586678"/>
                  <a:gd name="connsiteY26" fmla="*/ 2925719 h 3569344"/>
                  <a:gd name="connsiteX27" fmla="*/ 2281652 w 7586678"/>
                  <a:gd name="connsiteY27" fmla="*/ 2732819 h 3569344"/>
                  <a:gd name="connsiteX28" fmla="*/ 2008367 w 7586678"/>
                  <a:gd name="connsiteY28" fmla="*/ 2491694 h 3569344"/>
                  <a:gd name="connsiteX29" fmla="*/ 1791346 w 7586678"/>
                  <a:gd name="connsiteY29" fmla="*/ 2202344 h 3569344"/>
                  <a:gd name="connsiteX30" fmla="*/ 1413570 w 7586678"/>
                  <a:gd name="connsiteY30" fmla="*/ 2065706 h 3569344"/>
                  <a:gd name="connsiteX31" fmla="*/ 770546 w 7586678"/>
                  <a:gd name="connsiteY31" fmla="*/ 2057669 h 3569344"/>
                  <a:gd name="connsiteX32" fmla="*/ 352580 w 7586678"/>
                  <a:gd name="connsiteY32" fmla="*/ 1985331 h 3569344"/>
                  <a:gd name="connsiteX33" fmla="*/ 127522 w 7586678"/>
                  <a:gd name="connsiteY33" fmla="*/ 1872806 h 3569344"/>
                  <a:gd name="connsiteX34" fmla="*/ 63220 w 7586678"/>
                  <a:gd name="connsiteY34" fmla="*/ 1784394 h 3569344"/>
                  <a:gd name="connsiteX35" fmla="*/ 14993 w 7586678"/>
                  <a:gd name="connsiteY35" fmla="*/ 1671868 h 3569344"/>
                  <a:gd name="connsiteX36" fmla="*/ 344542 w 7586678"/>
                  <a:gd name="connsiteY36" fmla="*/ 1430743 h 3569344"/>
                  <a:gd name="connsiteX0" fmla="*/ 256127 w 7586267"/>
                  <a:gd name="connsiteY0" fmla="*/ 1495043 h 3569344"/>
                  <a:gd name="connsiteX1" fmla="*/ 529412 w 7586267"/>
                  <a:gd name="connsiteY1" fmla="*/ 1342331 h 3569344"/>
                  <a:gd name="connsiteX2" fmla="*/ 1011680 w 7586267"/>
                  <a:gd name="connsiteY2" fmla="*/ 1374481 h 3569344"/>
                  <a:gd name="connsiteX3" fmla="*/ 1887800 w 7586267"/>
                  <a:gd name="connsiteY3" fmla="*/ 1213731 h 3569344"/>
                  <a:gd name="connsiteX4" fmla="*/ 2036740 w 7586267"/>
                  <a:gd name="connsiteY4" fmla="*/ 1046919 h 3569344"/>
                  <a:gd name="connsiteX5" fmla="*/ 2266412 w 7586267"/>
                  <a:gd name="connsiteY5" fmla="*/ 935433 h 3569344"/>
                  <a:gd name="connsiteX6" fmla="*/ 2233267 w 7586267"/>
                  <a:gd name="connsiteY6" fmla="*/ 798638 h 3569344"/>
                  <a:gd name="connsiteX7" fmla="*/ 2940751 w 7586267"/>
                  <a:gd name="connsiteY7" fmla="*/ 369793 h 3569344"/>
                  <a:gd name="connsiteX8" fmla="*/ 4033892 w 7586267"/>
                  <a:gd name="connsiteY8" fmla="*/ 64368 h 3569344"/>
                  <a:gd name="connsiteX9" fmla="*/ 4910012 w 7586267"/>
                  <a:gd name="connsiteY9" fmla="*/ 32218 h 3569344"/>
                  <a:gd name="connsiteX10" fmla="*/ 5416393 w 7586267"/>
                  <a:gd name="connsiteY10" fmla="*/ 8105 h 3569344"/>
                  <a:gd name="connsiteX11" fmla="*/ 5911082 w 7586267"/>
                  <a:gd name="connsiteY11" fmla="*/ 184192 h 3569344"/>
                  <a:gd name="connsiteX12" fmla="*/ 6614025 w 7586267"/>
                  <a:gd name="connsiteY12" fmla="*/ 297455 h 3569344"/>
                  <a:gd name="connsiteX13" fmla="*/ 7269583 w 7586267"/>
                  <a:gd name="connsiteY13" fmla="*/ 547038 h 3569344"/>
                  <a:gd name="connsiteX14" fmla="*/ 7585659 w 7586267"/>
                  <a:gd name="connsiteY14" fmla="*/ 1476636 h 3569344"/>
                  <a:gd name="connsiteX15" fmla="*/ 7345465 w 7586267"/>
                  <a:gd name="connsiteY15" fmla="*/ 2604219 h 3569344"/>
                  <a:gd name="connsiteX16" fmla="*/ 7196859 w 7586267"/>
                  <a:gd name="connsiteY16" fmla="*/ 2976461 h 3569344"/>
                  <a:gd name="connsiteX17" fmla="*/ 6895348 w 7586267"/>
                  <a:gd name="connsiteY17" fmla="*/ 3223107 h 3569344"/>
                  <a:gd name="connsiteX18" fmla="*/ 6340740 w 7586267"/>
                  <a:gd name="connsiteY18" fmla="*/ 3279369 h 3569344"/>
                  <a:gd name="connsiteX19" fmla="*/ 6043341 w 7586267"/>
                  <a:gd name="connsiteY19" fmla="*/ 3303482 h 3569344"/>
                  <a:gd name="connsiteX20" fmla="*/ 5834631 w 7586267"/>
                  <a:gd name="connsiteY20" fmla="*/ 3396559 h 3569344"/>
                  <a:gd name="connsiteX21" fmla="*/ 5399565 w 7586267"/>
                  <a:gd name="connsiteY21" fmla="*/ 3448710 h 3569344"/>
                  <a:gd name="connsiteX22" fmla="*/ 4725142 w 7586267"/>
                  <a:gd name="connsiteY22" fmla="*/ 3568719 h 3569344"/>
                  <a:gd name="connsiteX23" fmla="*/ 3511435 w 7586267"/>
                  <a:gd name="connsiteY23" fmla="*/ 3391894 h 3569344"/>
                  <a:gd name="connsiteX24" fmla="*/ 2852335 w 7586267"/>
                  <a:gd name="connsiteY24" fmla="*/ 3158807 h 3569344"/>
                  <a:gd name="connsiteX25" fmla="*/ 2434370 w 7586267"/>
                  <a:gd name="connsiteY25" fmla="*/ 2925719 h 3569344"/>
                  <a:gd name="connsiteX26" fmla="*/ 2281652 w 7586267"/>
                  <a:gd name="connsiteY26" fmla="*/ 2732819 h 3569344"/>
                  <a:gd name="connsiteX27" fmla="*/ 2008367 w 7586267"/>
                  <a:gd name="connsiteY27" fmla="*/ 2491694 h 3569344"/>
                  <a:gd name="connsiteX28" fmla="*/ 1791346 w 7586267"/>
                  <a:gd name="connsiteY28" fmla="*/ 2202344 h 3569344"/>
                  <a:gd name="connsiteX29" fmla="*/ 1413570 w 7586267"/>
                  <a:gd name="connsiteY29" fmla="*/ 2065706 h 3569344"/>
                  <a:gd name="connsiteX30" fmla="*/ 770546 w 7586267"/>
                  <a:gd name="connsiteY30" fmla="*/ 2057669 h 3569344"/>
                  <a:gd name="connsiteX31" fmla="*/ 352580 w 7586267"/>
                  <a:gd name="connsiteY31" fmla="*/ 1985331 h 3569344"/>
                  <a:gd name="connsiteX32" fmla="*/ 127522 w 7586267"/>
                  <a:gd name="connsiteY32" fmla="*/ 1872806 h 3569344"/>
                  <a:gd name="connsiteX33" fmla="*/ 63220 w 7586267"/>
                  <a:gd name="connsiteY33" fmla="*/ 1784394 h 3569344"/>
                  <a:gd name="connsiteX34" fmla="*/ 14993 w 7586267"/>
                  <a:gd name="connsiteY34" fmla="*/ 1671868 h 3569344"/>
                  <a:gd name="connsiteX35" fmla="*/ 344542 w 7586267"/>
                  <a:gd name="connsiteY35" fmla="*/ 1430743 h 3569344"/>
                  <a:gd name="connsiteX0" fmla="*/ 256127 w 7586284"/>
                  <a:gd name="connsiteY0" fmla="*/ 1495043 h 3569344"/>
                  <a:gd name="connsiteX1" fmla="*/ 529412 w 7586284"/>
                  <a:gd name="connsiteY1" fmla="*/ 1342331 h 3569344"/>
                  <a:gd name="connsiteX2" fmla="*/ 1011680 w 7586284"/>
                  <a:gd name="connsiteY2" fmla="*/ 1374481 h 3569344"/>
                  <a:gd name="connsiteX3" fmla="*/ 1887800 w 7586284"/>
                  <a:gd name="connsiteY3" fmla="*/ 1213731 h 3569344"/>
                  <a:gd name="connsiteX4" fmla="*/ 2036740 w 7586284"/>
                  <a:gd name="connsiteY4" fmla="*/ 1046919 h 3569344"/>
                  <a:gd name="connsiteX5" fmla="*/ 2266412 w 7586284"/>
                  <a:gd name="connsiteY5" fmla="*/ 935433 h 3569344"/>
                  <a:gd name="connsiteX6" fmla="*/ 2233267 w 7586284"/>
                  <a:gd name="connsiteY6" fmla="*/ 798638 h 3569344"/>
                  <a:gd name="connsiteX7" fmla="*/ 2940751 w 7586284"/>
                  <a:gd name="connsiteY7" fmla="*/ 369793 h 3569344"/>
                  <a:gd name="connsiteX8" fmla="*/ 4033892 w 7586284"/>
                  <a:gd name="connsiteY8" fmla="*/ 64368 h 3569344"/>
                  <a:gd name="connsiteX9" fmla="*/ 4910012 w 7586284"/>
                  <a:gd name="connsiteY9" fmla="*/ 32218 h 3569344"/>
                  <a:gd name="connsiteX10" fmla="*/ 5416393 w 7586284"/>
                  <a:gd name="connsiteY10" fmla="*/ 8105 h 3569344"/>
                  <a:gd name="connsiteX11" fmla="*/ 5911082 w 7586284"/>
                  <a:gd name="connsiteY11" fmla="*/ 184192 h 3569344"/>
                  <a:gd name="connsiteX12" fmla="*/ 6614025 w 7586284"/>
                  <a:gd name="connsiteY12" fmla="*/ 297455 h 3569344"/>
                  <a:gd name="connsiteX13" fmla="*/ 7269583 w 7586284"/>
                  <a:gd name="connsiteY13" fmla="*/ 547038 h 3569344"/>
                  <a:gd name="connsiteX14" fmla="*/ 7585659 w 7586284"/>
                  <a:gd name="connsiteY14" fmla="*/ 1476636 h 3569344"/>
                  <a:gd name="connsiteX15" fmla="*/ 7196859 w 7586284"/>
                  <a:gd name="connsiteY15" fmla="*/ 2976461 h 3569344"/>
                  <a:gd name="connsiteX16" fmla="*/ 6895348 w 7586284"/>
                  <a:gd name="connsiteY16" fmla="*/ 3223107 h 3569344"/>
                  <a:gd name="connsiteX17" fmla="*/ 6340740 w 7586284"/>
                  <a:gd name="connsiteY17" fmla="*/ 3279369 h 3569344"/>
                  <a:gd name="connsiteX18" fmla="*/ 6043341 w 7586284"/>
                  <a:gd name="connsiteY18" fmla="*/ 3303482 h 3569344"/>
                  <a:gd name="connsiteX19" fmla="*/ 5834631 w 7586284"/>
                  <a:gd name="connsiteY19" fmla="*/ 3396559 h 3569344"/>
                  <a:gd name="connsiteX20" fmla="*/ 5399565 w 7586284"/>
                  <a:gd name="connsiteY20" fmla="*/ 3448710 h 3569344"/>
                  <a:gd name="connsiteX21" fmla="*/ 4725142 w 7586284"/>
                  <a:gd name="connsiteY21" fmla="*/ 3568719 h 3569344"/>
                  <a:gd name="connsiteX22" fmla="*/ 3511435 w 7586284"/>
                  <a:gd name="connsiteY22" fmla="*/ 3391894 h 3569344"/>
                  <a:gd name="connsiteX23" fmla="*/ 2852335 w 7586284"/>
                  <a:gd name="connsiteY23" fmla="*/ 3158807 h 3569344"/>
                  <a:gd name="connsiteX24" fmla="*/ 2434370 w 7586284"/>
                  <a:gd name="connsiteY24" fmla="*/ 2925719 h 3569344"/>
                  <a:gd name="connsiteX25" fmla="*/ 2281652 w 7586284"/>
                  <a:gd name="connsiteY25" fmla="*/ 2732819 h 3569344"/>
                  <a:gd name="connsiteX26" fmla="*/ 2008367 w 7586284"/>
                  <a:gd name="connsiteY26" fmla="*/ 2491694 h 3569344"/>
                  <a:gd name="connsiteX27" fmla="*/ 1791346 w 7586284"/>
                  <a:gd name="connsiteY27" fmla="*/ 2202344 h 3569344"/>
                  <a:gd name="connsiteX28" fmla="*/ 1413570 w 7586284"/>
                  <a:gd name="connsiteY28" fmla="*/ 2065706 h 3569344"/>
                  <a:gd name="connsiteX29" fmla="*/ 770546 w 7586284"/>
                  <a:gd name="connsiteY29" fmla="*/ 2057669 h 3569344"/>
                  <a:gd name="connsiteX30" fmla="*/ 352580 w 7586284"/>
                  <a:gd name="connsiteY30" fmla="*/ 1985331 h 3569344"/>
                  <a:gd name="connsiteX31" fmla="*/ 127522 w 7586284"/>
                  <a:gd name="connsiteY31" fmla="*/ 1872806 h 3569344"/>
                  <a:gd name="connsiteX32" fmla="*/ 63220 w 7586284"/>
                  <a:gd name="connsiteY32" fmla="*/ 1784394 h 3569344"/>
                  <a:gd name="connsiteX33" fmla="*/ 14993 w 7586284"/>
                  <a:gd name="connsiteY33" fmla="*/ 1671868 h 3569344"/>
                  <a:gd name="connsiteX34" fmla="*/ 344542 w 7586284"/>
                  <a:gd name="connsiteY34" fmla="*/ 1430743 h 3569344"/>
                  <a:gd name="connsiteX0" fmla="*/ 256127 w 7590172"/>
                  <a:gd name="connsiteY0" fmla="*/ 1495043 h 3569344"/>
                  <a:gd name="connsiteX1" fmla="*/ 529412 w 7590172"/>
                  <a:gd name="connsiteY1" fmla="*/ 1342331 h 3569344"/>
                  <a:gd name="connsiteX2" fmla="*/ 1011680 w 7590172"/>
                  <a:gd name="connsiteY2" fmla="*/ 1374481 h 3569344"/>
                  <a:gd name="connsiteX3" fmla="*/ 1887800 w 7590172"/>
                  <a:gd name="connsiteY3" fmla="*/ 1213731 h 3569344"/>
                  <a:gd name="connsiteX4" fmla="*/ 2036740 w 7590172"/>
                  <a:gd name="connsiteY4" fmla="*/ 1046919 h 3569344"/>
                  <a:gd name="connsiteX5" fmla="*/ 2266412 w 7590172"/>
                  <a:gd name="connsiteY5" fmla="*/ 935433 h 3569344"/>
                  <a:gd name="connsiteX6" fmla="*/ 2233267 w 7590172"/>
                  <a:gd name="connsiteY6" fmla="*/ 798638 h 3569344"/>
                  <a:gd name="connsiteX7" fmla="*/ 2940751 w 7590172"/>
                  <a:gd name="connsiteY7" fmla="*/ 369793 h 3569344"/>
                  <a:gd name="connsiteX8" fmla="*/ 4033892 w 7590172"/>
                  <a:gd name="connsiteY8" fmla="*/ 64368 h 3569344"/>
                  <a:gd name="connsiteX9" fmla="*/ 4910012 w 7590172"/>
                  <a:gd name="connsiteY9" fmla="*/ 32218 h 3569344"/>
                  <a:gd name="connsiteX10" fmla="*/ 5416393 w 7590172"/>
                  <a:gd name="connsiteY10" fmla="*/ 8105 h 3569344"/>
                  <a:gd name="connsiteX11" fmla="*/ 5911082 w 7590172"/>
                  <a:gd name="connsiteY11" fmla="*/ 184192 h 3569344"/>
                  <a:gd name="connsiteX12" fmla="*/ 6614025 w 7590172"/>
                  <a:gd name="connsiteY12" fmla="*/ 297455 h 3569344"/>
                  <a:gd name="connsiteX13" fmla="*/ 7269583 w 7590172"/>
                  <a:gd name="connsiteY13" fmla="*/ 547038 h 3569344"/>
                  <a:gd name="connsiteX14" fmla="*/ 7585659 w 7590172"/>
                  <a:gd name="connsiteY14" fmla="*/ 1476636 h 3569344"/>
                  <a:gd name="connsiteX15" fmla="*/ 7416865 w 7590172"/>
                  <a:gd name="connsiteY15" fmla="*/ 2836451 h 3569344"/>
                  <a:gd name="connsiteX16" fmla="*/ 6895348 w 7590172"/>
                  <a:gd name="connsiteY16" fmla="*/ 3223107 h 3569344"/>
                  <a:gd name="connsiteX17" fmla="*/ 6340740 w 7590172"/>
                  <a:gd name="connsiteY17" fmla="*/ 3279369 h 3569344"/>
                  <a:gd name="connsiteX18" fmla="*/ 6043341 w 7590172"/>
                  <a:gd name="connsiteY18" fmla="*/ 3303482 h 3569344"/>
                  <a:gd name="connsiteX19" fmla="*/ 5834631 w 7590172"/>
                  <a:gd name="connsiteY19" fmla="*/ 3396559 h 3569344"/>
                  <a:gd name="connsiteX20" fmla="*/ 5399565 w 7590172"/>
                  <a:gd name="connsiteY20" fmla="*/ 3448710 h 3569344"/>
                  <a:gd name="connsiteX21" fmla="*/ 4725142 w 7590172"/>
                  <a:gd name="connsiteY21" fmla="*/ 3568719 h 3569344"/>
                  <a:gd name="connsiteX22" fmla="*/ 3511435 w 7590172"/>
                  <a:gd name="connsiteY22" fmla="*/ 3391894 h 3569344"/>
                  <a:gd name="connsiteX23" fmla="*/ 2852335 w 7590172"/>
                  <a:gd name="connsiteY23" fmla="*/ 3158807 h 3569344"/>
                  <a:gd name="connsiteX24" fmla="*/ 2434370 w 7590172"/>
                  <a:gd name="connsiteY24" fmla="*/ 2925719 h 3569344"/>
                  <a:gd name="connsiteX25" fmla="*/ 2281652 w 7590172"/>
                  <a:gd name="connsiteY25" fmla="*/ 2732819 h 3569344"/>
                  <a:gd name="connsiteX26" fmla="*/ 2008367 w 7590172"/>
                  <a:gd name="connsiteY26" fmla="*/ 2491694 h 3569344"/>
                  <a:gd name="connsiteX27" fmla="*/ 1791346 w 7590172"/>
                  <a:gd name="connsiteY27" fmla="*/ 2202344 h 3569344"/>
                  <a:gd name="connsiteX28" fmla="*/ 1413570 w 7590172"/>
                  <a:gd name="connsiteY28" fmla="*/ 2065706 h 3569344"/>
                  <a:gd name="connsiteX29" fmla="*/ 770546 w 7590172"/>
                  <a:gd name="connsiteY29" fmla="*/ 2057669 h 3569344"/>
                  <a:gd name="connsiteX30" fmla="*/ 352580 w 7590172"/>
                  <a:gd name="connsiteY30" fmla="*/ 1985331 h 3569344"/>
                  <a:gd name="connsiteX31" fmla="*/ 127522 w 7590172"/>
                  <a:gd name="connsiteY31" fmla="*/ 1872806 h 3569344"/>
                  <a:gd name="connsiteX32" fmla="*/ 63220 w 7590172"/>
                  <a:gd name="connsiteY32" fmla="*/ 1784394 h 3569344"/>
                  <a:gd name="connsiteX33" fmla="*/ 14993 w 7590172"/>
                  <a:gd name="connsiteY33" fmla="*/ 1671868 h 3569344"/>
                  <a:gd name="connsiteX34" fmla="*/ 344542 w 7590172"/>
                  <a:gd name="connsiteY34" fmla="*/ 1430743 h 3569344"/>
                  <a:gd name="connsiteX0" fmla="*/ 256127 w 7586097"/>
                  <a:gd name="connsiteY0" fmla="*/ 1495043 h 3569344"/>
                  <a:gd name="connsiteX1" fmla="*/ 529412 w 7586097"/>
                  <a:gd name="connsiteY1" fmla="*/ 1342331 h 3569344"/>
                  <a:gd name="connsiteX2" fmla="*/ 1011680 w 7586097"/>
                  <a:gd name="connsiteY2" fmla="*/ 1374481 h 3569344"/>
                  <a:gd name="connsiteX3" fmla="*/ 1887800 w 7586097"/>
                  <a:gd name="connsiteY3" fmla="*/ 1213731 h 3569344"/>
                  <a:gd name="connsiteX4" fmla="*/ 2036740 w 7586097"/>
                  <a:gd name="connsiteY4" fmla="*/ 1046919 h 3569344"/>
                  <a:gd name="connsiteX5" fmla="*/ 2266412 w 7586097"/>
                  <a:gd name="connsiteY5" fmla="*/ 935433 h 3569344"/>
                  <a:gd name="connsiteX6" fmla="*/ 2233267 w 7586097"/>
                  <a:gd name="connsiteY6" fmla="*/ 798638 h 3569344"/>
                  <a:gd name="connsiteX7" fmla="*/ 2940751 w 7586097"/>
                  <a:gd name="connsiteY7" fmla="*/ 369793 h 3569344"/>
                  <a:gd name="connsiteX8" fmla="*/ 4033892 w 7586097"/>
                  <a:gd name="connsiteY8" fmla="*/ 64368 h 3569344"/>
                  <a:gd name="connsiteX9" fmla="*/ 4910012 w 7586097"/>
                  <a:gd name="connsiteY9" fmla="*/ 32218 h 3569344"/>
                  <a:gd name="connsiteX10" fmla="*/ 5416393 w 7586097"/>
                  <a:gd name="connsiteY10" fmla="*/ 8105 h 3569344"/>
                  <a:gd name="connsiteX11" fmla="*/ 5911082 w 7586097"/>
                  <a:gd name="connsiteY11" fmla="*/ 184192 h 3569344"/>
                  <a:gd name="connsiteX12" fmla="*/ 6614025 w 7586097"/>
                  <a:gd name="connsiteY12" fmla="*/ 297455 h 3569344"/>
                  <a:gd name="connsiteX13" fmla="*/ 7379586 w 7586097"/>
                  <a:gd name="connsiteY13" fmla="*/ 617043 h 3569344"/>
                  <a:gd name="connsiteX14" fmla="*/ 7585659 w 7586097"/>
                  <a:gd name="connsiteY14" fmla="*/ 1476636 h 3569344"/>
                  <a:gd name="connsiteX15" fmla="*/ 7416865 w 7586097"/>
                  <a:gd name="connsiteY15" fmla="*/ 2836451 h 3569344"/>
                  <a:gd name="connsiteX16" fmla="*/ 6895348 w 7586097"/>
                  <a:gd name="connsiteY16" fmla="*/ 3223107 h 3569344"/>
                  <a:gd name="connsiteX17" fmla="*/ 6340740 w 7586097"/>
                  <a:gd name="connsiteY17" fmla="*/ 3279369 h 3569344"/>
                  <a:gd name="connsiteX18" fmla="*/ 6043341 w 7586097"/>
                  <a:gd name="connsiteY18" fmla="*/ 3303482 h 3569344"/>
                  <a:gd name="connsiteX19" fmla="*/ 5834631 w 7586097"/>
                  <a:gd name="connsiteY19" fmla="*/ 3396559 h 3569344"/>
                  <a:gd name="connsiteX20" fmla="*/ 5399565 w 7586097"/>
                  <a:gd name="connsiteY20" fmla="*/ 3448710 h 3569344"/>
                  <a:gd name="connsiteX21" fmla="*/ 4725142 w 7586097"/>
                  <a:gd name="connsiteY21" fmla="*/ 3568719 h 3569344"/>
                  <a:gd name="connsiteX22" fmla="*/ 3511435 w 7586097"/>
                  <a:gd name="connsiteY22" fmla="*/ 3391894 h 3569344"/>
                  <a:gd name="connsiteX23" fmla="*/ 2852335 w 7586097"/>
                  <a:gd name="connsiteY23" fmla="*/ 3158807 h 3569344"/>
                  <a:gd name="connsiteX24" fmla="*/ 2434370 w 7586097"/>
                  <a:gd name="connsiteY24" fmla="*/ 2925719 h 3569344"/>
                  <a:gd name="connsiteX25" fmla="*/ 2281652 w 7586097"/>
                  <a:gd name="connsiteY25" fmla="*/ 2732819 h 3569344"/>
                  <a:gd name="connsiteX26" fmla="*/ 2008367 w 7586097"/>
                  <a:gd name="connsiteY26" fmla="*/ 2491694 h 3569344"/>
                  <a:gd name="connsiteX27" fmla="*/ 1791346 w 7586097"/>
                  <a:gd name="connsiteY27" fmla="*/ 2202344 h 3569344"/>
                  <a:gd name="connsiteX28" fmla="*/ 1413570 w 7586097"/>
                  <a:gd name="connsiteY28" fmla="*/ 2065706 h 3569344"/>
                  <a:gd name="connsiteX29" fmla="*/ 770546 w 7586097"/>
                  <a:gd name="connsiteY29" fmla="*/ 2057669 h 3569344"/>
                  <a:gd name="connsiteX30" fmla="*/ 352580 w 7586097"/>
                  <a:gd name="connsiteY30" fmla="*/ 1985331 h 3569344"/>
                  <a:gd name="connsiteX31" fmla="*/ 127522 w 7586097"/>
                  <a:gd name="connsiteY31" fmla="*/ 1872806 h 3569344"/>
                  <a:gd name="connsiteX32" fmla="*/ 63220 w 7586097"/>
                  <a:gd name="connsiteY32" fmla="*/ 1784394 h 3569344"/>
                  <a:gd name="connsiteX33" fmla="*/ 14993 w 7586097"/>
                  <a:gd name="connsiteY33" fmla="*/ 1671868 h 3569344"/>
                  <a:gd name="connsiteX34" fmla="*/ 344542 w 7586097"/>
                  <a:gd name="connsiteY34" fmla="*/ 1430743 h 3569344"/>
                  <a:gd name="connsiteX0" fmla="*/ 256127 w 7705837"/>
                  <a:gd name="connsiteY0" fmla="*/ 1495043 h 3569344"/>
                  <a:gd name="connsiteX1" fmla="*/ 529412 w 7705837"/>
                  <a:gd name="connsiteY1" fmla="*/ 1342331 h 3569344"/>
                  <a:gd name="connsiteX2" fmla="*/ 1011680 w 7705837"/>
                  <a:gd name="connsiteY2" fmla="*/ 1374481 h 3569344"/>
                  <a:gd name="connsiteX3" fmla="*/ 1887800 w 7705837"/>
                  <a:gd name="connsiteY3" fmla="*/ 1213731 h 3569344"/>
                  <a:gd name="connsiteX4" fmla="*/ 2036740 w 7705837"/>
                  <a:gd name="connsiteY4" fmla="*/ 1046919 h 3569344"/>
                  <a:gd name="connsiteX5" fmla="*/ 2266412 w 7705837"/>
                  <a:gd name="connsiteY5" fmla="*/ 935433 h 3569344"/>
                  <a:gd name="connsiteX6" fmla="*/ 2233267 w 7705837"/>
                  <a:gd name="connsiteY6" fmla="*/ 798638 h 3569344"/>
                  <a:gd name="connsiteX7" fmla="*/ 2940751 w 7705837"/>
                  <a:gd name="connsiteY7" fmla="*/ 369793 h 3569344"/>
                  <a:gd name="connsiteX8" fmla="*/ 4033892 w 7705837"/>
                  <a:gd name="connsiteY8" fmla="*/ 64368 h 3569344"/>
                  <a:gd name="connsiteX9" fmla="*/ 4910012 w 7705837"/>
                  <a:gd name="connsiteY9" fmla="*/ 32218 h 3569344"/>
                  <a:gd name="connsiteX10" fmla="*/ 5416393 w 7705837"/>
                  <a:gd name="connsiteY10" fmla="*/ 8105 h 3569344"/>
                  <a:gd name="connsiteX11" fmla="*/ 5911082 w 7705837"/>
                  <a:gd name="connsiteY11" fmla="*/ 184192 h 3569344"/>
                  <a:gd name="connsiteX12" fmla="*/ 6614025 w 7705837"/>
                  <a:gd name="connsiteY12" fmla="*/ 297455 h 3569344"/>
                  <a:gd name="connsiteX13" fmla="*/ 7379586 w 7705837"/>
                  <a:gd name="connsiteY13" fmla="*/ 617043 h 3569344"/>
                  <a:gd name="connsiteX14" fmla="*/ 7705662 w 7705837"/>
                  <a:gd name="connsiteY14" fmla="*/ 1676651 h 3569344"/>
                  <a:gd name="connsiteX15" fmla="*/ 7416865 w 7705837"/>
                  <a:gd name="connsiteY15" fmla="*/ 2836451 h 3569344"/>
                  <a:gd name="connsiteX16" fmla="*/ 6895348 w 7705837"/>
                  <a:gd name="connsiteY16" fmla="*/ 3223107 h 3569344"/>
                  <a:gd name="connsiteX17" fmla="*/ 6340740 w 7705837"/>
                  <a:gd name="connsiteY17" fmla="*/ 3279369 h 3569344"/>
                  <a:gd name="connsiteX18" fmla="*/ 6043341 w 7705837"/>
                  <a:gd name="connsiteY18" fmla="*/ 3303482 h 3569344"/>
                  <a:gd name="connsiteX19" fmla="*/ 5834631 w 7705837"/>
                  <a:gd name="connsiteY19" fmla="*/ 3396559 h 3569344"/>
                  <a:gd name="connsiteX20" fmla="*/ 5399565 w 7705837"/>
                  <a:gd name="connsiteY20" fmla="*/ 3448710 h 3569344"/>
                  <a:gd name="connsiteX21" fmla="*/ 4725142 w 7705837"/>
                  <a:gd name="connsiteY21" fmla="*/ 3568719 h 3569344"/>
                  <a:gd name="connsiteX22" fmla="*/ 3511435 w 7705837"/>
                  <a:gd name="connsiteY22" fmla="*/ 3391894 h 3569344"/>
                  <a:gd name="connsiteX23" fmla="*/ 2852335 w 7705837"/>
                  <a:gd name="connsiteY23" fmla="*/ 3158807 h 3569344"/>
                  <a:gd name="connsiteX24" fmla="*/ 2434370 w 7705837"/>
                  <a:gd name="connsiteY24" fmla="*/ 2925719 h 3569344"/>
                  <a:gd name="connsiteX25" fmla="*/ 2281652 w 7705837"/>
                  <a:gd name="connsiteY25" fmla="*/ 2732819 h 3569344"/>
                  <a:gd name="connsiteX26" fmla="*/ 2008367 w 7705837"/>
                  <a:gd name="connsiteY26" fmla="*/ 2491694 h 3569344"/>
                  <a:gd name="connsiteX27" fmla="*/ 1791346 w 7705837"/>
                  <a:gd name="connsiteY27" fmla="*/ 2202344 h 3569344"/>
                  <a:gd name="connsiteX28" fmla="*/ 1413570 w 7705837"/>
                  <a:gd name="connsiteY28" fmla="*/ 2065706 h 3569344"/>
                  <a:gd name="connsiteX29" fmla="*/ 770546 w 7705837"/>
                  <a:gd name="connsiteY29" fmla="*/ 2057669 h 3569344"/>
                  <a:gd name="connsiteX30" fmla="*/ 352580 w 7705837"/>
                  <a:gd name="connsiteY30" fmla="*/ 1985331 h 3569344"/>
                  <a:gd name="connsiteX31" fmla="*/ 127522 w 7705837"/>
                  <a:gd name="connsiteY31" fmla="*/ 1872806 h 3569344"/>
                  <a:gd name="connsiteX32" fmla="*/ 63220 w 7705837"/>
                  <a:gd name="connsiteY32" fmla="*/ 1784394 h 3569344"/>
                  <a:gd name="connsiteX33" fmla="*/ 14993 w 7705837"/>
                  <a:gd name="connsiteY33" fmla="*/ 1671868 h 3569344"/>
                  <a:gd name="connsiteX34" fmla="*/ 344542 w 7705837"/>
                  <a:gd name="connsiteY34" fmla="*/ 1430743 h 3569344"/>
                  <a:gd name="connsiteX0" fmla="*/ 256127 w 7705667"/>
                  <a:gd name="connsiteY0" fmla="*/ 1495043 h 3569344"/>
                  <a:gd name="connsiteX1" fmla="*/ 529412 w 7705667"/>
                  <a:gd name="connsiteY1" fmla="*/ 1342331 h 3569344"/>
                  <a:gd name="connsiteX2" fmla="*/ 1011680 w 7705667"/>
                  <a:gd name="connsiteY2" fmla="*/ 1374481 h 3569344"/>
                  <a:gd name="connsiteX3" fmla="*/ 1887800 w 7705667"/>
                  <a:gd name="connsiteY3" fmla="*/ 1213731 h 3569344"/>
                  <a:gd name="connsiteX4" fmla="*/ 2036740 w 7705667"/>
                  <a:gd name="connsiteY4" fmla="*/ 1046919 h 3569344"/>
                  <a:gd name="connsiteX5" fmla="*/ 2266412 w 7705667"/>
                  <a:gd name="connsiteY5" fmla="*/ 935433 h 3569344"/>
                  <a:gd name="connsiteX6" fmla="*/ 2233267 w 7705667"/>
                  <a:gd name="connsiteY6" fmla="*/ 798638 h 3569344"/>
                  <a:gd name="connsiteX7" fmla="*/ 2940751 w 7705667"/>
                  <a:gd name="connsiteY7" fmla="*/ 369793 h 3569344"/>
                  <a:gd name="connsiteX8" fmla="*/ 4033892 w 7705667"/>
                  <a:gd name="connsiteY8" fmla="*/ 64368 h 3569344"/>
                  <a:gd name="connsiteX9" fmla="*/ 4910012 w 7705667"/>
                  <a:gd name="connsiteY9" fmla="*/ 32218 h 3569344"/>
                  <a:gd name="connsiteX10" fmla="*/ 5416393 w 7705667"/>
                  <a:gd name="connsiteY10" fmla="*/ 8105 h 3569344"/>
                  <a:gd name="connsiteX11" fmla="*/ 5911082 w 7705667"/>
                  <a:gd name="connsiteY11" fmla="*/ 184192 h 3569344"/>
                  <a:gd name="connsiteX12" fmla="*/ 6614025 w 7705667"/>
                  <a:gd name="connsiteY12" fmla="*/ 297455 h 3569344"/>
                  <a:gd name="connsiteX13" fmla="*/ 7379586 w 7705667"/>
                  <a:gd name="connsiteY13" fmla="*/ 617043 h 3569344"/>
                  <a:gd name="connsiteX14" fmla="*/ 7705662 w 7705667"/>
                  <a:gd name="connsiteY14" fmla="*/ 1676651 h 3569344"/>
                  <a:gd name="connsiteX15" fmla="*/ 7386864 w 7705667"/>
                  <a:gd name="connsiteY15" fmla="*/ 2786448 h 3569344"/>
                  <a:gd name="connsiteX16" fmla="*/ 6895348 w 7705667"/>
                  <a:gd name="connsiteY16" fmla="*/ 3223107 h 3569344"/>
                  <a:gd name="connsiteX17" fmla="*/ 6340740 w 7705667"/>
                  <a:gd name="connsiteY17" fmla="*/ 3279369 h 3569344"/>
                  <a:gd name="connsiteX18" fmla="*/ 6043341 w 7705667"/>
                  <a:gd name="connsiteY18" fmla="*/ 3303482 h 3569344"/>
                  <a:gd name="connsiteX19" fmla="*/ 5834631 w 7705667"/>
                  <a:gd name="connsiteY19" fmla="*/ 3396559 h 3569344"/>
                  <a:gd name="connsiteX20" fmla="*/ 5399565 w 7705667"/>
                  <a:gd name="connsiteY20" fmla="*/ 3448710 h 3569344"/>
                  <a:gd name="connsiteX21" fmla="*/ 4725142 w 7705667"/>
                  <a:gd name="connsiteY21" fmla="*/ 3568719 h 3569344"/>
                  <a:gd name="connsiteX22" fmla="*/ 3511435 w 7705667"/>
                  <a:gd name="connsiteY22" fmla="*/ 3391894 h 3569344"/>
                  <a:gd name="connsiteX23" fmla="*/ 2852335 w 7705667"/>
                  <a:gd name="connsiteY23" fmla="*/ 3158807 h 3569344"/>
                  <a:gd name="connsiteX24" fmla="*/ 2434370 w 7705667"/>
                  <a:gd name="connsiteY24" fmla="*/ 2925719 h 3569344"/>
                  <a:gd name="connsiteX25" fmla="*/ 2281652 w 7705667"/>
                  <a:gd name="connsiteY25" fmla="*/ 2732819 h 3569344"/>
                  <a:gd name="connsiteX26" fmla="*/ 2008367 w 7705667"/>
                  <a:gd name="connsiteY26" fmla="*/ 2491694 h 3569344"/>
                  <a:gd name="connsiteX27" fmla="*/ 1791346 w 7705667"/>
                  <a:gd name="connsiteY27" fmla="*/ 2202344 h 3569344"/>
                  <a:gd name="connsiteX28" fmla="*/ 1413570 w 7705667"/>
                  <a:gd name="connsiteY28" fmla="*/ 2065706 h 3569344"/>
                  <a:gd name="connsiteX29" fmla="*/ 770546 w 7705667"/>
                  <a:gd name="connsiteY29" fmla="*/ 2057669 h 3569344"/>
                  <a:gd name="connsiteX30" fmla="*/ 352580 w 7705667"/>
                  <a:gd name="connsiteY30" fmla="*/ 1985331 h 3569344"/>
                  <a:gd name="connsiteX31" fmla="*/ 127522 w 7705667"/>
                  <a:gd name="connsiteY31" fmla="*/ 1872806 h 3569344"/>
                  <a:gd name="connsiteX32" fmla="*/ 63220 w 7705667"/>
                  <a:gd name="connsiteY32" fmla="*/ 1784394 h 3569344"/>
                  <a:gd name="connsiteX33" fmla="*/ 14993 w 7705667"/>
                  <a:gd name="connsiteY33" fmla="*/ 1671868 h 3569344"/>
                  <a:gd name="connsiteX34" fmla="*/ 344542 w 770566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81652 w 7705897"/>
                  <a:gd name="connsiteY25" fmla="*/ 2732819 h 3569344"/>
                  <a:gd name="connsiteX26" fmla="*/ 2008367 w 7705897"/>
                  <a:gd name="connsiteY26" fmla="*/ 2491694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08367 w 7705897"/>
                  <a:gd name="connsiteY26" fmla="*/ 2491694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17988 w 7705897"/>
                  <a:gd name="connsiteY26" fmla="*/ 2462830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108125 w 7705897"/>
                  <a:gd name="connsiteY26" fmla="*/ 2618645 h 3569344"/>
                  <a:gd name="connsiteX27" fmla="*/ 2017988 w 7705897"/>
                  <a:gd name="connsiteY27" fmla="*/ 2462830 h 3569344"/>
                  <a:gd name="connsiteX28" fmla="*/ 1791346 w 7705897"/>
                  <a:gd name="connsiteY28" fmla="*/ 2202344 h 3569344"/>
                  <a:gd name="connsiteX29" fmla="*/ 1413570 w 7705897"/>
                  <a:gd name="connsiteY29" fmla="*/ 2065706 h 3569344"/>
                  <a:gd name="connsiteX30" fmla="*/ 770546 w 7705897"/>
                  <a:gd name="connsiteY30" fmla="*/ 2057669 h 3569344"/>
                  <a:gd name="connsiteX31" fmla="*/ 352580 w 7705897"/>
                  <a:gd name="connsiteY31" fmla="*/ 1985331 h 3569344"/>
                  <a:gd name="connsiteX32" fmla="*/ 127522 w 7705897"/>
                  <a:gd name="connsiteY32" fmla="*/ 1872806 h 3569344"/>
                  <a:gd name="connsiteX33" fmla="*/ 63220 w 7705897"/>
                  <a:gd name="connsiteY33" fmla="*/ 1784394 h 3569344"/>
                  <a:gd name="connsiteX34" fmla="*/ 14993 w 7705897"/>
                  <a:gd name="connsiteY34" fmla="*/ 1671868 h 3569344"/>
                  <a:gd name="connsiteX35" fmla="*/ 344542 w 7705897"/>
                  <a:gd name="connsiteY35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37571 w 7705897"/>
                  <a:gd name="connsiteY26" fmla="*/ 2525639 h 3569344"/>
                  <a:gd name="connsiteX27" fmla="*/ 2017988 w 7705897"/>
                  <a:gd name="connsiteY27" fmla="*/ 2462830 h 3569344"/>
                  <a:gd name="connsiteX28" fmla="*/ 1791346 w 7705897"/>
                  <a:gd name="connsiteY28" fmla="*/ 2202344 h 3569344"/>
                  <a:gd name="connsiteX29" fmla="*/ 1413570 w 7705897"/>
                  <a:gd name="connsiteY29" fmla="*/ 2065706 h 3569344"/>
                  <a:gd name="connsiteX30" fmla="*/ 770546 w 7705897"/>
                  <a:gd name="connsiteY30" fmla="*/ 2057669 h 3569344"/>
                  <a:gd name="connsiteX31" fmla="*/ 352580 w 7705897"/>
                  <a:gd name="connsiteY31" fmla="*/ 1985331 h 3569344"/>
                  <a:gd name="connsiteX32" fmla="*/ 127522 w 7705897"/>
                  <a:gd name="connsiteY32" fmla="*/ 1872806 h 3569344"/>
                  <a:gd name="connsiteX33" fmla="*/ 63220 w 7705897"/>
                  <a:gd name="connsiteY33" fmla="*/ 1784394 h 3569344"/>
                  <a:gd name="connsiteX34" fmla="*/ 14993 w 7705897"/>
                  <a:gd name="connsiteY34" fmla="*/ 1671868 h 3569344"/>
                  <a:gd name="connsiteX35" fmla="*/ 344542 w 7705897"/>
                  <a:gd name="connsiteY35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114539 w 7705897"/>
                  <a:gd name="connsiteY26" fmla="*/ 2634680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91856 w 7705897"/>
                  <a:gd name="connsiteY25" fmla="*/ 2710369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331760 w 7705897"/>
                  <a:gd name="connsiteY26" fmla="*/ 2620398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339915 w 7705897"/>
                  <a:gd name="connsiteY5" fmla="*/ 951768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331760 w 7705897"/>
                  <a:gd name="connsiteY26" fmla="*/ 2620398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20832"/>
                  <a:gd name="connsiteY0" fmla="*/ 1495043 h 3569344"/>
                  <a:gd name="connsiteX1" fmla="*/ 529412 w 7720832"/>
                  <a:gd name="connsiteY1" fmla="*/ 1342331 h 3569344"/>
                  <a:gd name="connsiteX2" fmla="*/ 1011680 w 7720832"/>
                  <a:gd name="connsiteY2" fmla="*/ 1374481 h 3569344"/>
                  <a:gd name="connsiteX3" fmla="*/ 1887800 w 7720832"/>
                  <a:gd name="connsiteY3" fmla="*/ 1213731 h 3569344"/>
                  <a:gd name="connsiteX4" fmla="*/ 2036740 w 7720832"/>
                  <a:gd name="connsiteY4" fmla="*/ 1046919 h 3569344"/>
                  <a:gd name="connsiteX5" fmla="*/ 2339915 w 7720832"/>
                  <a:gd name="connsiteY5" fmla="*/ 951768 h 3569344"/>
                  <a:gd name="connsiteX6" fmla="*/ 2233267 w 7720832"/>
                  <a:gd name="connsiteY6" fmla="*/ 798638 h 3569344"/>
                  <a:gd name="connsiteX7" fmla="*/ 2940751 w 7720832"/>
                  <a:gd name="connsiteY7" fmla="*/ 369793 h 3569344"/>
                  <a:gd name="connsiteX8" fmla="*/ 4033892 w 7720832"/>
                  <a:gd name="connsiteY8" fmla="*/ 64368 h 3569344"/>
                  <a:gd name="connsiteX9" fmla="*/ 4910012 w 7720832"/>
                  <a:gd name="connsiteY9" fmla="*/ 32218 h 3569344"/>
                  <a:gd name="connsiteX10" fmla="*/ 5416393 w 7720832"/>
                  <a:gd name="connsiteY10" fmla="*/ 8105 h 3569344"/>
                  <a:gd name="connsiteX11" fmla="*/ 5911082 w 7720832"/>
                  <a:gd name="connsiteY11" fmla="*/ 184192 h 3569344"/>
                  <a:gd name="connsiteX12" fmla="*/ 6614025 w 7720832"/>
                  <a:gd name="connsiteY12" fmla="*/ 297455 h 3569344"/>
                  <a:gd name="connsiteX13" fmla="*/ 6899573 w 7720832"/>
                  <a:gd name="connsiteY13" fmla="*/ 777055 h 3569344"/>
                  <a:gd name="connsiteX14" fmla="*/ 7705662 w 7720832"/>
                  <a:gd name="connsiteY14" fmla="*/ 1676651 h 3569344"/>
                  <a:gd name="connsiteX15" fmla="*/ 7386864 w 7720832"/>
                  <a:gd name="connsiteY15" fmla="*/ 2786448 h 3569344"/>
                  <a:gd name="connsiteX16" fmla="*/ 6895348 w 7720832"/>
                  <a:gd name="connsiteY16" fmla="*/ 3223107 h 3569344"/>
                  <a:gd name="connsiteX17" fmla="*/ 6340740 w 7720832"/>
                  <a:gd name="connsiteY17" fmla="*/ 3279369 h 3569344"/>
                  <a:gd name="connsiteX18" fmla="*/ 6043341 w 7720832"/>
                  <a:gd name="connsiteY18" fmla="*/ 3303482 h 3569344"/>
                  <a:gd name="connsiteX19" fmla="*/ 5834631 w 7720832"/>
                  <a:gd name="connsiteY19" fmla="*/ 3396559 h 3569344"/>
                  <a:gd name="connsiteX20" fmla="*/ 5399565 w 7720832"/>
                  <a:gd name="connsiteY20" fmla="*/ 3448710 h 3569344"/>
                  <a:gd name="connsiteX21" fmla="*/ 4725142 w 7720832"/>
                  <a:gd name="connsiteY21" fmla="*/ 3568719 h 3569344"/>
                  <a:gd name="connsiteX22" fmla="*/ 3511435 w 7720832"/>
                  <a:gd name="connsiteY22" fmla="*/ 3391894 h 3569344"/>
                  <a:gd name="connsiteX23" fmla="*/ 2852335 w 7720832"/>
                  <a:gd name="connsiteY23" fmla="*/ 3158807 h 3569344"/>
                  <a:gd name="connsiteX24" fmla="*/ 2434370 w 7720832"/>
                  <a:gd name="connsiteY24" fmla="*/ 2925719 h 3569344"/>
                  <a:gd name="connsiteX25" fmla="*/ 2236774 w 7720832"/>
                  <a:gd name="connsiteY25" fmla="*/ 2738955 h 3569344"/>
                  <a:gd name="connsiteX26" fmla="*/ 2331760 w 7720832"/>
                  <a:gd name="connsiteY26" fmla="*/ 2620398 h 3569344"/>
                  <a:gd name="connsiteX27" fmla="*/ 2037571 w 7720832"/>
                  <a:gd name="connsiteY27" fmla="*/ 2525639 h 3569344"/>
                  <a:gd name="connsiteX28" fmla="*/ 2017988 w 7720832"/>
                  <a:gd name="connsiteY28" fmla="*/ 2462830 h 3569344"/>
                  <a:gd name="connsiteX29" fmla="*/ 1791346 w 7720832"/>
                  <a:gd name="connsiteY29" fmla="*/ 2202344 h 3569344"/>
                  <a:gd name="connsiteX30" fmla="*/ 1413570 w 7720832"/>
                  <a:gd name="connsiteY30" fmla="*/ 2065706 h 3569344"/>
                  <a:gd name="connsiteX31" fmla="*/ 770546 w 7720832"/>
                  <a:gd name="connsiteY31" fmla="*/ 2057669 h 3569344"/>
                  <a:gd name="connsiteX32" fmla="*/ 352580 w 7720832"/>
                  <a:gd name="connsiteY32" fmla="*/ 1985331 h 3569344"/>
                  <a:gd name="connsiteX33" fmla="*/ 127522 w 7720832"/>
                  <a:gd name="connsiteY33" fmla="*/ 1872806 h 3569344"/>
                  <a:gd name="connsiteX34" fmla="*/ 63220 w 7720832"/>
                  <a:gd name="connsiteY34" fmla="*/ 1784394 h 3569344"/>
                  <a:gd name="connsiteX35" fmla="*/ 14993 w 7720832"/>
                  <a:gd name="connsiteY35" fmla="*/ 1671868 h 3569344"/>
                  <a:gd name="connsiteX36" fmla="*/ 344542 w 7720832"/>
                  <a:gd name="connsiteY36" fmla="*/ 1430743 h 3569344"/>
                  <a:gd name="connsiteX0" fmla="*/ 256127 w 7720832"/>
                  <a:gd name="connsiteY0" fmla="*/ 1495043 h 3569344"/>
                  <a:gd name="connsiteX1" fmla="*/ 529412 w 7720832"/>
                  <a:gd name="connsiteY1" fmla="*/ 1342331 h 3569344"/>
                  <a:gd name="connsiteX2" fmla="*/ 1011680 w 7720832"/>
                  <a:gd name="connsiteY2" fmla="*/ 1374481 h 3569344"/>
                  <a:gd name="connsiteX3" fmla="*/ 1887800 w 7720832"/>
                  <a:gd name="connsiteY3" fmla="*/ 1213731 h 3569344"/>
                  <a:gd name="connsiteX4" fmla="*/ 2036740 w 7720832"/>
                  <a:gd name="connsiteY4" fmla="*/ 1046919 h 3569344"/>
                  <a:gd name="connsiteX5" fmla="*/ 2339915 w 7720832"/>
                  <a:gd name="connsiteY5" fmla="*/ 951768 h 3569344"/>
                  <a:gd name="connsiteX6" fmla="*/ 2233267 w 7720832"/>
                  <a:gd name="connsiteY6" fmla="*/ 798638 h 3569344"/>
                  <a:gd name="connsiteX7" fmla="*/ 2940751 w 7720832"/>
                  <a:gd name="connsiteY7" fmla="*/ 369793 h 3569344"/>
                  <a:gd name="connsiteX8" fmla="*/ 4033892 w 7720832"/>
                  <a:gd name="connsiteY8" fmla="*/ 64368 h 3569344"/>
                  <a:gd name="connsiteX9" fmla="*/ 4910012 w 7720832"/>
                  <a:gd name="connsiteY9" fmla="*/ 32218 h 3569344"/>
                  <a:gd name="connsiteX10" fmla="*/ 5416393 w 7720832"/>
                  <a:gd name="connsiteY10" fmla="*/ 8105 h 3569344"/>
                  <a:gd name="connsiteX11" fmla="*/ 5911082 w 7720832"/>
                  <a:gd name="connsiteY11" fmla="*/ 184192 h 3569344"/>
                  <a:gd name="connsiteX12" fmla="*/ 6484022 w 7720832"/>
                  <a:gd name="connsiteY12" fmla="*/ 437465 h 3569344"/>
                  <a:gd name="connsiteX13" fmla="*/ 6899573 w 7720832"/>
                  <a:gd name="connsiteY13" fmla="*/ 777055 h 3569344"/>
                  <a:gd name="connsiteX14" fmla="*/ 7705662 w 7720832"/>
                  <a:gd name="connsiteY14" fmla="*/ 1676651 h 3569344"/>
                  <a:gd name="connsiteX15" fmla="*/ 7386864 w 7720832"/>
                  <a:gd name="connsiteY15" fmla="*/ 2786448 h 3569344"/>
                  <a:gd name="connsiteX16" fmla="*/ 6895348 w 7720832"/>
                  <a:gd name="connsiteY16" fmla="*/ 3223107 h 3569344"/>
                  <a:gd name="connsiteX17" fmla="*/ 6340740 w 7720832"/>
                  <a:gd name="connsiteY17" fmla="*/ 3279369 h 3569344"/>
                  <a:gd name="connsiteX18" fmla="*/ 6043341 w 7720832"/>
                  <a:gd name="connsiteY18" fmla="*/ 3303482 h 3569344"/>
                  <a:gd name="connsiteX19" fmla="*/ 5834631 w 7720832"/>
                  <a:gd name="connsiteY19" fmla="*/ 3396559 h 3569344"/>
                  <a:gd name="connsiteX20" fmla="*/ 5399565 w 7720832"/>
                  <a:gd name="connsiteY20" fmla="*/ 3448710 h 3569344"/>
                  <a:gd name="connsiteX21" fmla="*/ 4725142 w 7720832"/>
                  <a:gd name="connsiteY21" fmla="*/ 3568719 h 3569344"/>
                  <a:gd name="connsiteX22" fmla="*/ 3511435 w 7720832"/>
                  <a:gd name="connsiteY22" fmla="*/ 3391894 h 3569344"/>
                  <a:gd name="connsiteX23" fmla="*/ 2852335 w 7720832"/>
                  <a:gd name="connsiteY23" fmla="*/ 3158807 h 3569344"/>
                  <a:gd name="connsiteX24" fmla="*/ 2434370 w 7720832"/>
                  <a:gd name="connsiteY24" fmla="*/ 2925719 h 3569344"/>
                  <a:gd name="connsiteX25" fmla="*/ 2236774 w 7720832"/>
                  <a:gd name="connsiteY25" fmla="*/ 2738955 h 3569344"/>
                  <a:gd name="connsiteX26" fmla="*/ 2331760 w 7720832"/>
                  <a:gd name="connsiteY26" fmla="*/ 2620398 h 3569344"/>
                  <a:gd name="connsiteX27" fmla="*/ 2037571 w 7720832"/>
                  <a:gd name="connsiteY27" fmla="*/ 2525639 h 3569344"/>
                  <a:gd name="connsiteX28" fmla="*/ 2017988 w 7720832"/>
                  <a:gd name="connsiteY28" fmla="*/ 2462830 h 3569344"/>
                  <a:gd name="connsiteX29" fmla="*/ 1791346 w 7720832"/>
                  <a:gd name="connsiteY29" fmla="*/ 2202344 h 3569344"/>
                  <a:gd name="connsiteX30" fmla="*/ 1413570 w 7720832"/>
                  <a:gd name="connsiteY30" fmla="*/ 2065706 h 3569344"/>
                  <a:gd name="connsiteX31" fmla="*/ 770546 w 7720832"/>
                  <a:gd name="connsiteY31" fmla="*/ 2057669 h 3569344"/>
                  <a:gd name="connsiteX32" fmla="*/ 352580 w 7720832"/>
                  <a:gd name="connsiteY32" fmla="*/ 1985331 h 3569344"/>
                  <a:gd name="connsiteX33" fmla="*/ 127522 w 7720832"/>
                  <a:gd name="connsiteY33" fmla="*/ 1872806 h 3569344"/>
                  <a:gd name="connsiteX34" fmla="*/ 63220 w 7720832"/>
                  <a:gd name="connsiteY34" fmla="*/ 1784394 h 3569344"/>
                  <a:gd name="connsiteX35" fmla="*/ 14993 w 7720832"/>
                  <a:gd name="connsiteY35" fmla="*/ 1671868 h 3569344"/>
                  <a:gd name="connsiteX36" fmla="*/ 344542 w 7720832"/>
                  <a:gd name="connsiteY36" fmla="*/ 1430743 h 3569344"/>
                  <a:gd name="connsiteX0" fmla="*/ 256127 w 7720548"/>
                  <a:gd name="connsiteY0" fmla="*/ 1495043 h 3569344"/>
                  <a:gd name="connsiteX1" fmla="*/ 529412 w 7720548"/>
                  <a:gd name="connsiteY1" fmla="*/ 1342331 h 3569344"/>
                  <a:gd name="connsiteX2" fmla="*/ 1011680 w 7720548"/>
                  <a:gd name="connsiteY2" fmla="*/ 1374481 h 3569344"/>
                  <a:gd name="connsiteX3" fmla="*/ 1887800 w 7720548"/>
                  <a:gd name="connsiteY3" fmla="*/ 1213731 h 3569344"/>
                  <a:gd name="connsiteX4" fmla="*/ 2036740 w 7720548"/>
                  <a:gd name="connsiteY4" fmla="*/ 1046919 h 3569344"/>
                  <a:gd name="connsiteX5" fmla="*/ 2339915 w 7720548"/>
                  <a:gd name="connsiteY5" fmla="*/ 951768 h 3569344"/>
                  <a:gd name="connsiteX6" fmla="*/ 2233267 w 7720548"/>
                  <a:gd name="connsiteY6" fmla="*/ 798638 h 3569344"/>
                  <a:gd name="connsiteX7" fmla="*/ 2940751 w 7720548"/>
                  <a:gd name="connsiteY7" fmla="*/ 369793 h 3569344"/>
                  <a:gd name="connsiteX8" fmla="*/ 4033892 w 7720548"/>
                  <a:gd name="connsiteY8" fmla="*/ 64368 h 3569344"/>
                  <a:gd name="connsiteX9" fmla="*/ 4910012 w 7720548"/>
                  <a:gd name="connsiteY9" fmla="*/ 32218 h 3569344"/>
                  <a:gd name="connsiteX10" fmla="*/ 5416393 w 7720548"/>
                  <a:gd name="connsiteY10" fmla="*/ 8105 h 3569344"/>
                  <a:gd name="connsiteX11" fmla="*/ 5911082 w 7720548"/>
                  <a:gd name="connsiteY11" fmla="*/ 184192 h 3569344"/>
                  <a:gd name="connsiteX12" fmla="*/ 6484022 w 7720548"/>
                  <a:gd name="connsiteY12" fmla="*/ 437465 h 3569344"/>
                  <a:gd name="connsiteX13" fmla="*/ 6899573 w 7720548"/>
                  <a:gd name="connsiteY13" fmla="*/ 777055 h 3569344"/>
                  <a:gd name="connsiteX14" fmla="*/ 7705662 w 7720548"/>
                  <a:gd name="connsiteY14" fmla="*/ 1676651 h 3569344"/>
                  <a:gd name="connsiteX15" fmla="*/ 7386864 w 7720548"/>
                  <a:gd name="connsiteY15" fmla="*/ 2786448 h 3569344"/>
                  <a:gd name="connsiteX16" fmla="*/ 6935349 w 7720548"/>
                  <a:gd name="connsiteY16" fmla="*/ 2823078 h 3569344"/>
                  <a:gd name="connsiteX17" fmla="*/ 6340740 w 7720548"/>
                  <a:gd name="connsiteY17" fmla="*/ 3279369 h 3569344"/>
                  <a:gd name="connsiteX18" fmla="*/ 6043341 w 7720548"/>
                  <a:gd name="connsiteY18" fmla="*/ 3303482 h 3569344"/>
                  <a:gd name="connsiteX19" fmla="*/ 5834631 w 7720548"/>
                  <a:gd name="connsiteY19" fmla="*/ 3396559 h 3569344"/>
                  <a:gd name="connsiteX20" fmla="*/ 5399565 w 7720548"/>
                  <a:gd name="connsiteY20" fmla="*/ 3448710 h 3569344"/>
                  <a:gd name="connsiteX21" fmla="*/ 4725142 w 7720548"/>
                  <a:gd name="connsiteY21" fmla="*/ 3568719 h 3569344"/>
                  <a:gd name="connsiteX22" fmla="*/ 3511435 w 7720548"/>
                  <a:gd name="connsiteY22" fmla="*/ 3391894 h 3569344"/>
                  <a:gd name="connsiteX23" fmla="*/ 2852335 w 7720548"/>
                  <a:gd name="connsiteY23" fmla="*/ 3158807 h 3569344"/>
                  <a:gd name="connsiteX24" fmla="*/ 2434370 w 7720548"/>
                  <a:gd name="connsiteY24" fmla="*/ 2925719 h 3569344"/>
                  <a:gd name="connsiteX25" fmla="*/ 2236774 w 7720548"/>
                  <a:gd name="connsiteY25" fmla="*/ 2738955 h 3569344"/>
                  <a:gd name="connsiteX26" fmla="*/ 2331760 w 7720548"/>
                  <a:gd name="connsiteY26" fmla="*/ 2620398 h 3569344"/>
                  <a:gd name="connsiteX27" fmla="*/ 2037571 w 7720548"/>
                  <a:gd name="connsiteY27" fmla="*/ 2525639 h 3569344"/>
                  <a:gd name="connsiteX28" fmla="*/ 2017988 w 7720548"/>
                  <a:gd name="connsiteY28" fmla="*/ 2462830 h 3569344"/>
                  <a:gd name="connsiteX29" fmla="*/ 1791346 w 7720548"/>
                  <a:gd name="connsiteY29" fmla="*/ 2202344 h 3569344"/>
                  <a:gd name="connsiteX30" fmla="*/ 1413570 w 7720548"/>
                  <a:gd name="connsiteY30" fmla="*/ 2065706 h 3569344"/>
                  <a:gd name="connsiteX31" fmla="*/ 770546 w 7720548"/>
                  <a:gd name="connsiteY31" fmla="*/ 2057669 h 3569344"/>
                  <a:gd name="connsiteX32" fmla="*/ 352580 w 7720548"/>
                  <a:gd name="connsiteY32" fmla="*/ 1985331 h 3569344"/>
                  <a:gd name="connsiteX33" fmla="*/ 127522 w 7720548"/>
                  <a:gd name="connsiteY33" fmla="*/ 1872806 h 3569344"/>
                  <a:gd name="connsiteX34" fmla="*/ 63220 w 7720548"/>
                  <a:gd name="connsiteY34" fmla="*/ 1784394 h 3569344"/>
                  <a:gd name="connsiteX35" fmla="*/ 14993 w 7720548"/>
                  <a:gd name="connsiteY35" fmla="*/ 1671868 h 3569344"/>
                  <a:gd name="connsiteX36" fmla="*/ 344542 w 7720548"/>
                  <a:gd name="connsiteY36" fmla="*/ 1430743 h 3569344"/>
                  <a:gd name="connsiteX0" fmla="*/ 256127 w 7720548"/>
                  <a:gd name="connsiteY0" fmla="*/ 1495043 h 3569344"/>
                  <a:gd name="connsiteX1" fmla="*/ 529412 w 7720548"/>
                  <a:gd name="connsiteY1" fmla="*/ 1342331 h 3569344"/>
                  <a:gd name="connsiteX2" fmla="*/ 1011680 w 7720548"/>
                  <a:gd name="connsiteY2" fmla="*/ 1374481 h 3569344"/>
                  <a:gd name="connsiteX3" fmla="*/ 1887800 w 7720548"/>
                  <a:gd name="connsiteY3" fmla="*/ 1213731 h 3569344"/>
                  <a:gd name="connsiteX4" fmla="*/ 2036740 w 7720548"/>
                  <a:gd name="connsiteY4" fmla="*/ 1046919 h 3569344"/>
                  <a:gd name="connsiteX5" fmla="*/ 2339915 w 7720548"/>
                  <a:gd name="connsiteY5" fmla="*/ 951768 h 3569344"/>
                  <a:gd name="connsiteX6" fmla="*/ 2233267 w 7720548"/>
                  <a:gd name="connsiteY6" fmla="*/ 798638 h 3569344"/>
                  <a:gd name="connsiteX7" fmla="*/ 2940751 w 7720548"/>
                  <a:gd name="connsiteY7" fmla="*/ 369793 h 3569344"/>
                  <a:gd name="connsiteX8" fmla="*/ 4033892 w 7720548"/>
                  <a:gd name="connsiteY8" fmla="*/ 64368 h 3569344"/>
                  <a:gd name="connsiteX9" fmla="*/ 4910012 w 7720548"/>
                  <a:gd name="connsiteY9" fmla="*/ 32218 h 3569344"/>
                  <a:gd name="connsiteX10" fmla="*/ 5416393 w 7720548"/>
                  <a:gd name="connsiteY10" fmla="*/ 8105 h 3569344"/>
                  <a:gd name="connsiteX11" fmla="*/ 5911082 w 7720548"/>
                  <a:gd name="connsiteY11" fmla="*/ 184192 h 3569344"/>
                  <a:gd name="connsiteX12" fmla="*/ 6484022 w 7720548"/>
                  <a:gd name="connsiteY12" fmla="*/ 437465 h 3569344"/>
                  <a:gd name="connsiteX13" fmla="*/ 6899573 w 7720548"/>
                  <a:gd name="connsiteY13" fmla="*/ 777055 h 3569344"/>
                  <a:gd name="connsiteX14" fmla="*/ 7705662 w 7720548"/>
                  <a:gd name="connsiteY14" fmla="*/ 1676651 h 3569344"/>
                  <a:gd name="connsiteX15" fmla="*/ 7386864 w 7720548"/>
                  <a:gd name="connsiteY15" fmla="*/ 2266410 h 3569344"/>
                  <a:gd name="connsiteX16" fmla="*/ 6935349 w 7720548"/>
                  <a:gd name="connsiteY16" fmla="*/ 2823078 h 3569344"/>
                  <a:gd name="connsiteX17" fmla="*/ 6340740 w 7720548"/>
                  <a:gd name="connsiteY17" fmla="*/ 3279369 h 3569344"/>
                  <a:gd name="connsiteX18" fmla="*/ 6043341 w 7720548"/>
                  <a:gd name="connsiteY18" fmla="*/ 3303482 h 3569344"/>
                  <a:gd name="connsiteX19" fmla="*/ 5834631 w 7720548"/>
                  <a:gd name="connsiteY19" fmla="*/ 3396559 h 3569344"/>
                  <a:gd name="connsiteX20" fmla="*/ 5399565 w 7720548"/>
                  <a:gd name="connsiteY20" fmla="*/ 3448710 h 3569344"/>
                  <a:gd name="connsiteX21" fmla="*/ 4725142 w 7720548"/>
                  <a:gd name="connsiteY21" fmla="*/ 3568719 h 3569344"/>
                  <a:gd name="connsiteX22" fmla="*/ 3511435 w 7720548"/>
                  <a:gd name="connsiteY22" fmla="*/ 3391894 h 3569344"/>
                  <a:gd name="connsiteX23" fmla="*/ 2852335 w 7720548"/>
                  <a:gd name="connsiteY23" fmla="*/ 3158807 h 3569344"/>
                  <a:gd name="connsiteX24" fmla="*/ 2434370 w 7720548"/>
                  <a:gd name="connsiteY24" fmla="*/ 2925719 h 3569344"/>
                  <a:gd name="connsiteX25" fmla="*/ 2236774 w 7720548"/>
                  <a:gd name="connsiteY25" fmla="*/ 2738955 h 3569344"/>
                  <a:gd name="connsiteX26" fmla="*/ 2331760 w 7720548"/>
                  <a:gd name="connsiteY26" fmla="*/ 2620398 h 3569344"/>
                  <a:gd name="connsiteX27" fmla="*/ 2037571 w 7720548"/>
                  <a:gd name="connsiteY27" fmla="*/ 2525639 h 3569344"/>
                  <a:gd name="connsiteX28" fmla="*/ 2017988 w 7720548"/>
                  <a:gd name="connsiteY28" fmla="*/ 2462830 h 3569344"/>
                  <a:gd name="connsiteX29" fmla="*/ 1791346 w 7720548"/>
                  <a:gd name="connsiteY29" fmla="*/ 2202344 h 3569344"/>
                  <a:gd name="connsiteX30" fmla="*/ 1413570 w 7720548"/>
                  <a:gd name="connsiteY30" fmla="*/ 2065706 h 3569344"/>
                  <a:gd name="connsiteX31" fmla="*/ 770546 w 7720548"/>
                  <a:gd name="connsiteY31" fmla="*/ 2057669 h 3569344"/>
                  <a:gd name="connsiteX32" fmla="*/ 352580 w 7720548"/>
                  <a:gd name="connsiteY32" fmla="*/ 1985331 h 3569344"/>
                  <a:gd name="connsiteX33" fmla="*/ 127522 w 7720548"/>
                  <a:gd name="connsiteY33" fmla="*/ 1872806 h 3569344"/>
                  <a:gd name="connsiteX34" fmla="*/ 63220 w 7720548"/>
                  <a:gd name="connsiteY34" fmla="*/ 1784394 h 3569344"/>
                  <a:gd name="connsiteX35" fmla="*/ 14993 w 7720548"/>
                  <a:gd name="connsiteY35" fmla="*/ 1671868 h 3569344"/>
                  <a:gd name="connsiteX36" fmla="*/ 344542 w 7720548"/>
                  <a:gd name="connsiteY36" fmla="*/ 1430743 h 3569344"/>
                  <a:gd name="connsiteX0" fmla="*/ 256127 w 7463695"/>
                  <a:gd name="connsiteY0" fmla="*/ 1495043 h 3569344"/>
                  <a:gd name="connsiteX1" fmla="*/ 529412 w 7463695"/>
                  <a:gd name="connsiteY1" fmla="*/ 1342331 h 3569344"/>
                  <a:gd name="connsiteX2" fmla="*/ 1011680 w 7463695"/>
                  <a:gd name="connsiteY2" fmla="*/ 1374481 h 3569344"/>
                  <a:gd name="connsiteX3" fmla="*/ 1887800 w 7463695"/>
                  <a:gd name="connsiteY3" fmla="*/ 1213731 h 3569344"/>
                  <a:gd name="connsiteX4" fmla="*/ 2036740 w 7463695"/>
                  <a:gd name="connsiteY4" fmla="*/ 1046919 h 3569344"/>
                  <a:gd name="connsiteX5" fmla="*/ 2339915 w 7463695"/>
                  <a:gd name="connsiteY5" fmla="*/ 951768 h 3569344"/>
                  <a:gd name="connsiteX6" fmla="*/ 2233267 w 7463695"/>
                  <a:gd name="connsiteY6" fmla="*/ 798638 h 3569344"/>
                  <a:gd name="connsiteX7" fmla="*/ 2940751 w 7463695"/>
                  <a:gd name="connsiteY7" fmla="*/ 369793 h 3569344"/>
                  <a:gd name="connsiteX8" fmla="*/ 4033892 w 7463695"/>
                  <a:gd name="connsiteY8" fmla="*/ 64368 h 3569344"/>
                  <a:gd name="connsiteX9" fmla="*/ 4910012 w 7463695"/>
                  <a:gd name="connsiteY9" fmla="*/ 32218 h 3569344"/>
                  <a:gd name="connsiteX10" fmla="*/ 5416393 w 7463695"/>
                  <a:gd name="connsiteY10" fmla="*/ 8105 h 3569344"/>
                  <a:gd name="connsiteX11" fmla="*/ 5911082 w 7463695"/>
                  <a:gd name="connsiteY11" fmla="*/ 184192 h 3569344"/>
                  <a:gd name="connsiteX12" fmla="*/ 6484022 w 7463695"/>
                  <a:gd name="connsiteY12" fmla="*/ 437465 h 3569344"/>
                  <a:gd name="connsiteX13" fmla="*/ 6899573 w 7463695"/>
                  <a:gd name="connsiteY13" fmla="*/ 777055 h 3569344"/>
                  <a:gd name="connsiteX14" fmla="*/ 7415654 w 7463695"/>
                  <a:gd name="connsiteY14" fmla="*/ 1346627 h 3569344"/>
                  <a:gd name="connsiteX15" fmla="*/ 7386864 w 7463695"/>
                  <a:gd name="connsiteY15" fmla="*/ 2266410 h 3569344"/>
                  <a:gd name="connsiteX16" fmla="*/ 6935349 w 7463695"/>
                  <a:gd name="connsiteY16" fmla="*/ 2823078 h 3569344"/>
                  <a:gd name="connsiteX17" fmla="*/ 6340740 w 7463695"/>
                  <a:gd name="connsiteY17" fmla="*/ 3279369 h 3569344"/>
                  <a:gd name="connsiteX18" fmla="*/ 6043341 w 7463695"/>
                  <a:gd name="connsiteY18" fmla="*/ 3303482 h 3569344"/>
                  <a:gd name="connsiteX19" fmla="*/ 5834631 w 7463695"/>
                  <a:gd name="connsiteY19" fmla="*/ 3396559 h 3569344"/>
                  <a:gd name="connsiteX20" fmla="*/ 5399565 w 7463695"/>
                  <a:gd name="connsiteY20" fmla="*/ 3448710 h 3569344"/>
                  <a:gd name="connsiteX21" fmla="*/ 4725142 w 7463695"/>
                  <a:gd name="connsiteY21" fmla="*/ 3568719 h 3569344"/>
                  <a:gd name="connsiteX22" fmla="*/ 3511435 w 7463695"/>
                  <a:gd name="connsiteY22" fmla="*/ 3391894 h 3569344"/>
                  <a:gd name="connsiteX23" fmla="*/ 2852335 w 7463695"/>
                  <a:gd name="connsiteY23" fmla="*/ 3158807 h 3569344"/>
                  <a:gd name="connsiteX24" fmla="*/ 2434370 w 7463695"/>
                  <a:gd name="connsiteY24" fmla="*/ 2925719 h 3569344"/>
                  <a:gd name="connsiteX25" fmla="*/ 2236774 w 7463695"/>
                  <a:gd name="connsiteY25" fmla="*/ 2738955 h 3569344"/>
                  <a:gd name="connsiteX26" fmla="*/ 2331760 w 7463695"/>
                  <a:gd name="connsiteY26" fmla="*/ 2620398 h 3569344"/>
                  <a:gd name="connsiteX27" fmla="*/ 2037571 w 7463695"/>
                  <a:gd name="connsiteY27" fmla="*/ 2525639 h 3569344"/>
                  <a:gd name="connsiteX28" fmla="*/ 2017988 w 7463695"/>
                  <a:gd name="connsiteY28" fmla="*/ 2462830 h 3569344"/>
                  <a:gd name="connsiteX29" fmla="*/ 1791346 w 7463695"/>
                  <a:gd name="connsiteY29" fmla="*/ 2202344 h 3569344"/>
                  <a:gd name="connsiteX30" fmla="*/ 1413570 w 7463695"/>
                  <a:gd name="connsiteY30" fmla="*/ 2065706 h 3569344"/>
                  <a:gd name="connsiteX31" fmla="*/ 770546 w 7463695"/>
                  <a:gd name="connsiteY31" fmla="*/ 2057669 h 3569344"/>
                  <a:gd name="connsiteX32" fmla="*/ 352580 w 7463695"/>
                  <a:gd name="connsiteY32" fmla="*/ 1985331 h 3569344"/>
                  <a:gd name="connsiteX33" fmla="*/ 127522 w 7463695"/>
                  <a:gd name="connsiteY33" fmla="*/ 1872806 h 3569344"/>
                  <a:gd name="connsiteX34" fmla="*/ 63220 w 7463695"/>
                  <a:gd name="connsiteY34" fmla="*/ 1784394 h 3569344"/>
                  <a:gd name="connsiteX35" fmla="*/ 14993 w 7463695"/>
                  <a:gd name="connsiteY35" fmla="*/ 1671868 h 3569344"/>
                  <a:gd name="connsiteX36" fmla="*/ 344542 w 7463695"/>
                  <a:gd name="connsiteY36" fmla="*/ 1430743 h 3569344"/>
                  <a:gd name="connsiteX0" fmla="*/ 256127 w 7458735"/>
                  <a:gd name="connsiteY0" fmla="*/ 1495043 h 3569344"/>
                  <a:gd name="connsiteX1" fmla="*/ 529412 w 7458735"/>
                  <a:gd name="connsiteY1" fmla="*/ 1342331 h 3569344"/>
                  <a:gd name="connsiteX2" fmla="*/ 1011680 w 7458735"/>
                  <a:gd name="connsiteY2" fmla="*/ 1374481 h 3569344"/>
                  <a:gd name="connsiteX3" fmla="*/ 1887800 w 7458735"/>
                  <a:gd name="connsiteY3" fmla="*/ 1213731 h 3569344"/>
                  <a:gd name="connsiteX4" fmla="*/ 2036740 w 7458735"/>
                  <a:gd name="connsiteY4" fmla="*/ 1046919 h 3569344"/>
                  <a:gd name="connsiteX5" fmla="*/ 2339915 w 7458735"/>
                  <a:gd name="connsiteY5" fmla="*/ 951768 h 3569344"/>
                  <a:gd name="connsiteX6" fmla="*/ 2233267 w 7458735"/>
                  <a:gd name="connsiteY6" fmla="*/ 798638 h 3569344"/>
                  <a:gd name="connsiteX7" fmla="*/ 2940751 w 7458735"/>
                  <a:gd name="connsiteY7" fmla="*/ 369793 h 3569344"/>
                  <a:gd name="connsiteX8" fmla="*/ 4033892 w 7458735"/>
                  <a:gd name="connsiteY8" fmla="*/ 64368 h 3569344"/>
                  <a:gd name="connsiteX9" fmla="*/ 4910012 w 7458735"/>
                  <a:gd name="connsiteY9" fmla="*/ 32218 h 3569344"/>
                  <a:gd name="connsiteX10" fmla="*/ 5416393 w 7458735"/>
                  <a:gd name="connsiteY10" fmla="*/ 8105 h 3569344"/>
                  <a:gd name="connsiteX11" fmla="*/ 5911082 w 7458735"/>
                  <a:gd name="connsiteY11" fmla="*/ 184192 h 3569344"/>
                  <a:gd name="connsiteX12" fmla="*/ 6484022 w 7458735"/>
                  <a:gd name="connsiteY12" fmla="*/ 437465 h 3569344"/>
                  <a:gd name="connsiteX13" fmla="*/ 6969575 w 7458735"/>
                  <a:gd name="connsiteY13" fmla="*/ 777055 h 3569344"/>
                  <a:gd name="connsiteX14" fmla="*/ 7415654 w 7458735"/>
                  <a:gd name="connsiteY14" fmla="*/ 1346627 h 3569344"/>
                  <a:gd name="connsiteX15" fmla="*/ 7386864 w 7458735"/>
                  <a:gd name="connsiteY15" fmla="*/ 2266410 h 3569344"/>
                  <a:gd name="connsiteX16" fmla="*/ 6935349 w 7458735"/>
                  <a:gd name="connsiteY16" fmla="*/ 2823078 h 3569344"/>
                  <a:gd name="connsiteX17" fmla="*/ 6340740 w 7458735"/>
                  <a:gd name="connsiteY17" fmla="*/ 3279369 h 3569344"/>
                  <a:gd name="connsiteX18" fmla="*/ 6043341 w 7458735"/>
                  <a:gd name="connsiteY18" fmla="*/ 3303482 h 3569344"/>
                  <a:gd name="connsiteX19" fmla="*/ 5834631 w 7458735"/>
                  <a:gd name="connsiteY19" fmla="*/ 3396559 h 3569344"/>
                  <a:gd name="connsiteX20" fmla="*/ 5399565 w 7458735"/>
                  <a:gd name="connsiteY20" fmla="*/ 3448710 h 3569344"/>
                  <a:gd name="connsiteX21" fmla="*/ 4725142 w 7458735"/>
                  <a:gd name="connsiteY21" fmla="*/ 3568719 h 3569344"/>
                  <a:gd name="connsiteX22" fmla="*/ 3511435 w 7458735"/>
                  <a:gd name="connsiteY22" fmla="*/ 3391894 h 3569344"/>
                  <a:gd name="connsiteX23" fmla="*/ 2852335 w 7458735"/>
                  <a:gd name="connsiteY23" fmla="*/ 3158807 h 3569344"/>
                  <a:gd name="connsiteX24" fmla="*/ 2434370 w 7458735"/>
                  <a:gd name="connsiteY24" fmla="*/ 2925719 h 3569344"/>
                  <a:gd name="connsiteX25" fmla="*/ 2236774 w 7458735"/>
                  <a:gd name="connsiteY25" fmla="*/ 2738955 h 3569344"/>
                  <a:gd name="connsiteX26" fmla="*/ 2331760 w 7458735"/>
                  <a:gd name="connsiteY26" fmla="*/ 2620398 h 3569344"/>
                  <a:gd name="connsiteX27" fmla="*/ 2037571 w 7458735"/>
                  <a:gd name="connsiteY27" fmla="*/ 2525639 h 3569344"/>
                  <a:gd name="connsiteX28" fmla="*/ 2017988 w 7458735"/>
                  <a:gd name="connsiteY28" fmla="*/ 2462830 h 3569344"/>
                  <a:gd name="connsiteX29" fmla="*/ 1791346 w 7458735"/>
                  <a:gd name="connsiteY29" fmla="*/ 2202344 h 3569344"/>
                  <a:gd name="connsiteX30" fmla="*/ 1413570 w 7458735"/>
                  <a:gd name="connsiteY30" fmla="*/ 2065706 h 3569344"/>
                  <a:gd name="connsiteX31" fmla="*/ 770546 w 7458735"/>
                  <a:gd name="connsiteY31" fmla="*/ 2057669 h 3569344"/>
                  <a:gd name="connsiteX32" fmla="*/ 352580 w 7458735"/>
                  <a:gd name="connsiteY32" fmla="*/ 1985331 h 3569344"/>
                  <a:gd name="connsiteX33" fmla="*/ 127522 w 7458735"/>
                  <a:gd name="connsiteY33" fmla="*/ 1872806 h 3569344"/>
                  <a:gd name="connsiteX34" fmla="*/ 63220 w 7458735"/>
                  <a:gd name="connsiteY34" fmla="*/ 1784394 h 3569344"/>
                  <a:gd name="connsiteX35" fmla="*/ 14993 w 7458735"/>
                  <a:gd name="connsiteY35" fmla="*/ 1671868 h 3569344"/>
                  <a:gd name="connsiteX36" fmla="*/ 344542 w 7458735"/>
                  <a:gd name="connsiteY36" fmla="*/ 1430743 h 3569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7458735" h="3569344">
                    <a:moveTo>
                      <a:pt x="256127" y="1495043"/>
                    </a:moveTo>
                    <a:cubicBezTo>
                      <a:pt x="329807" y="1428734"/>
                      <a:pt x="403487" y="1362425"/>
                      <a:pt x="529412" y="1342331"/>
                    </a:cubicBezTo>
                    <a:cubicBezTo>
                      <a:pt x="655337" y="1322237"/>
                      <a:pt x="785282" y="1395914"/>
                      <a:pt x="1011680" y="1374481"/>
                    </a:cubicBezTo>
                    <a:cubicBezTo>
                      <a:pt x="1238078" y="1353048"/>
                      <a:pt x="1716957" y="1268325"/>
                      <a:pt x="1887800" y="1213731"/>
                    </a:cubicBezTo>
                    <a:cubicBezTo>
                      <a:pt x="2058643" y="1159137"/>
                      <a:pt x="2003271" y="1095948"/>
                      <a:pt x="2036740" y="1046919"/>
                    </a:cubicBezTo>
                    <a:cubicBezTo>
                      <a:pt x="2070209" y="997890"/>
                      <a:pt x="2317744" y="980448"/>
                      <a:pt x="2339915" y="951768"/>
                    </a:cubicBezTo>
                    <a:cubicBezTo>
                      <a:pt x="2362086" y="923088"/>
                      <a:pt x="2091244" y="890265"/>
                      <a:pt x="2233267" y="798638"/>
                    </a:cubicBezTo>
                    <a:cubicBezTo>
                      <a:pt x="2375290" y="707011"/>
                      <a:pt x="2640647" y="492171"/>
                      <a:pt x="2940751" y="369793"/>
                    </a:cubicBezTo>
                    <a:cubicBezTo>
                      <a:pt x="3240855" y="247415"/>
                      <a:pt x="3705682" y="120630"/>
                      <a:pt x="4033892" y="64368"/>
                    </a:cubicBezTo>
                    <a:cubicBezTo>
                      <a:pt x="4362102" y="8106"/>
                      <a:pt x="4910012" y="32218"/>
                      <a:pt x="4910012" y="32218"/>
                    </a:cubicBezTo>
                    <a:cubicBezTo>
                      <a:pt x="5078806" y="24180"/>
                      <a:pt x="5249548" y="-17224"/>
                      <a:pt x="5416393" y="8105"/>
                    </a:cubicBezTo>
                    <a:cubicBezTo>
                      <a:pt x="5583238" y="33434"/>
                      <a:pt x="5733144" y="112632"/>
                      <a:pt x="5911082" y="184192"/>
                    </a:cubicBezTo>
                    <a:cubicBezTo>
                      <a:pt x="6089020" y="255752"/>
                      <a:pt x="6307607" y="338655"/>
                      <a:pt x="6484022" y="437465"/>
                    </a:cubicBezTo>
                    <a:cubicBezTo>
                      <a:pt x="6660438" y="536276"/>
                      <a:pt x="6807636" y="580525"/>
                      <a:pt x="6969575" y="777055"/>
                    </a:cubicBezTo>
                    <a:cubicBezTo>
                      <a:pt x="7131514" y="973585"/>
                      <a:pt x="7346106" y="1098401"/>
                      <a:pt x="7415654" y="1346627"/>
                    </a:cubicBezTo>
                    <a:cubicBezTo>
                      <a:pt x="7485202" y="1594853"/>
                      <a:pt x="7466915" y="2020335"/>
                      <a:pt x="7386864" y="2266410"/>
                    </a:cubicBezTo>
                    <a:cubicBezTo>
                      <a:pt x="7306813" y="2512485"/>
                      <a:pt x="7109703" y="2654252"/>
                      <a:pt x="6935349" y="2823078"/>
                    </a:cubicBezTo>
                    <a:cubicBezTo>
                      <a:pt x="6760995" y="2991904"/>
                      <a:pt x="6489408" y="3199302"/>
                      <a:pt x="6340740" y="3279369"/>
                    </a:cubicBezTo>
                    <a:cubicBezTo>
                      <a:pt x="6192072" y="3359436"/>
                      <a:pt x="6127692" y="3283950"/>
                      <a:pt x="6043341" y="3303482"/>
                    </a:cubicBezTo>
                    <a:cubicBezTo>
                      <a:pt x="5958990" y="3323014"/>
                      <a:pt x="5941927" y="3372354"/>
                      <a:pt x="5834631" y="3396559"/>
                    </a:cubicBezTo>
                    <a:cubicBezTo>
                      <a:pt x="5727335" y="3420764"/>
                      <a:pt x="5584480" y="3420017"/>
                      <a:pt x="5399565" y="3448710"/>
                    </a:cubicBezTo>
                    <a:cubicBezTo>
                      <a:pt x="5214650" y="3477403"/>
                      <a:pt x="5039830" y="3578188"/>
                      <a:pt x="4725142" y="3568719"/>
                    </a:cubicBezTo>
                    <a:cubicBezTo>
                      <a:pt x="4410454" y="3559250"/>
                      <a:pt x="3823569" y="3460213"/>
                      <a:pt x="3511435" y="3391894"/>
                    </a:cubicBezTo>
                    <a:cubicBezTo>
                      <a:pt x="3199301" y="3323575"/>
                      <a:pt x="3031846" y="3236503"/>
                      <a:pt x="2852335" y="3158807"/>
                    </a:cubicBezTo>
                    <a:cubicBezTo>
                      <a:pt x="2672824" y="3081111"/>
                      <a:pt x="2536963" y="2995694"/>
                      <a:pt x="2434370" y="2925719"/>
                    </a:cubicBezTo>
                    <a:cubicBezTo>
                      <a:pt x="2331777" y="2855744"/>
                      <a:pt x="2253876" y="2789842"/>
                      <a:pt x="2236774" y="2738955"/>
                    </a:cubicBezTo>
                    <a:cubicBezTo>
                      <a:pt x="2219672" y="2688068"/>
                      <a:pt x="2355336" y="2650652"/>
                      <a:pt x="2331760" y="2620398"/>
                    </a:cubicBezTo>
                    <a:cubicBezTo>
                      <a:pt x="2308184" y="2590144"/>
                      <a:pt x="2053663" y="2554281"/>
                      <a:pt x="2037571" y="2525639"/>
                    </a:cubicBezTo>
                    <a:cubicBezTo>
                      <a:pt x="2021479" y="2496997"/>
                      <a:pt x="2059026" y="2516713"/>
                      <a:pt x="2017988" y="2462830"/>
                    </a:cubicBezTo>
                    <a:cubicBezTo>
                      <a:pt x="1976950" y="2408947"/>
                      <a:pt x="1892082" y="2268531"/>
                      <a:pt x="1791346" y="2202344"/>
                    </a:cubicBezTo>
                    <a:cubicBezTo>
                      <a:pt x="1690610" y="2136157"/>
                      <a:pt x="1583703" y="2089819"/>
                      <a:pt x="1413570" y="2065706"/>
                    </a:cubicBezTo>
                    <a:cubicBezTo>
                      <a:pt x="1243437" y="2041594"/>
                      <a:pt x="947378" y="2071065"/>
                      <a:pt x="770546" y="2057669"/>
                    </a:cubicBezTo>
                    <a:cubicBezTo>
                      <a:pt x="593714" y="2044273"/>
                      <a:pt x="459751" y="2016141"/>
                      <a:pt x="352580" y="1985331"/>
                    </a:cubicBezTo>
                    <a:cubicBezTo>
                      <a:pt x="245409" y="1954521"/>
                      <a:pt x="175749" y="1906295"/>
                      <a:pt x="127522" y="1872806"/>
                    </a:cubicBezTo>
                    <a:cubicBezTo>
                      <a:pt x="79295" y="1839317"/>
                      <a:pt x="81975" y="1817884"/>
                      <a:pt x="63220" y="1784394"/>
                    </a:cubicBezTo>
                    <a:cubicBezTo>
                      <a:pt x="44465" y="1750904"/>
                      <a:pt x="-31894" y="1730810"/>
                      <a:pt x="14993" y="1671868"/>
                    </a:cubicBezTo>
                    <a:cubicBezTo>
                      <a:pt x="61880" y="1612926"/>
                      <a:pt x="344542" y="1430743"/>
                      <a:pt x="344542" y="1430743"/>
                    </a:cubicBezTo>
                  </a:path>
                </a:pathLst>
              </a:custGeom>
              <a:solidFill>
                <a:schemeClr val="accent2">
                  <a:lumMod val="20000"/>
                  <a:lumOff val="80000"/>
                  <a:alpha val="22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reeform 1"/>
              <p:cNvSpPr/>
              <p:nvPr/>
            </p:nvSpPr>
            <p:spPr>
              <a:xfrm>
                <a:off x="3485577" y="1348638"/>
                <a:ext cx="2813388" cy="736497"/>
              </a:xfrm>
              <a:custGeom>
                <a:avLst/>
                <a:gdLst>
                  <a:gd name="connsiteX0" fmla="*/ 29715 w 2643555"/>
                  <a:gd name="connsiteY0" fmla="*/ 736497 h 962818"/>
                  <a:gd name="connsiteX1" fmla="*/ 53828 w 2643555"/>
                  <a:gd name="connsiteY1" fmla="*/ 535560 h 962818"/>
                  <a:gd name="connsiteX2" fmla="*/ 367302 w 2643555"/>
                  <a:gd name="connsiteY2" fmla="*/ 318547 h 962818"/>
                  <a:gd name="connsiteX3" fmla="*/ 1058553 w 2643555"/>
                  <a:gd name="connsiteY3" fmla="*/ 133684 h 962818"/>
                  <a:gd name="connsiteX4" fmla="*/ 1669425 w 2643555"/>
                  <a:gd name="connsiteY4" fmla="*/ 5084 h 962818"/>
                  <a:gd name="connsiteX5" fmla="*/ 2071315 w 2643555"/>
                  <a:gd name="connsiteY5" fmla="*/ 29197 h 962818"/>
                  <a:gd name="connsiteX6" fmla="*/ 2336563 w 2643555"/>
                  <a:gd name="connsiteY6" fmla="*/ 61347 h 962818"/>
                  <a:gd name="connsiteX7" fmla="*/ 2641999 w 2643555"/>
                  <a:gd name="connsiteY7" fmla="*/ 189947 h 962818"/>
                  <a:gd name="connsiteX8" fmla="*/ 2199920 w 2643555"/>
                  <a:gd name="connsiteY8" fmla="*/ 350697 h 962818"/>
                  <a:gd name="connsiteX9" fmla="*/ 1677463 w 2643555"/>
                  <a:gd name="connsiteY9" fmla="*/ 752572 h 962818"/>
                  <a:gd name="connsiteX10" fmla="*/ 1171082 w 2643555"/>
                  <a:gd name="connsiteY10" fmla="*/ 961547 h 962818"/>
                  <a:gd name="connsiteX11" fmla="*/ 737041 w 2643555"/>
                  <a:gd name="connsiteY11" fmla="*/ 840985 h 962818"/>
                  <a:gd name="connsiteX12" fmla="*/ 230660 w 2643555"/>
                  <a:gd name="connsiteY12" fmla="*/ 857060 h 962818"/>
                  <a:gd name="connsiteX13" fmla="*/ 13639 w 2643555"/>
                  <a:gd name="connsiteY13" fmla="*/ 800797 h 962818"/>
                  <a:gd name="connsiteX14" fmla="*/ 21677 w 2643555"/>
                  <a:gd name="connsiteY14" fmla="*/ 615935 h 962818"/>
                  <a:gd name="connsiteX0" fmla="*/ 191039 w 2804879"/>
                  <a:gd name="connsiteY0" fmla="*/ 736497 h 962818"/>
                  <a:gd name="connsiteX1" fmla="*/ 61 w 2804879"/>
                  <a:gd name="connsiteY1" fmla="*/ 694595 h 962818"/>
                  <a:gd name="connsiteX2" fmla="*/ 215152 w 2804879"/>
                  <a:gd name="connsiteY2" fmla="*/ 535560 h 962818"/>
                  <a:gd name="connsiteX3" fmla="*/ 528626 w 2804879"/>
                  <a:gd name="connsiteY3" fmla="*/ 318547 h 962818"/>
                  <a:gd name="connsiteX4" fmla="*/ 1219877 w 2804879"/>
                  <a:gd name="connsiteY4" fmla="*/ 133684 h 962818"/>
                  <a:gd name="connsiteX5" fmla="*/ 1830749 w 2804879"/>
                  <a:gd name="connsiteY5" fmla="*/ 5084 h 962818"/>
                  <a:gd name="connsiteX6" fmla="*/ 2232639 w 2804879"/>
                  <a:gd name="connsiteY6" fmla="*/ 29197 h 962818"/>
                  <a:gd name="connsiteX7" fmla="*/ 2497887 w 2804879"/>
                  <a:gd name="connsiteY7" fmla="*/ 61347 h 962818"/>
                  <a:gd name="connsiteX8" fmla="*/ 2803323 w 2804879"/>
                  <a:gd name="connsiteY8" fmla="*/ 189947 h 962818"/>
                  <a:gd name="connsiteX9" fmla="*/ 2361244 w 2804879"/>
                  <a:gd name="connsiteY9" fmla="*/ 350697 h 962818"/>
                  <a:gd name="connsiteX10" fmla="*/ 1838787 w 2804879"/>
                  <a:gd name="connsiteY10" fmla="*/ 752572 h 962818"/>
                  <a:gd name="connsiteX11" fmla="*/ 1332406 w 2804879"/>
                  <a:gd name="connsiteY11" fmla="*/ 961547 h 962818"/>
                  <a:gd name="connsiteX12" fmla="*/ 898365 w 2804879"/>
                  <a:gd name="connsiteY12" fmla="*/ 840985 h 962818"/>
                  <a:gd name="connsiteX13" fmla="*/ 391984 w 2804879"/>
                  <a:gd name="connsiteY13" fmla="*/ 857060 h 962818"/>
                  <a:gd name="connsiteX14" fmla="*/ 174963 w 2804879"/>
                  <a:gd name="connsiteY14" fmla="*/ 800797 h 962818"/>
                  <a:gd name="connsiteX15" fmla="*/ 183001 w 2804879"/>
                  <a:gd name="connsiteY15" fmla="*/ 615935 h 962818"/>
                  <a:gd name="connsiteX0" fmla="*/ 0 w 2804818"/>
                  <a:gd name="connsiteY0" fmla="*/ 694595 h 962818"/>
                  <a:gd name="connsiteX1" fmla="*/ 215091 w 2804818"/>
                  <a:gd name="connsiteY1" fmla="*/ 535560 h 962818"/>
                  <a:gd name="connsiteX2" fmla="*/ 528565 w 2804818"/>
                  <a:gd name="connsiteY2" fmla="*/ 318547 h 962818"/>
                  <a:gd name="connsiteX3" fmla="*/ 1219816 w 2804818"/>
                  <a:gd name="connsiteY3" fmla="*/ 133684 h 962818"/>
                  <a:gd name="connsiteX4" fmla="*/ 1830688 w 2804818"/>
                  <a:gd name="connsiteY4" fmla="*/ 5084 h 962818"/>
                  <a:gd name="connsiteX5" fmla="*/ 2232578 w 2804818"/>
                  <a:gd name="connsiteY5" fmla="*/ 29197 h 962818"/>
                  <a:gd name="connsiteX6" fmla="*/ 2497826 w 2804818"/>
                  <a:gd name="connsiteY6" fmla="*/ 61347 h 962818"/>
                  <a:gd name="connsiteX7" fmla="*/ 2803262 w 2804818"/>
                  <a:gd name="connsiteY7" fmla="*/ 189947 h 962818"/>
                  <a:gd name="connsiteX8" fmla="*/ 2361183 w 2804818"/>
                  <a:gd name="connsiteY8" fmla="*/ 350697 h 962818"/>
                  <a:gd name="connsiteX9" fmla="*/ 1838726 w 2804818"/>
                  <a:gd name="connsiteY9" fmla="*/ 752572 h 962818"/>
                  <a:gd name="connsiteX10" fmla="*/ 1332345 w 2804818"/>
                  <a:gd name="connsiteY10" fmla="*/ 961547 h 962818"/>
                  <a:gd name="connsiteX11" fmla="*/ 898304 w 2804818"/>
                  <a:gd name="connsiteY11" fmla="*/ 840985 h 962818"/>
                  <a:gd name="connsiteX12" fmla="*/ 391923 w 2804818"/>
                  <a:gd name="connsiteY12" fmla="*/ 857060 h 962818"/>
                  <a:gd name="connsiteX13" fmla="*/ 174902 w 2804818"/>
                  <a:gd name="connsiteY13" fmla="*/ 800797 h 962818"/>
                  <a:gd name="connsiteX14" fmla="*/ 182940 w 2804818"/>
                  <a:gd name="connsiteY14" fmla="*/ 615935 h 962818"/>
                  <a:gd name="connsiteX0" fmla="*/ 8570 w 2813388"/>
                  <a:gd name="connsiteY0" fmla="*/ 694595 h 962818"/>
                  <a:gd name="connsiteX1" fmla="*/ 223661 w 2813388"/>
                  <a:gd name="connsiteY1" fmla="*/ 535560 h 962818"/>
                  <a:gd name="connsiteX2" fmla="*/ 537135 w 2813388"/>
                  <a:gd name="connsiteY2" fmla="*/ 318547 h 962818"/>
                  <a:gd name="connsiteX3" fmla="*/ 1228386 w 2813388"/>
                  <a:gd name="connsiteY3" fmla="*/ 133684 h 962818"/>
                  <a:gd name="connsiteX4" fmla="*/ 1839258 w 2813388"/>
                  <a:gd name="connsiteY4" fmla="*/ 5084 h 962818"/>
                  <a:gd name="connsiteX5" fmla="*/ 2241148 w 2813388"/>
                  <a:gd name="connsiteY5" fmla="*/ 29197 h 962818"/>
                  <a:gd name="connsiteX6" fmla="*/ 2506396 w 2813388"/>
                  <a:gd name="connsiteY6" fmla="*/ 61347 h 962818"/>
                  <a:gd name="connsiteX7" fmla="*/ 2811832 w 2813388"/>
                  <a:gd name="connsiteY7" fmla="*/ 189947 h 962818"/>
                  <a:gd name="connsiteX8" fmla="*/ 2369753 w 2813388"/>
                  <a:gd name="connsiteY8" fmla="*/ 350697 h 962818"/>
                  <a:gd name="connsiteX9" fmla="*/ 1847296 w 2813388"/>
                  <a:gd name="connsiteY9" fmla="*/ 752572 h 962818"/>
                  <a:gd name="connsiteX10" fmla="*/ 1340915 w 2813388"/>
                  <a:gd name="connsiteY10" fmla="*/ 961547 h 962818"/>
                  <a:gd name="connsiteX11" fmla="*/ 906874 w 2813388"/>
                  <a:gd name="connsiteY11" fmla="*/ 840985 h 962818"/>
                  <a:gd name="connsiteX12" fmla="*/ 400493 w 2813388"/>
                  <a:gd name="connsiteY12" fmla="*/ 857060 h 962818"/>
                  <a:gd name="connsiteX13" fmla="*/ 183472 w 2813388"/>
                  <a:gd name="connsiteY13" fmla="*/ 800797 h 962818"/>
                  <a:gd name="connsiteX14" fmla="*/ 0 w 2813388"/>
                  <a:gd name="connsiteY14" fmla="*/ 707453 h 962818"/>
                  <a:gd name="connsiteX0" fmla="*/ 8570 w 2813388"/>
                  <a:gd name="connsiteY0" fmla="*/ 694595 h 962818"/>
                  <a:gd name="connsiteX1" fmla="*/ 223661 w 2813388"/>
                  <a:gd name="connsiteY1" fmla="*/ 535560 h 962818"/>
                  <a:gd name="connsiteX2" fmla="*/ 537135 w 2813388"/>
                  <a:gd name="connsiteY2" fmla="*/ 318547 h 962818"/>
                  <a:gd name="connsiteX3" fmla="*/ 1228386 w 2813388"/>
                  <a:gd name="connsiteY3" fmla="*/ 133684 h 962818"/>
                  <a:gd name="connsiteX4" fmla="*/ 1839258 w 2813388"/>
                  <a:gd name="connsiteY4" fmla="*/ 5084 h 962818"/>
                  <a:gd name="connsiteX5" fmla="*/ 2241148 w 2813388"/>
                  <a:gd name="connsiteY5" fmla="*/ 29197 h 962818"/>
                  <a:gd name="connsiteX6" fmla="*/ 2506396 w 2813388"/>
                  <a:gd name="connsiteY6" fmla="*/ 61347 h 962818"/>
                  <a:gd name="connsiteX7" fmla="*/ 2811832 w 2813388"/>
                  <a:gd name="connsiteY7" fmla="*/ 189947 h 962818"/>
                  <a:gd name="connsiteX8" fmla="*/ 2369753 w 2813388"/>
                  <a:gd name="connsiteY8" fmla="*/ 350697 h 962818"/>
                  <a:gd name="connsiteX9" fmla="*/ 1847296 w 2813388"/>
                  <a:gd name="connsiteY9" fmla="*/ 752572 h 962818"/>
                  <a:gd name="connsiteX10" fmla="*/ 1340915 w 2813388"/>
                  <a:gd name="connsiteY10" fmla="*/ 961547 h 962818"/>
                  <a:gd name="connsiteX11" fmla="*/ 906874 w 2813388"/>
                  <a:gd name="connsiteY11" fmla="*/ 840985 h 962818"/>
                  <a:gd name="connsiteX12" fmla="*/ 400493 w 2813388"/>
                  <a:gd name="connsiteY12" fmla="*/ 857060 h 962818"/>
                  <a:gd name="connsiteX13" fmla="*/ 183472 w 2813388"/>
                  <a:gd name="connsiteY13" fmla="*/ 800797 h 962818"/>
                  <a:gd name="connsiteX14" fmla="*/ 0 w 2813388"/>
                  <a:gd name="connsiteY14" fmla="*/ 707453 h 962818"/>
                  <a:gd name="connsiteX15" fmla="*/ 8570 w 2813388"/>
                  <a:gd name="connsiteY15" fmla="*/ 694595 h 96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813388" h="962818">
                    <a:moveTo>
                      <a:pt x="8570" y="694595"/>
                    </a:moveTo>
                    <a:cubicBezTo>
                      <a:pt x="12589" y="661106"/>
                      <a:pt x="135567" y="598235"/>
                      <a:pt x="223661" y="535560"/>
                    </a:cubicBezTo>
                    <a:cubicBezTo>
                      <a:pt x="311755" y="472885"/>
                      <a:pt x="369681" y="385526"/>
                      <a:pt x="537135" y="318547"/>
                    </a:cubicBezTo>
                    <a:cubicBezTo>
                      <a:pt x="704589" y="251568"/>
                      <a:pt x="1011365" y="185928"/>
                      <a:pt x="1228386" y="133684"/>
                    </a:cubicBezTo>
                    <a:cubicBezTo>
                      <a:pt x="1445407" y="81440"/>
                      <a:pt x="1670464" y="22498"/>
                      <a:pt x="1839258" y="5084"/>
                    </a:cubicBezTo>
                    <a:cubicBezTo>
                      <a:pt x="2008052" y="-12330"/>
                      <a:pt x="2129958" y="19820"/>
                      <a:pt x="2241148" y="29197"/>
                    </a:cubicBezTo>
                    <a:cubicBezTo>
                      <a:pt x="2352338" y="38574"/>
                      <a:pt x="2411282" y="34555"/>
                      <a:pt x="2506396" y="61347"/>
                    </a:cubicBezTo>
                    <a:cubicBezTo>
                      <a:pt x="2601510" y="88139"/>
                      <a:pt x="2834606" y="141722"/>
                      <a:pt x="2811832" y="189947"/>
                    </a:cubicBezTo>
                    <a:cubicBezTo>
                      <a:pt x="2789058" y="238172"/>
                      <a:pt x="2530509" y="256926"/>
                      <a:pt x="2369753" y="350697"/>
                    </a:cubicBezTo>
                    <a:cubicBezTo>
                      <a:pt x="2208997" y="444468"/>
                      <a:pt x="2018769" y="650764"/>
                      <a:pt x="1847296" y="752572"/>
                    </a:cubicBezTo>
                    <a:cubicBezTo>
                      <a:pt x="1675823" y="854380"/>
                      <a:pt x="1497652" y="946811"/>
                      <a:pt x="1340915" y="961547"/>
                    </a:cubicBezTo>
                    <a:cubicBezTo>
                      <a:pt x="1184178" y="976283"/>
                      <a:pt x="1063611" y="858400"/>
                      <a:pt x="906874" y="840985"/>
                    </a:cubicBezTo>
                    <a:cubicBezTo>
                      <a:pt x="750137" y="823570"/>
                      <a:pt x="521060" y="863758"/>
                      <a:pt x="400493" y="857060"/>
                    </a:cubicBezTo>
                    <a:cubicBezTo>
                      <a:pt x="279926" y="850362"/>
                      <a:pt x="250221" y="825731"/>
                      <a:pt x="183472" y="800797"/>
                    </a:cubicBezTo>
                    <a:cubicBezTo>
                      <a:pt x="116723" y="775863"/>
                      <a:pt x="0" y="707453"/>
                      <a:pt x="0" y="707453"/>
                    </a:cubicBezTo>
                    <a:lnTo>
                      <a:pt x="8570" y="694595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16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>
              <a:xfrm rot="11740221">
                <a:off x="3469930" y="3772896"/>
                <a:ext cx="3009035" cy="945585"/>
              </a:xfrm>
              <a:custGeom>
                <a:avLst/>
                <a:gdLst>
                  <a:gd name="connsiteX0" fmla="*/ 29715 w 2643555"/>
                  <a:gd name="connsiteY0" fmla="*/ 736497 h 962818"/>
                  <a:gd name="connsiteX1" fmla="*/ 53828 w 2643555"/>
                  <a:gd name="connsiteY1" fmla="*/ 535560 h 962818"/>
                  <a:gd name="connsiteX2" fmla="*/ 367302 w 2643555"/>
                  <a:gd name="connsiteY2" fmla="*/ 318547 h 962818"/>
                  <a:gd name="connsiteX3" fmla="*/ 1058553 w 2643555"/>
                  <a:gd name="connsiteY3" fmla="*/ 133684 h 962818"/>
                  <a:gd name="connsiteX4" fmla="*/ 1669425 w 2643555"/>
                  <a:gd name="connsiteY4" fmla="*/ 5084 h 962818"/>
                  <a:gd name="connsiteX5" fmla="*/ 2071315 w 2643555"/>
                  <a:gd name="connsiteY5" fmla="*/ 29197 h 962818"/>
                  <a:gd name="connsiteX6" fmla="*/ 2336563 w 2643555"/>
                  <a:gd name="connsiteY6" fmla="*/ 61347 h 962818"/>
                  <a:gd name="connsiteX7" fmla="*/ 2641999 w 2643555"/>
                  <a:gd name="connsiteY7" fmla="*/ 189947 h 962818"/>
                  <a:gd name="connsiteX8" fmla="*/ 2199920 w 2643555"/>
                  <a:gd name="connsiteY8" fmla="*/ 350697 h 962818"/>
                  <a:gd name="connsiteX9" fmla="*/ 1677463 w 2643555"/>
                  <a:gd name="connsiteY9" fmla="*/ 752572 h 962818"/>
                  <a:gd name="connsiteX10" fmla="*/ 1171082 w 2643555"/>
                  <a:gd name="connsiteY10" fmla="*/ 961547 h 962818"/>
                  <a:gd name="connsiteX11" fmla="*/ 737041 w 2643555"/>
                  <a:gd name="connsiteY11" fmla="*/ 840985 h 962818"/>
                  <a:gd name="connsiteX12" fmla="*/ 230660 w 2643555"/>
                  <a:gd name="connsiteY12" fmla="*/ 857060 h 962818"/>
                  <a:gd name="connsiteX13" fmla="*/ 13639 w 2643555"/>
                  <a:gd name="connsiteY13" fmla="*/ 800797 h 962818"/>
                  <a:gd name="connsiteX14" fmla="*/ 21677 w 2643555"/>
                  <a:gd name="connsiteY14" fmla="*/ 615935 h 962818"/>
                  <a:gd name="connsiteX0" fmla="*/ 395195 w 3009035"/>
                  <a:gd name="connsiteY0" fmla="*/ 736497 h 1117100"/>
                  <a:gd name="connsiteX1" fmla="*/ 419308 w 3009035"/>
                  <a:gd name="connsiteY1" fmla="*/ 535560 h 1117100"/>
                  <a:gd name="connsiteX2" fmla="*/ 732782 w 3009035"/>
                  <a:gd name="connsiteY2" fmla="*/ 318547 h 1117100"/>
                  <a:gd name="connsiteX3" fmla="*/ 1424033 w 3009035"/>
                  <a:gd name="connsiteY3" fmla="*/ 133684 h 1117100"/>
                  <a:gd name="connsiteX4" fmla="*/ 2034905 w 3009035"/>
                  <a:gd name="connsiteY4" fmla="*/ 5084 h 1117100"/>
                  <a:gd name="connsiteX5" fmla="*/ 2436795 w 3009035"/>
                  <a:gd name="connsiteY5" fmla="*/ 29197 h 1117100"/>
                  <a:gd name="connsiteX6" fmla="*/ 2702043 w 3009035"/>
                  <a:gd name="connsiteY6" fmla="*/ 61347 h 1117100"/>
                  <a:gd name="connsiteX7" fmla="*/ 3007479 w 3009035"/>
                  <a:gd name="connsiteY7" fmla="*/ 189947 h 1117100"/>
                  <a:gd name="connsiteX8" fmla="*/ 2565400 w 3009035"/>
                  <a:gd name="connsiteY8" fmla="*/ 350697 h 1117100"/>
                  <a:gd name="connsiteX9" fmla="*/ 2042943 w 3009035"/>
                  <a:gd name="connsiteY9" fmla="*/ 752572 h 1117100"/>
                  <a:gd name="connsiteX10" fmla="*/ 1536562 w 3009035"/>
                  <a:gd name="connsiteY10" fmla="*/ 961547 h 1117100"/>
                  <a:gd name="connsiteX11" fmla="*/ 1102521 w 3009035"/>
                  <a:gd name="connsiteY11" fmla="*/ 840985 h 1117100"/>
                  <a:gd name="connsiteX12" fmla="*/ 596140 w 3009035"/>
                  <a:gd name="connsiteY12" fmla="*/ 857060 h 1117100"/>
                  <a:gd name="connsiteX13" fmla="*/ 2052 w 3009035"/>
                  <a:gd name="connsiteY13" fmla="*/ 1112754 h 1117100"/>
                  <a:gd name="connsiteX14" fmla="*/ 387157 w 3009035"/>
                  <a:gd name="connsiteY14" fmla="*/ 615935 h 1117100"/>
                  <a:gd name="connsiteX0" fmla="*/ 419308 w 3009035"/>
                  <a:gd name="connsiteY0" fmla="*/ 535560 h 1117099"/>
                  <a:gd name="connsiteX1" fmla="*/ 732782 w 3009035"/>
                  <a:gd name="connsiteY1" fmla="*/ 318547 h 1117099"/>
                  <a:gd name="connsiteX2" fmla="*/ 1424033 w 3009035"/>
                  <a:gd name="connsiteY2" fmla="*/ 133684 h 1117099"/>
                  <a:gd name="connsiteX3" fmla="*/ 2034905 w 3009035"/>
                  <a:gd name="connsiteY3" fmla="*/ 5084 h 1117099"/>
                  <a:gd name="connsiteX4" fmla="*/ 2436795 w 3009035"/>
                  <a:gd name="connsiteY4" fmla="*/ 29197 h 1117099"/>
                  <a:gd name="connsiteX5" fmla="*/ 2702043 w 3009035"/>
                  <a:gd name="connsiteY5" fmla="*/ 61347 h 1117099"/>
                  <a:gd name="connsiteX6" fmla="*/ 3007479 w 3009035"/>
                  <a:gd name="connsiteY6" fmla="*/ 189947 h 1117099"/>
                  <a:gd name="connsiteX7" fmla="*/ 2565400 w 3009035"/>
                  <a:gd name="connsiteY7" fmla="*/ 350697 h 1117099"/>
                  <a:gd name="connsiteX8" fmla="*/ 2042943 w 3009035"/>
                  <a:gd name="connsiteY8" fmla="*/ 752572 h 1117099"/>
                  <a:gd name="connsiteX9" fmla="*/ 1536562 w 3009035"/>
                  <a:gd name="connsiteY9" fmla="*/ 961547 h 1117099"/>
                  <a:gd name="connsiteX10" fmla="*/ 1102521 w 3009035"/>
                  <a:gd name="connsiteY10" fmla="*/ 840985 h 1117099"/>
                  <a:gd name="connsiteX11" fmla="*/ 596140 w 3009035"/>
                  <a:gd name="connsiteY11" fmla="*/ 857060 h 1117099"/>
                  <a:gd name="connsiteX12" fmla="*/ 2052 w 3009035"/>
                  <a:gd name="connsiteY12" fmla="*/ 1112754 h 1117099"/>
                  <a:gd name="connsiteX13" fmla="*/ 387157 w 3009035"/>
                  <a:gd name="connsiteY13" fmla="*/ 615935 h 1117099"/>
                  <a:gd name="connsiteX0" fmla="*/ 419308 w 3009035"/>
                  <a:gd name="connsiteY0" fmla="*/ 535560 h 1117099"/>
                  <a:gd name="connsiteX1" fmla="*/ 732782 w 3009035"/>
                  <a:gd name="connsiteY1" fmla="*/ 318547 h 1117099"/>
                  <a:gd name="connsiteX2" fmla="*/ 1424033 w 3009035"/>
                  <a:gd name="connsiteY2" fmla="*/ 133684 h 1117099"/>
                  <a:gd name="connsiteX3" fmla="*/ 2034905 w 3009035"/>
                  <a:gd name="connsiteY3" fmla="*/ 5084 h 1117099"/>
                  <a:gd name="connsiteX4" fmla="*/ 2436795 w 3009035"/>
                  <a:gd name="connsiteY4" fmla="*/ 29197 h 1117099"/>
                  <a:gd name="connsiteX5" fmla="*/ 2702043 w 3009035"/>
                  <a:gd name="connsiteY5" fmla="*/ 61347 h 1117099"/>
                  <a:gd name="connsiteX6" fmla="*/ 3007479 w 3009035"/>
                  <a:gd name="connsiteY6" fmla="*/ 189947 h 1117099"/>
                  <a:gd name="connsiteX7" fmla="*/ 2565400 w 3009035"/>
                  <a:gd name="connsiteY7" fmla="*/ 350697 h 1117099"/>
                  <a:gd name="connsiteX8" fmla="*/ 2042943 w 3009035"/>
                  <a:gd name="connsiteY8" fmla="*/ 752572 h 1117099"/>
                  <a:gd name="connsiteX9" fmla="*/ 1536562 w 3009035"/>
                  <a:gd name="connsiteY9" fmla="*/ 961547 h 1117099"/>
                  <a:gd name="connsiteX10" fmla="*/ 1102521 w 3009035"/>
                  <a:gd name="connsiteY10" fmla="*/ 840985 h 1117099"/>
                  <a:gd name="connsiteX11" fmla="*/ 596140 w 3009035"/>
                  <a:gd name="connsiteY11" fmla="*/ 857060 h 1117099"/>
                  <a:gd name="connsiteX12" fmla="*/ 2052 w 3009035"/>
                  <a:gd name="connsiteY12" fmla="*/ 1112754 h 1117099"/>
                  <a:gd name="connsiteX13" fmla="*/ 387157 w 3009035"/>
                  <a:gd name="connsiteY13" fmla="*/ 615935 h 1117099"/>
                  <a:gd name="connsiteX14" fmla="*/ 419308 w 3009035"/>
                  <a:gd name="connsiteY14" fmla="*/ 535560 h 11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09035" h="1117099">
                    <a:moveTo>
                      <a:pt x="419308" y="535560"/>
                    </a:moveTo>
                    <a:cubicBezTo>
                      <a:pt x="475572" y="465902"/>
                      <a:pt x="565328" y="385526"/>
                      <a:pt x="732782" y="318547"/>
                    </a:cubicBezTo>
                    <a:cubicBezTo>
                      <a:pt x="900236" y="251568"/>
                      <a:pt x="1207012" y="185928"/>
                      <a:pt x="1424033" y="133684"/>
                    </a:cubicBezTo>
                    <a:cubicBezTo>
                      <a:pt x="1641054" y="81440"/>
                      <a:pt x="1866111" y="22498"/>
                      <a:pt x="2034905" y="5084"/>
                    </a:cubicBezTo>
                    <a:cubicBezTo>
                      <a:pt x="2203699" y="-12330"/>
                      <a:pt x="2325605" y="19820"/>
                      <a:pt x="2436795" y="29197"/>
                    </a:cubicBezTo>
                    <a:cubicBezTo>
                      <a:pt x="2547985" y="38574"/>
                      <a:pt x="2606929" y="34555"/>
                      <a:pt x="2702043" y="61347"/>
                    </a:cubicBezTo>
                    <a:cubicBezTo>
                      <a:pt x="2797157" y="88139"/>
                      <a:pt x="3030253" y="141722"/>
                      <a:pt x="3007479" y="189947"/>
                    </a:cubicBezTo>
                    <a:cubicBezTo>
                      <a:pt x="2984705" y="238172"/>
                      <a:pt x="2726156" y="256926"/>
                      <a:pt x="2565400" y="350697"/>
                    </a:cubicBezTo>
                    <a:cubicBezTo>
                      <a:pt x="2404644" y="444468"/>
                      <a:pt x="2214416" y="650764"/>
                      <a:pt x="2042943" y="752572"/>
                    </a:cubicBezTo>
                    <a:cubicBezTo>
                      <a:pt x="1871470" y="854380"/>
                      <a:pt x="1693299" y="946811"/>
                      <a:pt x="1536562" y="961547"/>
                    </a:cubicBezTo>
                    <a:cubicBezTo>
                      <a:pt x="1379825" y="976283"/>
                      <a:pt x="1259258" y="858400"/>
                      <a:pt x="1102521" y="840985"/>
                    </a:cubicBezTo>
                    <a:cubicBezTo>
                      <a:pt x="945784" y="823570"/>
                      <a:pt x="779551" y="811765"/>
                      <a:pt x="596140" y="857060"/>
                    </a:cubicBezTo>
                    <a:cubicBezTo>
                      <a:pt x="412729" y="902355"/>
                      <a:pt x="36883" y="1152942"/>
                      <a:pt x="2052" y="1112754"/>
                    </a:cubicBezTo>
                    <a:cubicBezTo>
                      <a:pt x="-32779" y="1072567"/>
                      <a:pt x="387157" y="615935"/>
                      <a:pt x="387157" y="615935"/>
                    </a:cubicBezTo>
                    <a:lnTo>
                      <a:pt x="419308" y="535560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16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form 2"/>
              <p:cNvSpPr/>
              <p:nvPr/>
            </p:nvSpPr>
            <p:spPr>
              <a:xfrm>
                <a:off x="3339500" y="1795115"/>
                <a:ext cx="4187789" cy="997321"/>
              </a:xfrm>
              <a:custGeom>
                <a:avLst/>
                <a:gdLst>
                  <a:gd name="connsiteX0" fmla="*/ 0 w 4324335"/>
                  <a:gd name="connsiteY0" fmla="*/ 876088 h 876088"/>
                  <a:gd name="connsiteX1" fmla="*/ 1486993 w 4324335"/>
                  <a:gd name="connsiteY1" fmla="*/ 393838 h 876088"/>
                  <a:gd name="connsiteX2" fmla="*/ 2097865 w 4324335"/>
                  <a:gd name="connsiteY2" fmla="*/ 233088 h 876088"/>
                  <a:gd name="connsiteX3" fmla="*/ 2837343 w 4324335"/>
                  <a:gd name="connsiteY3" fmla="*/ 136638 h 876088"/>
                  <a:gd name="connsiteX4" fmla="*/ 3600934 w 4324335"/>
                  <a:gd name="connsiteY4" fmla="*/ 160750 h 876088"/>
                  <a:gd name="connsiteX5" fmla="*/ 3994786 w 4324335"/>
                  <a:gd name="connsiteY5" fmla="*/ 168788 h 876088"/>
                  <a:gd name="connsiteX6" fmla="*/ 4324335 w 4324335"/>
                  <a:gd name="connsiteY6" fmla="*/ 0 h 876088"/>
                  <a:gd name="connsiteX0" fmla="*/ 0 w 3994786"/>
                  <a:gd name="connsiteY0" fmla="*/ 741911 h 741911"/>
                  <a:gd name="connsiteX1" fmla="*/ 1486993 w 3994786"/>
                  <a:gd name="connsiteY1" fmla="*/ 259661 h 741911"/>
                  <a:gd name="connsiteX2" fmla="*/ 2097865 w 3994786"/>
                  <a:gd name="connsiteY2" fmla="*/ 98911 h 741911"/>
                  <a:gd name="connsiteX3" fmla="*/ 2837343 w 3994786"/>
                  <a:gd name="connsiteY3" fmla="*/ 2461 h 741911"/>
                  <a:gd name="connsiteX4" fmla="*/ 3600934 w 3994786"/>
                  <a:gd name="connsiteY4" fmla="*/ 26573 h 741911"/>
                  <a:gd name="connsiteX5" fmla="*/ 3994786 w 3994786"/>
                  <a:gd name="connsiteY5" fmla="*/ 34611 h 741911"/>
                  <a:gd name="connsiteX0" fmla="*/ 0 w 3977021"/>
                  <a:gd name="connsiteY0" fmla="*/ 997321 h 997321"/>
                  <a:gd name="connsiteX1" fmla="*/ 1486993 w 3977021"/>
                  <a:gd name="connsiteY1" fmla="*/ 515071 h 997321"/>
                  <a:gd name="connsiteX2" fmla="*/ 2097865 w 3977021"/>
                  <a:gd name="connsiteY2" fmla="*/ 354321 h 997321"/>
                  <a:gd name="connsiteX3" fmla="*/ 2837343 w 3977021"/>
                  <a:gd name="connsiteY3" fmla="*/ 257871 h 997321"/>
                  <a:gd name="connsiteX4" fmla="*/ 3600934 w 3977021"/>
                  <a:gd name="connsiteY4" fmla="*/ 281983 h 997321"/>
                  <a:gd name="connsiteX5" fmla="*/ 3977021 w 3977021"/>
                  <a:gd name="connsiteY5" fmla="*/ 0 h 997321"/>
                  <a:gd name="connsiteX0" fmla="*/ 0 w 3914369"/>
                  <a:gd name="connsiteY0" fmla="*/ 997321 h 997321"/>
                  <a:gd name="connsiteX1" fmla="*/ 1486993 w 3914369"/>
                  <a:gd name="connsiteY1" fmla="*/ 515071 h 997321"/>
                  <a:gd name="connsiteX2" fmla="*/ 2097865 w 3914369"/>
                  <a:gd name="connsiteY2" fmla="*/ 354321 h 997321"/>
                  <a:gd name="connsiteX3" fmla="*/ 2837343 w 3914369"/>
                  <a:gd name="connsiteY3" fmla="*/ 257871 h 997321"/>
                  <a:gd name="connsiteX4" fmla="*/ 3600934 w 3914369"/>
                  <a:gd name="connsiteY4" fmla="*/ 281983 h 997321"/>
                  <a:gd name="connsiteX5" fmla="*/ 3914369 w 3914369"/>
                  <a:gd name="connsiteY5" fmla="*/ 0 h 997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4369" h="997321">
                    <a:moveTo>
                      <a:pt x="0" y="997321"/>
                    </a:moveTo>
                    <a:lnTo>
                      <a:pt x="1486993" y="515071"/>
                    </a:lnTo>
                    <a:cubicBezTo>
                      <a:pt x="1836637" y="407904"/>
                      <a:pt x="1872807" y="397188"/>
                      <a:pt x="2097865" y="354321"/>
                    </a:cubicBezTo>
                    <a:cubicBezTo>
                      <a:pt x="2322923" y="311454"/>
                      <a:pt x="2586832" y="269927"/>
                      <a:pt x="2837343" y="257871"/>
                    </a:cubicBezTo>
                    <a:cubicBezTo>
                      <a:pt x="3087855" y="245815"/>
                      <a:pt x="3421430" y="324961"/>
                      <a:pt x="3600934" y="281983"/>
                    </a:cubicBezTo>
                    <a:cubicBezTo>
                      <a:pt x="3780438" y="239005"/>
                      <a:pt x="3793802" y="26792"/>
                      <a:pt x="3914369" y="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/>
              <p:cNvSpPr/>
              <p:nvPr/>
            </p:nvSpPr>
            <p:spPr>
              <a:xfrm>
                <a:off x="3384256" y="3258612"/>
                <a:ext cx="4273384" cy="875385"/>
              </a:xfrm>
              <a:custGeom>
                <a:avLst/>
                <a:gdLst>
                  <a:gd name="connsiteX0" fmla="*/ 0 w 4404713"/>
                  <a:gd name="connsiteY0" fmla="*/ 0 h 860013"/>
                  <a:gd name="connsiteX1" fmla="*/ 618910 w 4404713"/>
                  <a:gd name="connsiteY1" fmla="*/ 104488 h 860013"/>
                  <a:gd name="connsiteX2" fmla="*/ 1125292 w 4404713"/>
                  <a:gd name="connsiteY2" fmla="*/ 305425 h 860013"/>
                  <a:gd name="connsiteX3" fmla="*/ 1462879 w 4404713"/>
                  <a:gd name="connsiteY3" fmla="*/ 434025 h 860013"/>
                  <a:gd name="connsiteX4" fmla="*/ 2033563 w 4404713"/>
                  <a:gd name="connsiteY4" fmla="*/ 570663 h 860013"/>
                  <a:gd name="connsiteX5" fmla="*/ 2612284 w 4404713"/>
                  <a:gd name="connsiteY5" fmla="*/ 683188 h 860013"/>
                  <a:gd name="connsiteX6" fmla="*/ 3335686 w 4404713"/>
                  <a:gd name="connsiteY6" fmla="*/ 683188 h 860013"/>
                  <a:gd name="connsiteX7" fmla="*/ 4203768 w 4404713"/>
                  <a:gd name="connsiteY7" fmla="*/ 659075 h 860013"/>
                  <a:gd name="connsiteX8" fmla="*/ 4404713 w 4404713"/>
                  <a:gd name="connsiteY8" fmla="*/ 860013 h 860013"/>
                  <a:gd name="connsiteX0" fmla="*/ 0 w 4203768"/>
                  <a:gd name="connsiteY0" fmla="*/ 0 h 692490"/>
                  <a:gd name="connsiteX1" fmla="*/ 618910 w 4203768"/>
                  <a:gd name="connsiteY1" fmla="*/ 104488 h 692490"/>
                  <a:gd name="connsiteX2" fmla="*/ 1125292 w 4203768"/>
                  <a:gd name="connsiteY2" fmla="*/ 305425 h 692490"/>
                  <a:gd name="connsiteX3" fmla="*/ 1462879 w 4203768"/>
                  <a:gd name="connsiteY3" fmla="*/ 434025 h 692490"/>
                  <a:gd name="connsiteX4" fmla="*/ 2033563 w 4203768"/>
                  <a:gd name="connsiteY4" fmla="*/ 570663 h 692490"/>
                  <a:gd name="connsiteX5" fmla="*/ 2612284 w 4203768"/>
                  <a:gd name="connsiteY5" fmla="*/ 683188 h 692490"/>
                  <a:gd name="connsiteX6" fmla="*/ 3335686 w 4203768"/>
                  <a:gd name="connsiteY6" fmla="*/ 683188 h 692490"/>
                  <a:gd name="connsiteX7" fmla="*/ 4203768 w 4203768"/>
                  <a:gd name="connsiteY7" fmla="*/ 659075 h 692490"/>
                  <a:gd name="connsiteX0" fmla="*/ 0 w 4092051"/>
                  <a:gd name="connsiteY0" fmla="*/ 0 h 691828"/>
                  <a:gd name="connsiteX1" fmla="*/ 618910 w 4092051"/>
                  <a:gd name="connsiteY1" fmla="*/ 104488 h 691828"/>
                  <a:gd name="connsiteX2" fmla="*/ 1125292 w 4092051"/>
                  <a:gd name="connsiteY2" fmla="*/ 305425 h 691828"/>
                  <a:gd name="connsiteX3" fmla="*/ 1462879 w 4092051"/>
                  <a:gd name="connsiteY3" fmla="*/ 434025 h 691828"/>
                  <a:gd name="connsiteX4" fmla="*/ 2033563 w 4092051"/>
                  <a:gd name="connsiteY4" fmla="*/ 570663 h 691828"/>
                  <a:gd name="connsiteX5" fmla="*/ 2612284 w 4092051"/>
                  <a:gd name="connsiteY5" fmla="*/ 683188 h 691828"/>
                  <a:gd name="connsiteX6" fmla="*/ 3335686 w 4092051"/>
                  <a:gd name="connsiteY6" fmla="*/ 683188 h 691828"/>
                  <a:gd name="connsiteX7" fmla="*/ 4092051 w 4092051"/>
                  <a:gd name="connsiteY7" fmla="*/ 675150 h 691828"/>
                  <a:gd name="connsiteX0" fmla="*/ 0 w 4151054"/>
                  <a:gd name="connsiteY0" fmla="*/ 0 h 691828"/>
                  <a:gd name="connsiteX1" fmla="*/ 618910 w 4151054"/>
                  <a:gd name="connsiteY1" fmla="*/ 104488 h 691828"/>
                  <a:gd name="connsiteX2" fmla="*/ 1125292 w 4151054"/>
                  <a:gd name="connsiteY2" fmla="*/ 305425 h 691828"/>
                  <a:gd name="connsiteX3" fmla="*/ 1462879 w 4151054"/>
                  <a:gd name="connsiteY3" fmla="*/ 434025 h 691828"/>
                  <a:gd name="connsiteX4" fmla="*/ 2033563 w 4151054"/>
                  <a:gd name="connsiteY4" fmla="*/ 570663 h 691828"/>
                  <a:gd name="connsiteX5" fmla="*/ 2612284 w 4151054"/>
                  <a:gd name="connsiteY5" fmla="*/ 683188 h 691828"/>
                  <a:gd name="connsiteX6" fmla="*/ 3335686 w 4151054"/>
                  <a:gd name="connsiteY6" fmla="*/ 683188 h 691828"/>
                  <a:gd name="connsiteX7" fmla="*/ 4092051 w 4151054"/>
                  <a:gd name="connsiteY7" fmla="*/ 675150 h 691828"/>
                  <a:gd name="connsiteX8" fmla="*/ 4102117 w 4151054"/>
                  <a:gd name="connsiteY8" fmla="*/ 674631 h 691828"/>
                  <a:gd name="connsiteX0" fmla="*/ 0 w 4318103"/>
                  <a:gd name="connsiteY0" fmla="*/ 0 h 819307"/>
                  <a:gd name="connsiteX1" fmla="*/ 618910 w 4318103"/>
                  <a:gd name="connsiteY1" fmla="*/ 104488 h 819307"/>
                  <a:gd name="connsiteX2" fmla="*/ 1125292 w 4318103"/>
                  <a:gd name="connsiteY2" fmla="*/ 305425 h 819307"/>
                  <a:gd name="connsiteX3" fmla="*/ 1462879 w 4318103"/>
                  <a:gd name="connsiteY3" fmla="*/ 434025 h 819307"/>
                  <a:gd name="connsiteX4" fmla="*/ 2033563 w 4318103"/>
                  <a:gd name="connsiteY4" fmla="*/ 570663 h 819307"/>
                  <a:gd name="connsiteX5" fmla="*/ 2612284 w 4318103"/>
                  <a:gd name="connsiteY5" fmla="*/ 683188 h 819307"/>
                  <a:gd name="connsiteX6" fmla="*/ 3335686 w 4318103"/>
                  <a:gd name="connsiteY6" fmla="*/ 683188 h 819307"/>
                  <a:gd name="connsiteX7" fmla="*/ 4092051 w 4318103"/>
                  <a:gd name="connsiteY7" fmla="*/ 675150 h 819307"/>
                  <a:gd name="connsiteX8" fmla="*/ 4318103 w 4318103"/>
                  <a:gd name="connsiteY8" fmla="*/ 819307 h 819307"/>
                  <a:gd name="connsiteX0" fmla="*/ 0 w 4318103"/>
                  <a:gd name="connsiteY0" fmla="*/ 0 h 819307"/>
                  <a:gd name="connsiteX1" fmla="*/ 618910 w 4318103"/>
                  <a:gd name="connsiteY1" fmla="*/ 104488 h 819307"/>
                  <a:gd name="connsiteX2" fmla="*/ 1125292 w 4318103"/>
                  <a:gd name="connsiteY2" fmla="*/ 305425 h 819307"/>
                  <a:gd name="connsiteX3" fmla="*/ 1462879 w 4318103"/>
                  <a:gd name="connsiteY3" fmla="*/ 434025 h 819307"/>
                  <a:gd name="connsiteX4" fmla="*/ 2033563 w 4318103"/>
                  <a:gd name="connsiteY4" fmla="*/ 570663 h 819307"/>
                  <a:gd name="connsiteX5" fmla="*/ 2612284 w 4318103"/>
                  <a:gd name="connsiteY5" fmla="*/ 683188 h 819307"/>
                  <a:gd name="connsiteX6" fmla="*/ 3335686 w 4318103"/>
                  <a:gd name="connsiteY6" fmla="*/ 683188 h 819307"/>
                  <a:gd name="connsiteX7" fmla="*/ 3898410 w 4318103"/>
                  <a:gd name="connsiteY7" fmla="*/ 643000 h 819307"/>
                  <a:gd name="connsiteX8" fmla="*/ 4318103 w 4318103"/>
                  <a:gd name="connsiteY8" fmla="*/ 819307 h 819307"/>
                  <a:gd name="connsiteX0" fmla="*/ 0 w 4243625"/>
                  <a:gd name="connsiteY0" fmla="*/ 0 h 835382"/>
                  <a:gd name="connsiteX1" fmla="*/ 618910 w 4243625"/>
                  <a:gd name="connsiteY1" fmla="*/ 104488 h 835382"/>
                  <a:gd name="connsiteX2" fmla="*/ 1125292 w 4243625"/>
                  <a:gd name="connsiteY2" fmla="*/ 305425 h 835382"/>
                  <a:gd name="connsiteX3" fmla="*/ 1462879 w 4243625"/>
                  <a:gd name="connsiteY3" fmla="*/ 434025 h 835382"/>
                  <a:gd name="connsiteX4" fmla="*/ 2033563 w 4243625"/>
                  <a:gd name="connsiteY4" fmla="*/ 570663 h 835382"/>
                  <a:gd name="connsiteX5" fmla="*/ 2612284 w 4243625"/>
                  <a:gd name="connsiteY5" fmla="*/ 683188 h 835382"/>
                  <a:gd name="connsiteX6" fmla="*/ 3335686 w 4243625"/>
                  <a:gd name="connsiteY6" fmla="*/ 683188 h 835382"/>
                  <a:gd name="connsiteX7" fmla="*/ 3898410 w 4243625"/>
                  <a:gd name="connsiteY7" fmla="*/ 643000 h 835382"/>
                  <a:gd name="connsiteX8" fmla="*/ 4243625 w 4243625"/>
                  <a:gd name="connsiteY8" fmla="*/ 835382 h 835382"/>
                  <a:gd name="connsiteX0" fmla="*/ 0 w 3967534"/>
                  <a:gd name="connsiteY0" fmla="*/ 0 h 875385"/>
                  <a:gd name="connsiteX1" fmla="*/ 618910 w 3967534"/>
                  <a:gd name="connsiteY1" fmla="*/ 104488 h 875385"/>
                  <a:gd name="connsiteX2" fmla="*/ 1125292 w 3967534"/>
                  <a:gd name="connsiteY2" fmla="*/ 305425 h 875385"/>
                  <a:gd name="connsiteX3" fmla="*/ 1462879 w 3967534"/>
                  <a:gd name="connsiteY3" fmla="*/ 434025 h 875385"/>
                  <a:gd name="connsiteX4" fmla="*/ 2033563 w 3967534"/>
                  <a:gd name="connsiteY4" fmla="*/ 570663 h 875385"/>
                  <a:gd name="connsiteX5" fmla="*/ 2612284 w 3967534"/>
                  <a:gd name="connsiteY5" fmla="*/ 683188 h 875385"/>
                  <a:gd name="connsiteX6" fmla="*/ 3335686 w 3967534"/>
                  <a:gd name="connsiteY6" fmla="*/ 683188 h 875385"/>
                  <a:gd name="connsiteX7" fmla="*/ 3898410 w 3967534"/>
                  <a:gd name="connsiteY7" fmla="*/ 643000 h 875385"/>
                  <a:gd name="connsiteX8" fmla="*/ 3959701 w 3967534"/>
                  <a:gd name="connsiteY8" fmla="*/ 875385 h 875385"/>
                  <a:gd name="connsiteX0" fmla="*/ 0 w 3959701"/>
                  <a:gd name="connsiteY0" fmla="*/ 0 h 875385"/>
                  <a:gd name="connsiteX1" fmla="*/ 618910 w 3959701"/>
                  <a:gd name="connsiteY1" fmla="*/ 104488 h 875385"/>
                  <a:gd name="connsiteX2" fmla="*/ 1125292 w 3959701"/>
                  <a:gd name="connsiteY2" fmla="*/ 305425 h 875385"/>
                  <a:gd name="connsiteX3" fmla="*/ 1462879 w 3959701"/>
                  <a:gd name="connsiteY3" fmla="*/ 434025 h 875385"/>
                  <a:gd name="connsiteX4" fmla="*/ 2033563 w 3959701"/>
                  <a:gd name="connsiteY4" fmla="*/ 570663 h 875385"/>
                  <a:gd name="connsiteX5" fmla="*/ 2612284 w 3959701"/>
                  <a:gd name="connsiteY5" fmla="*/ 683188 h 875385"/>
                  <a:gd name="connsiteX6" fmla="*/ 3335686 w 3959701"/>
                  <a:gd name="connsiteY6" fmla="*/ 683188 h 875385"/>
                  <a:gd name="connsiteX7" fmla="*/ 3685467 w 3959701"/>
                  <a:gd name="connsiteY7" fmla="*/ 783010 h 875385"/>
                  <a:gd name="connsiteX8" fmla="*/ 3959701 w 3959701"/>
                  <a:gd name="connsiteY8" fmla="*/ 875385 h 87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59701" h="875385">
                    <a:moveTo>
                      <a:pt x="0" y="0"/>
                    </a:moveTo>
                    <a:cubicBezTo>
                      <a:pt x="215681" y="26792"/>
                      <a:pt x="431362" y="53584"/>
                      <a:pt x="618910" y="104488"/>
                    </a:cubicBezTo>
                    <a:cubicBezTo>
                      <a:pt x="806458" y="155392"/>
                      <a:pt x="1125292" y="305425"/>
                      <a:pt x="1125292" y="305425"/>
                    </a:cubicBezTo>
                    <a:cubicBezTo>
                      <a:pt x="1265954" y="360348"/>
                      <a:pt x="1311501" y="389819"/>
                      <a:pt x="1462879" y="434025"/>
                    </a:cubicBezTo>
                    <a:cubicBezTo>
                      <a:pt x="1614258" y="478231"/>
                      <a:pt x="1841996" y="529136"/>
                      <a:pt x="2033563" y="570663"/>
                    </a:cubicBezTo>
                    <a:cubicBezTo>
                      <a:pt x="2225131" y="612190"/>
                      <a:pt x="2395264" y="664434"/>
                      <a:pt x="2612284" y="683188"/>
                    </a:cubicBezTo>
                    <a:cubicBezTo>
                      <a:pt x="2829305" y="701942"/>
                      <a:pt x="3156822" y="666551"/>
                      <a:pt x="3335686" y="683188"/>
                    </a:cubicBezTo>
                    <a:cubicBezTo>
                      <a:pt x="3514550" y="699825"/>
                      <a:pt x="3581465" y="750977"/>
                      <a:pt x="3685467" y="783010"/>
                    </a:cubicBezTo>
                    <a:cubicBezTo>
                      <a:pt x="3789470" y="815043"/>
                      <a:pt x="3957604" y="875493"/>
                      <a:pt x="3959701" y="875385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403573" y="2192084"/>
                <a:ext cx="2990216" cy="1636115"/>
                <a:chOff x="3340671" y="1505993"/>
                <a:chExt cx="2990216" cy="1636115"/>
              </a:xfrm>
            </p:grpSpPr>
            <p:sp>
              <p:nvSpPr>
                <p:cNvPr id="5" name="Freeform 4"/>
                <p:cNvSpPr/>
                <p:nvPr/>
              </p:nvSpPr>
              <p:spPr>
                <a:xfrm>
                  <a:off x="5358388" y="1505993"/>
                  <a:ext cx="225059" cy="163611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  <a:gd name="connsiteX0" fmla="*/ 33117 w 329557"/>
                    <a:gd name="connsiteY0" fmla="*/ 0 h 1333404"/>
                    <a:gd name="connsiteX1" fmla="*/ 144681 w 329557"/>
                    <a:gd name="connsiteY1" fmla="*/ 71516 h 1333404"/>
                    <a:gd name="connsiteX2" fmla="*/ 0 w 329557"/>
                    <a:gd name="connsiteY2" fmla="*/ 119741 h 1333404"/>
                    <a:gd name="connsiteX3" fmla="*/ 144681 w 329557"/>
                    <a:gd name="connsiteY3" fmla="*/ 184041 h 1333404"/>
                    <a:gd name="connsiteX4" fmla="*/ 225059 w 329557"/>
                    <a:gd name="connsiteY4" fmla="*/ 240303 h 1333404"/>
                    <a:gd name="connsiteX5" fmla="*/ 184870 w 329557"/>
                    <a:gd name="connsiteY5" fmla="*/ 320678 h 1333404"/>
                    <a:gd name="connsiteX6" fmla="*/ 249172 w 329557"/>
                    <a:gd name="connsiteY6" fmla="*/ 368903 h 1333404"/>
                    <a:gd name="connsiteX7" fmla="*/ 208983 w 329557"/>
                    <a:gd name="connsiteY7" fmla="*/ 449278 h 1333404"/>
                    <a:gd name="connsiteX8" fmla="*/ 321512 w 329557"/>
                    <a:gd name="connsiteY8" fmla="*/ 521616 h 1333404"/>
                    <a:gd name="connsiteX9" fmla="*/ 305437 w 329557"/>
                    <a:gd name="connsiteY9" fmla="*/ 537691 h 1333404"/>
                    <a:gd name="connsiteX10" fmla="*/ 184870 w 329557"/>
                    <a:gd name="connsiteY10" fmla="*/ 585916 h 1333404"/>
                    <a:gd name="connsiteX11" fmla="*/ 265248 w 329557"/>
                    <a:gd name="connsiteY11" fmla="*/ 585916 h 1333404"/>
                    <a:gd name="connsiteX12" fmla="*/ 217021 w 329557"/>
                    <a:gd name="connsiteY12" fmla="*/ 618066 h 1333404"/>
                    <a:gd name="connsiteX13" fmla="*/ 305437 w 329557"/>
                    <a:gd name="connsiteY13" fmla="*/ 666291 h 1333404"/>
                    <a:gd name="connsiteX14" fmla="*/ 241134 w 329557"/>
                    <a:gd name="connsiteY14" fmla="*/ 746666 h 1333404"/>
                    <a:gd name="connsiteX15" fmla="*/ 281323 w 329557"/>
                    <a:gd name="connsiteY15" fmla="*/ 770779 h 1333404"/>
                    <a:gd name="connsiteX16" fmla="*/ 241134 w 329557"/>
                    <a:gd name="connsiteY16" fmla="*/ 786854 h 1333404"/>
                    <a:gd name="connsiteX17" fmla="*/ 281323 w 329557"/>
                    <a:gd name="connsiteY17" fmla="*/ 859191 h 1333404"/>
                    <a:gd name="connsiteX18" fmla="*/ 208983 w 329557"/>
                    <a:gd name="connsiteY18" fmla="*/ 907416 h 1333404"/>
                    <a:gd name="connsiteX19" fmla="*/ 281323 w 329557"/>
                    <a:gd name="connsiteY19" fmla="*/ 971716 h 1333404"/>
                    <a:gd name="connsiteX20" fmla="*/ 217021 w 329557"/>
                    <a:gd name="connsiteY20" fmla="*/ 995829 h 1333404"/>
                    <a:gd name="connsiteX21" fmla="*/ 160756 w 329557"/>
                    <a:gd name="connsiteY21" fmla="*/ 1036016 h 1333404"/>
                    <a:gd name="connsiteX22" fmla="*/ 257210 w 329557"/>
                    <a:gd name="connsiteY22" fmla="*/ 1116391 h 1333404"/>
                    <a:gd name="connsiteX23" fmla="*/ 136643 w 329557"/>
                    <a:gd name="connsiteY23" fmla="*/ 1148541 h 1333404"/>
                    <a:gd name="connsiteX24" fmla="*/ 241134 w 329557"/>
                    <a:gd name="connsiteY24" fmla="*/ 1188729 h 1333404"/>
                    <a:gd name="connsiteX25" fmla="*/ 168794 w 329557"/>
                    <a:gd name="connsiteY25" fmla="*/ 1228916 h 1333404"/>
                    <a:gd name="connsiteX26" fmla="*/ 176832 w 329557"/>
                    <a:gd name="connsiteY26" fmla="*/ 1333404 h 1333404"/>
                    <a:gd name="connsiteX0" fmla="*/ 33117 w 329557"/>
                    <a:gd name="connsiteY0" fmla="*/ 0 h 1368995"/>
                    <a:gd name="connsiteX1" fmla="*/ 144681 w 329557"/>
                    <a:gd name="connsiteY1" fmla="*/ 71516 h 1368995"/>
                    <a:gd name="connsiteX2" fmla="*/ 0 w 329557"/>
                    <a:gd name="connsiteY2" fmla="*/ 119741 h 1368995"/>
                    <a:gd name="connsiteX3" fmla="*/ 144681 w 329557"/>
                    <a:gd name="connsiteY3" fmla="*/ 184041 h 1368995"/>
                    <a:gd name="connsiteX4" fmla="*/ 225059 w 329557"/>
                    <a:gd name="connsiteY4" fmla="*/ 240303 h 1368995"/>
                    <a:gd name="connsiteX5" fmla="*/ 184870 w 329557"/>
                    <a:gd name="connsiteY5" fmla="*/ 320678 h 1368995"/>
                    <a:gd name="connsiteX6" fmla="*/ 249172 w 329557"/>
                    <a:gd name="connsiteY6" fmla="*/ 368903 h 1368995"/>
                    <a:gd name="connsiteX7" fmla="*/ 208983 w 329557"/>
                    <a:gd name="connsiteY7" fmla="*/ 449278 h 1368995"/>
                    <a:gd name="connsiteX8" fmla="*/ 321512 w 329557"/>
                    <a:gd name="connsiteY8" fmla="*/ 521616 h 1368995"/>
                    <a:gd name="connsiteX9" fmla="*/ 305437 w 329557"/>
                    <a:gd name="connsiteY9" fmla="*/ 537691 h 1368995"/>
                    <a:gd name="connsiteX10" fmla="*/ 184870 w 329557"/>
                    <a:gd name="connsiteY10" fmla="*/ 585916 h 1368995"/>
                    <a:gd name="connsiteX11" fmla="*/ 265248 w 329557"/>
                    <a:gd name="connsiteY11" fmla="*/ 585916 h 1368995"/>
                    <a:gd name="connsiteX12" fmla="*/ 217021 w 329557"/>
                    <a:gd name="connsiteY12" fmla="*/ 618066 h 1368995"/>
                    <a:gd name="connsiteX13" fmla="*/ 305437 w 329557"/>
                    <a:gd name="connsiteY13" fmla="*/ 666291 h 1368995"/>
                    <a:gd name="connsiteX14" fmla="*/ 241134 w 329557"/>
                    <a:gd name="connsiteY14" fmla="*/ 746666 h 1368995"/>
                    <a:gd name="connsiteX15" fmla="*/ 281323 w 329557"/>
                    <a:gd name="connsiteY15" fmla="*/ 770779 h 1368995"/>
                    <a:gd name="connsiteX16" fmla="*/ 241134 w 329557"/>
                    <a:gd name="connsiteY16" fmla="*/ 786854 h 1368995"/>
                    <a:gd name="connsiteX17" fmla="*/ 281323 w 329557"/>
                    <a:gd name="connsiteY17" fmla="*/ 859191 h 1368995"/>
                    <a:gd name="connsiteX18" fmla="*/ 208983 w 329557"/>
                    <a:gd name="connsiteY18" fmla="*/ 907416 h 1368995"/>
                    <a:gd name="connsiteX19" fmla="*/ 281323 w 329557"/>
                    <a:gd name="connsiteY19" fmla="*/ 971716 h 1368995"/>
                    <a:gd name="connsiteX20" fmla="*/ 217021 w 329557"/>
                    <a:gd name="connsiteY20" fmla="*/ 995829 h 1368995"/>
                    <a:gd name="connsiteX21" fmla="*/ 160756 w 329557"/>
                    <a:gd name="connsiteY21" fmla="*/ 1036016 h 1368995"/>
                    <a:gd name="connsiteX22" fmla="*/ 257210 w 329557"/>
                    <a:gd name="connsiteY22" fmla="*/ 1116391 h 1368995"/>
                    <a:gd name="connsiteX23" fmla="*/ 136643 w 329557"/>
                    <a:gd name="connsiteY23" fmla="*/ 1148541 h 1368995"/>
                    <a:gd name="connsiteX24" fmla="*/ 241134 w 329557"/>
                    <a:gd name="connsiteY24" fmla="*/ 1188729 h 1368995"/>
                    <a:gd name="connsiteX25" fmla="*/ 168794 w 329557"/>
                    <a:gd name="connsiteY25" fmla="*/ 1228916 h 1368995"/>
                    <a:gd name="connsiteX26" fmla="*/ 168312 w 329557"/>
                    <a:gd name="connsiteY26" fmla="*/ 1368995 h 1368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68995">
                      <a:moveTo>
                        <a:pt x="33117" y="0"/>
                      </a:moveTo>
                      <a:cubicBezTo>
                        <a:pt x="98759" y="19424"/>
                        <a:pt x="150201" y="51559"/>
                        <a:pt x="144681" y="71516"/>
                      </a:cubicBezTo>
                      <a:cubicBezTo>
                        <a:pt x="139162" y="91473"/>
                        <a:pt x="0" y="100987"/>
                        <a:pt x="0" y="119741"/>
                      </a:cubicBezTo>
                      <a:cubicBezTo>
                        <a:pt x="0" y="138495"/>
                        <a:pt x="107171" y="163947"/>
                        <a:pt x="144681" y="184041"/>
                      </a:cubicBezTo>
                      <a:cubicBezTo>
                        <a:pt x="182191" y="204135"/>
                        <a:pt x="218361" y="217530"/>
                        <a:pt x="225059" y="240303"/>
                      </a:cubicBezTo>
                      <a:cubicBezTo>
                        <a:pt x="231757" y="263076"/>
                        <a:pt x="180851" y="299245"/>
                        <a:pt x="184870" y="320678"/>
                      </a:cubicBezTo>
                      <a:cubicBezTo>
                        <a:pt x="188889" y="342111"/>
                        <a:pt x="245153" y="347470"/>
                        <a:pt x="249172" y="368903"/>
                      </a:cubicBezTo>
                      <a:cubicBezTo>
                        <a:pt x="253191" y="390336"/>
                        <a:pt x="196926" y="423826"/>
                        <a:pt x="208983" y="449278"/>
                      </a:cubicBezTo>
                      <a:cubicBezTo>
                        <a:pt x="221040" y="474730"/>
                        <a:pt x="305436" y="506881"/>
                        <a:pt x="321512" y="521616"/>
                      </a:cubicBezTo>
                      <a:cubicBezTo>
                        <a:pt x="337588" y="536351"/>
                        <a:pt x="328211" y="526974"/>
                        <a:pt x="305437" y="537691"/>
                      </a:cubicBezTo>
                      <a:cubicBezTo>
                        <a:pt x="282663" y="548408"/>
                        <a:pt x="191568" y="577878"/>
                        <a:pt x="184870" y="585916"/>
                      </a:cubicBezTo>
                      <a:cubicBezTo>
                        <a:pt x="178172" y="593954"/>
                        <a:pt x="259890" y="580558"/>
                        <a:pt x="265248" y="585916"/>
                      </a:cubicBezTo>
                      <a:cubicBezTo>
                        <a:pt x="270607" y="591274"/>
                        <a:pt x="210323" y="604670"/>
                        <a:pt x="217021" y="618066"/>
                      </a:cubicBezTo>
                      <a:cubicBezTo>
                        <a:pt x="223719" y="631462"/>
                        <a:pt x="301418" y="644858"/>
                        <a:pt x="305437" y="666291"/>
                      </a:cubicBezTo>
                      <a:cubicBezTo>
                        <a:pt x="309456" y="687724"/>
                        <a:pt x="245153" y="729251"/>
                        <a:pt x="241134" y="746666"/>
                      </a:cubicBezTo>
                      <a:cubicBezTo>
                        <a:pt x="237115" y="764081"/>
                        <a:pt x="281323" y="764081"/>
                        <a:pt x="281323" y="770779"/>
                      </a:cubicBezTo>
                      <a:cubicBezTo>
                        <a:pt x="281323" y="777477"/>
                        <a:pt x="241134" y="772119"/>
                        <a:pt x="241134" y="786854"/>
                      </a:cubicBezTo>
                      <a:cubicBezTo>
                        <a:pt x="241134" y="801589"/>
                        <a:pt x="286681" y="839097"/>
                        <a:pt x="281323" y="859191"/>
                      </a:cubicBezTo>
                      <a:cubicBezTo>
                        <a:pt x="275965" y="879285"/>
                        <a:pt x="208983" y="888662"/>
                        <a:pt x="208983" y="907416"/>
                      </a:cubicBezTo>
                      <a:cubicBezTo>
                        <a:pt x="208983" y="926170"/>
                        <a:pt x="279983" y="956981"/>
                        <a:pt x="281323" y="971716"/>
                      </a:cubicBezTo>
                      <a:cubicBezTo>
                        <a:pt x="282663" y="986451"/>
                        <a:pt x="237115" y="985112"/>
                        <a:pt x="217021" y="995829"/>
                      </a:cubicBezTo>
                      <a:cubicBezTo>
                        <a:pt x="196927" y="1006546"/>
                        <a:pt x="154058" y="1015922"/>
                        <a:pt x="160756" y="1036016"/>
                      </a:cubicBezTo>
                      <a:cubicBezTo>
                        <a:pt x="167454" y="1056110"/>
                        <a:pt x="261229" y="1097637"/>
                        <a:pt x="257210" y="1116391"/>
                      </a:cubicBezTo>
                      <a:cubicBezTo>
                        <a:pt x="253191" y="1135145"/>
                        <a:pt x="139322" y="1136485"/>
                        <a:pt x="136643" y="1148541"/>
                      </a:cubicBezTo>
                      <a:cubicBezTo>
                        <a:pt x="133964" y="1160597"/>
                        <a:pt x="235776" y="1175333"/>
                        <a:pt x="241134" y="1188729"/>
                      </a:cubicBezTo>
                      <a:cubicBezTo>
                        <a:pt x="246493" y="1202125"/>
                        <a:pt x="180931" y="1198872"/>
                        <a:pt x="168794" y="1228916"/>
                      </a:cubicBezTo>
                      <a:cubicBezTo>
                        <a:pt x="156657" y="1258960"/>
                        <a:pt x="168312" y="1368995"/>
                        <a:pt x="168312" y="136899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Freeform 5"/>
                <p:cNvSpPr/>
                <p:nvPr/>
              </p:nvSpPr>
              <p:spPr>
                <a:xfrm>
                  <a:off x="5529082" y="2264128"/>
                  <a:ext cx="801805" cy="45719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22690"/>
                    <a:gd name="connsiteY0" fmla="*/ 24113 h 68478"/>
                    <a:gd name="connsiteX1" fmla="*/ 120567 w 1422690"/>
                    <a:gd name="connsiteY1" fmla="*/ 16075 h 68478"/>
                    <a:gd name="connsiteX2" fmla="*/ 257209 w 1422690"/>
                    <a:gd name="connsiteY2" fmla="*/ 32150 h 68478"/>
                    <a:gd name="connsiteX3" fmla="*/ 369738 w 1422690"/>
                    <a:gd name="connsiteY3" fmla="*/ 0 h 68478"/>
                    <a:gd name="connsiteX4" fmla="*/ 570683 w 1422690"/>
                    <a:gd name="connsiteY4" fmla="*/ 32150 h 68478"/>
                    <a:gd name="connsiteX5" fmla="*/ 819855 w 1422690"/>
                    <a:gd name="connsiteY5" fmla="*/ 8038 h 68478"/>
                    <a:gd name="connsiteX6" fmla="*/ 1060989 w 1422690"/>
                    <a:gd name="connsiteY6" fmla="*/ 40188 h 68478"/>
                    <a:gd name="connsiteX7" fmla="*/ 1294085 w 1422690"/>
                    <a:gd name="connsiteY7" fmla="*/ 40188 h 68478"/>
                    <a:gd name="connsiteX8" fmla="*/ 1422690 w 1422690"/>
                    <a:gd name="connsiteY8" fmla="*/ 68478 h 68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2690" h="68478">
                      <a:moveTo>
                        <a:pt x="0" y="24113"/>
                      </a:moveTo>
                      <a:cubicBezTo>
                        <a:pt x="38849" y="19424"/>
                        <a:pt x="77699" y="14736"/>
                        <a:pt x="120567" y="16075"/>
                      </a:cubicBezTo>
                      <a:cubicBezTo>
                        <a:pt x="163435" y="17414"/>
                        <a:pt x="215681" y="34829"/>
                        <a:pt x="257209" y="32150"/>
                      </a:cubicBezTo>
                      <a:cubicBezTo>
                        <a:pt x="298737" y="29471"/>
                        <a:pt x="317492" y="0"/>
                        <a:pt x="369738" y="0"/>
                      </a:cubicBezTo>
                      <a:cubicBezTo>
                        <a:pt x="421984" y="0"/>
                        <a:pt x="495664" y="30810"/>
                        <a:pt x="570683" y="32150"/>
                      </a:cubicBezTo>
                      <a:cubicBezTo>
                        <a:pt x="645703" y="33490"/>
                        <a:pt x="738137" y="6698"/>
                        <a:pt x="819855" y="8038"/>
                      </a:cubicBezTo>
                      <a:cubicBezTo>
                        <a:pt x="901573" y="9378"/>
                        <a:pt x="981951" y="34830"/>
                        <a:pt x="1060989" y="40188"/>
                      </a:cubicBezTo>
                      <a:cubicBezTo>
                        <a:pt x="1140027" y="45546"/>
                        <a:pt x="1233802" y="35473"/>
                        <a:pt x="1294085" y="40188"/>
                      </a:cubicBezTo>
                      <a:cubicBezTo>
                        <a:pt x="1354368" y="44903"/>
                        <a:pt x="1422690" y="68478"/>
                        <a:pt x="1422690" y="68478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Freeform 89"/>
                <p:cNvSpPr/>
                <p:nvPr/>
              </p:nvSpPr>
              <p:spPr>
                <a:xfrm>
                  <a:off x="3340671" y="2290209"/>
                  <a:ext cx="2194230" cy="45719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2690" h="44722">
                      <a:moveTo>
                        <a:pt x="0" y="24113"/>
                      </a:moveTo>
                      <a:cubicBezTo>
                        <a:pt x="38849" y="19424"/>
                        <a:pt x="77699" y="14736"/>
                        <a:pt x="120567" y="16075"/>
                      </a:cubicBezTo>
                      <a:cubicBezTo>
                        <a:pt x="163435" y="17414"/>
                        <a:pt x="215681" y="34829"/>
                        <a:pt x="257209" y="32150"/>
                      </a:cubicBezTo>
                      <a:cubicBezTo>
                        <a:pt x="298737" y="29471"/>
                        <a:pt x="317492" y="0"/>
                        <a:pt x="369738" y="0"/>
                      </a:cubicBezTo>
                      <a:cubicBezTo>
                        <a:pt x="421984" y="0"/>
                        <a:pt x="495664" y="30810"/>
                        <a:pt x="570683" y="32150"/>
                      </a:cubicBezTo>
                      <a:cubicBezTo>
                        <a:pt x="645703" y="33490"/>
                        <a:pt x="738137" y="6698"/>
                        <a:pt x="819855" y="8038"/>
                      </a:cubicBezTo>
                      <a:cubicBezTo>
                        <a:pt x="901573" y="9378"/>
                        <a:pt x="981951" y="34830"/>
                        <a:pt x="1060989" y="40188"/>
                      </a:cubicBezTo>
                      <a:cubicBezTo>
                        <a:pt x="1140027" y="45546"/>
                        <a:pt x="1233801" y="46886"/>
                        <a:pt x="1294085" y="40188"/>
                      </a:cubicBezTo>
                      <a:cubicBezTo>
                        <a:pt x="1354369" y="33490"/>
                        <a:pt x="1422690" y="0"/>
                        <a:pt x="1422690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4068396" y="2528747"/>
                <a:ext cx="2137674" cy="1133659"/>
                <a:chOff x="4005494" y="2453507"/>
                <a:chExt cx="2137674" cy="1133659"/>
              </a:xfrm>
              <a:solidFill>
                <a:schemeClr val="tx1"/>
              </a:solidFill>
            </p:grpSpPr>
            <p:sp>
              <p:nvSpPr>
                <p:cNvPr id="14" name="Oval 13"/>
                <p:cNvSpPr/>
                <p:nvPr/>
              </p:nvSpPr>
              <p:spPr>
                <a:xfrm>
                  <a:off x="5800749" y="3221411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1" name="Oval 90"/>
                <p:cNvSpPr/>
                <p:nvPr/>
              </p:nvSpPr>
              <p:spPr>
                <a:xfrm>
                  <a:off x="4484463" y="3042955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4005494" y="2453507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93" name="Freeform 92"/>
              <p:cNvSpPr/>
              <p:nvPr/>
            </p:nvSpPr>
            <p:spPr>
              <a:xfrm>
                <a:off x="815312" y="2930709"/>
                <a:ext cx="2447943" cy="85782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  <a:gd name="connsiteX0" fmla="*/ 0 w 1481046"/>
                  <a:gd name="connsiteY0" fmla="*/ 294 h 83800"/>
                  <a:gd name="connsiteX1" fmla="*/ 178923 w 1481046"/>
                  <a:gd name="connsiteY1" fmla="*/ 55153 h 83800"/>
                  <a:gd name="connsiteX2" fmla="*/ 286387 w 1481046"/>
                  <a:gd name="connsiteY2" fmla="*/ 39779 h 83800"/>
                  <a:gd name="connsiteX3" fmla="*/ 428094 w 1481046"/>
                  <a:gd name="connsiteY3" fmla="*/ 39078 h 83800"/>
                  <a:gd name="connsiteX4" fmla="*/ 629039 w 1481046"/>
                  <a:gd name="connsiteY4" fmla="*/ 71228 h 83800"/>
                  <a:gd name="connsiteX5" fmla="*/ 878211 w 1481046"/>
                  <a:gd name="connsiteY5" fmla="*/ 47116 h 83800"/>
                  <a:gd name="connsiteX6" fmla="*/ 1119345 w 1481046"/>
                  <a:gd name="connsiteY6" fmla="*/ 79266 h 83800"/>
                  <a:gd name="connsiteX7" fmla="*/ 1352441 w 1481046"/>
                  <a:gd name="connsiteY7" fmla="*/ 79266 h 83800"/>
                  <a:gd name="connsiteX8" fmla="*/ 1481046 w 1481046"/>
                  <a:gd name="connsiteY8" fmla="*/ 39078 h 83800"/>
                  <a:gd name="connsiteX0" fmla="*/ 0 w 1481046"/>
                  <a:gd name="connsiteY0" fmla="*/ 406 h 83912"/>
                  <a:gd name="connsiteX1" fmla="*/ 149745 w 1481046"/>
                  <a:gd name="connsiteY1" fmla="*/ 39540 h 83912"/>
                  <a:gd name="connsiteX2" fmla="*/ 286387 w 1481046"/>
                  <a:gd name="connsiteY2" fmla="*/ 39891 h 83912"/>
                  <a:gd name="connsiteX3" fmla="*/ 428094 w 1481046"/>
                  <a:gd name="connsiteY3" fmla="*/ 39190 h 83912"/>
                  <a:gd name="connsiteX4" fmla="*/ 629039 w 1481046"/>
                  <a:gd name="connsiteY4" fmla="*/ 71340 h 83912"/>
                  <a:gd name="connsiteX5" fmla="*/ 878211 w 1481046"/>
                  <a:gd name="connsiteY5" fmla="*/ 47228 h 83912"/>
                  <a:gd name="connsiteX6" fmla="*/ 1119345 w 1481046"/>
                  <a:gd name="connsiteY6" fmla="*/ 79378 h 83912"/>
                  <a:gd name="connsiteX7" fmla="*/ 1352441 w 1481046"/>
                  <a:gd name="connsiteY7" fmla="*/ 79378 h 83912"/>
                  <a:gd name="connsiteX8" fmla="*/ 1481046 w 1481046"/>
                  <a:gd name="connsiteY8" fmla="*/ 39190 h 8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912">
                    <a:moveTo>
                      <a:pt x="0" y="406"/>
                    </a:moveTo>
                    <a:cubicBezTo>
                      <a:pt x="38849" y="-4283"/>
                      <a:pt x="102014" y="32959"/>
                      <a:pt x="149745" y="39540"/>
                    </a:cubicBezTo>
                    <a:cubicBezTo>
                      <a:pt x="197476" y="46121"/>
                      <a:pt x="239996" y="39949"/>
                      <a:pt x="286387" y="39891"/>
                    </a:cubicBezTo>
                    <a:cubicBezTo>
                      <a:pt x="332778" y="39833"/>
                      <a:pt x="370985" y="33949"/>
                      <a:pt x="428094" y="39190"/>
                    </a:cubicBezTo>
                    <a:cubicBezTo>
                      <a:pt x="485203" y="44431"/>
                      <a:pt x="554020" y="70000"/>
                      <a:pt x="629039" y="71340"/>
                    </a:cubicBezTo>
                    <a:cubicBezTo>
                      <a:pt x="704059" y="72680"/>
                      <a:pt x="796493" y="45888"/>
                      <a:pt x="878211" y="47228"/>
                    </a:cubicBezTo>
                    <a:cubicBezTo>
                      <a:pt x="959929" y="48568"/>
                      <a:pt x="1040307" y="74020"/>
                      <a:pt x="1119345" y="79378"/>
                    </a:cubicBezTo>
                    <a:cubicBezTo>
                      <a:pt x="1198383" y="84736"/>
                      <a:pt x="1292157" y="86076"/>
                      <a:pt x="1352441" y="79378"/>
                    </a:cubicBezTo>
                    <a:cubicBezTo>
                      <a:pt x="1412725" y="72680"/>
                      <a:pt x="1481046" y="39190"/>
                      <a:pt x="1481046" y="3919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3223066" y="2800475"/>
                <a:ext cx="155543" cy="466175"/>
              </a:xfrm>
              <a:custGeom>
                <a:avLst/>
                <a:gdLst>
                  <a:gd name="connsiteX0" fmla="*/ 16076 w 329557"/>
                  <a:gd name="connsiteY0" fmla="*/ 0 h 1318151"/>
                  <a:gd name="connsiteX1" fmla="*/ 144681 w 329557"/>
                  <a:gd name="connsiteY1" fmla="*/ 56263 h 1318151"/>
                  <a:gd name="connsiteX2" fmla="*/ 0 w 329557"/>
                  <a:gd name="connsiteY2" fmla="*/ 104488 h 1318151"/>
                  <a:gd name="connsiteX3" fmla="*/ 144681 w 329557"/>
                  <a:gd name="connsiteY3" fmla="*/ 168788 h 1318151"/>
                  <a:gd name="connsiteX4" fmla="*/ 225059 w 329557"/>
                  <a:gd name="connsiteY4" fmla="*/ 225050 h 1318151"/>
                  <a:gd name="connsiteX5" fmla="*/ 184870 w 329557"/>
                  <a:gd name="connsiteY5" fmla="*/ 305425 h 1318151"/>
                  <a:gd name="connsiteX6" fmla="*/ 249172 w 329557"/>
                  <a:gd name="connsiteY6" fmla="*/ 353650 h 1318151"/>
                  <a:gd name="connsiteX7" fmla="*/ 208983 w 329557"/>
                  <a:gd name="connsiteY7" fmla="*/ 434025 h 1318151"/>
                  <a:gd name="connsiteX8" fmla="*/ 321512 w 329557"/>
                  <a:gd name="connsiteY8" fmla="*/ 506363 h 1318151"/>
                  <a:gd name="connsiteX9" fmla="*/ 305437 w 329557"/>
                  <a:gd name="connsiteY9" fmla="*/ 522438 h 1318151"/>
                  <a:gd name="connsiteX10" fmla="*/ 184870 w 329557"/>
                  <a:gd name="connsiteY10" fmla="*/ 570663 h 1318151"/>
                  <a:gd name="connsiteX11" fmla="*/ 265248 w 329557"/>
                  <a:gd name="connsiteY11" fmla="*/ 570663 h 1318151"/>
                  <a:gd name="connsiteX12" fmla="*/ 217021 w 329557"/>
                  <a:gd name="connsiteY12" fmla="*/ 602813 h 1318151"/>
                  <a:gd name="connsiteX13" fmla="*/ 305437 w 329557"/>
                  <a:gd name="connsiteY13" fmla="*/ 651038 h 1318151"/>
                  <a:gd name="connsiteX14" fmla="*/ 241134 w 329557"/>
                  <a:gd name="connsiteY14" fmla="*/ 731413 h 1318151"/>
                  <a:gd name="connsiteX15" fmla="*/ 281323 w 329557"/>
                  <a:gd name="connsiteY15" fmla="*/ 755526 h 1318151"/>
                  <a:gd name="connsiteX16" fmla="*/ 241134 w 329557"/>
                  <a:gd name="connsiteY16" fmla="*/ 771601 h 1318151"/>
                  <a:gd name="connsiteX17" fmla="*/ 281323 w 329557"/>
                  <a:gd name="connsiteY17" fmla="*/ 843938 h 1318151"/>
                  <a:gd name="connsiteX18" fmla="*/ 208983 w 329557"/>
                  <a:gd name="connsiteY18" fmla="*/ 892163 h 1318151"/>
                  <a:gd name="connsiteX19" fmla="*/ 281323 w 329557"/>
                  <a:gd name="connsiteY19" fmla="*/ 956463 h 1318151"/>
                  <a:gd name="connsiteX20" fmla="*/ 217021 w 329557"/>
                  <a:gd name="connsiteY20" fmla="*/ 980576 h 1318151"/>
                  <a:gd name="connsiteX21" fmla="*/ 160756 w 329557"/>
                  <a:gd name="connsiteY21" fmla="*/ 1020763 h 1318151"/>
                  <a:gd name="connsiteX22" fmla="*/ 257210 w 329557"/>
                  <a:gd name="connsiteY22" fmla="*/ 1101138 h 1318151"/>
                  <a:gd name="connsiteX23" fmla="*/ 136643 w 329557"/>
                  <a:gd name="connsiteY23" fmla="*/ 1133288 h 1318151"/>
                  <a:gd name="connsiteX24" fmla="*/ 241134 w 329557"/>
                  <a:gd name="connsiteY24" fmla="*/ 1173476 h 1318151"/>
                  <a:gd name="connsiteX25" fmla="*/ 168794 w 329557"/>
                  <a:gd name="connsiteY25" fmla="*/ 1213663 h 1318151"/>
                  <a:gd name="connsiteX26" fmla="*/ 176832 w 329557"/>
                  <a:gd name="connsiteY26" fmla="*/ 1318151 h 131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9557" h="1318151">
                    <a:moveTo>
                      <a:pt x="16076" y="0"/>
                    </a:moveTo>
                    <a:cubicBezTo>
                      <a:pt x="81718" y="19424"/>
                      <a:pt x="147360" y="38848"/>
                      <a:pt x="144681" y="56263"/>
                    </a:cubicBezTo>
                    <a:cubicBezTo>
                      <a:pt x="142002" y="73678"/>
                      <a:pt x="0" y="85734"/>
                      <a:pt x="0" y="104488"/>
                    </a:cubicBezTo>
                    <a:cubicBezTo>
                      <a:pt x="0" y="123242"/>
                      <a:pt x="107171" y="148694"/>
                      <a:pt x="144681" y="168788"/>
                    </a:cubicBezTo>
                    <a:cubicBezTo>
                      <a:pt x="182191" y="188882"/>
                      <a:pt x="218361" y="202277"/>
                      <a:pt x="225059" y="225050"/>
                    </a:cubicBezTo>
                    <a:cubicBezTo>
                      <a:pt x="231757" y="247823"/>
                      <a:pt x="180851" y="283992"/>
                      <a:pt x="184870" y="305425"/>
                    </a:cubicBezTo>
                    <a:cubicBezTo>
                      <a:pt x="188889" y="326858"/>
                      <a:pt x="245153" y="332217"/>
                      <a:pt x="249172" y="353650"/>
                    </a:cubicBezTo>
                    <a:cubicBezTo>
                      <a:pt x="253191" y="375083"/>
                      <a:pt x="196926" y="408573"/>
                      <a:pt x="208983" y="434025"/>
                    </a:cubicBezTo>
                    <a:cubicBezTo>
                      <a:pt x="221040" y="459477"/>
                      <a:pt x="305436" y="491628"/>
                      <a:pt x="321512" y="506363"/>
                    </a:cubicBezTo>
                    <a:cubicBezTo>
                      <a:pt x="337588" y="521098"/>
                      <a:pt x="328211" y="511721"/>
                      <a:pt x="305437" y="522438"/>
                    </a:cubicBezTo>
                    <a:cubicBezTo>
                      <a:pt x="282663" y="533155"/>
                      <a:pt x="191568" y="562625"/>
                      <a:pt x="184870" y="570663"/>
                    </a:cubicBezTo>
                    <a:cubicBezTo>
                      <a:pt x="178172" y="578701"/>
                      <a:pt x="259890" y="565305"/>
                      <a:pt x="265248" y="570663"/>
                    </a:cubicBezTo>
                    <a:cubicBezTo>
                      <a:pt x="270607" y="576021"/>
                      <a:pt x="210323" y="589417"/>
                      <a:pt x="217021" y="602813"/>
                    </a:cubicBezTo>
                    <a:cubicBezTo>
                      <a:pt x="223719" y="616209"/>
                      <a:pt x="301418" y="629605"/>
                      <a:pt x="305437" y="651038"/>
                    </a:cubicBezTo>
                    <a:cubicBezTo>
                      <a:pt x="309456" y="672471"/>
                      <a:pt x="245153" y="713998"/>
                      <a:pt x="241134" y="731413"/>
                    </a:cubicBezTo>
                    <a:cubicBezTo>
                      <a:pt x="237115" y="748828"/>
                      <a:pt x="281323" y="748828"/>
                      <a:pt x="281323" y="755526"/>
                    </a:cubicBezTo>
                    <a:cubicBezTo>
                      <a:pt x="281323" y="762224"/>
                      <a:pt x="241134" y="756866"/>
                      <a:pt x="241134" y="771601"/>
                    </a:cubicBezTo>
                    <a:cubicBezTo>
                      <a:pt x="241134" y="786336"/>
                      <a:pt x="286681" y="823844"/>
                      <a:pt x="281323" y="843938"/>
                    </a:cubicBezTo>
                    <a:cubicBezTo>
                      <a:pt x="275965" y="864032"/>
                      <a:pt x="208983" y="873409"/>
                      <a:pt x="208983" y="892163"/>
                    </a:cubicBezTo>
                    <a:cubicBezTo>
                      <a:pt x="208983" y="910917"/>
                      <a:pt x="279983" y="941728"/>
                      <a:pt x="281323" y="956463"/>
                    </a:cubicBezTo>
                    <a:cubicBezTo>
                      <a:pt x="282663" y="971198"/>
                      <a:pt x="237115" y="969859"/>
                      <a:pt x="217021" y="980576"/>
                    </a:cubicBezTo>
                    <a:cubicBezTo>
                      <a:pt x="196927" y="991293"/>
                      <a:pt x="154058" y="1000669"/>
                      <a:pt x="160756" y="1020763"/>
                    </a:cubicBezTo>
                    <a:cubicBezTo>
                      <a:pt x="167454" y="1040857"/>
                      <a:pt x="261229" y="1082384"/>
                      <a:pt x="257210" y="1101138"/>
                    </a:cubicBezTo>
                    <a:cubicBezTo>
                      <a:pt x="253191" y="1119892"/>
                      <a:pt x="139322" y="1121232"/>
                      <a:pt x="136643" y="1133288"/>
                    </a:cubicBezTo>
                    <a:cubicBezTo>
                      <a:pt x="133964" y="1145344"/>
                      <a:pt x="235776" y="1160080"/>
                      <a:pt x="241134" y="1173476"/>
                    </a:cubicBezTo>
                    <a:cubicBezTo>
                      <a:pt x="246493" y="1186872"/>
                      <a:pt x="179511" y="1189551"/>
                      <a:pt x="168794" y="1213663"/>
                    </a:cubicBezTo>
                    <a:cubicBezTo>
                      <a:pt x="158077" y="1237776"/>
                      <a:pt x="176832" y="1318151"/>
                      <a:pt x="176832" y="1318151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848866" y="3023948"/>
                <a:ext cx="2374200" cy="145187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828">
                    <a:moveTo>
                      <a:pt x="0" y="322"/>
                    </a:moveTo>
                    <a:cubicBezTo>
                      <a:pt x="38849" y="-4367"/>
                      <a:pt x="126329" y="43359"/>
                      <a:pt x="178923" y="55181"/>
                    </a:cubicBezTo>
                    <a:cubicBezTo>
                      <a:pt x="231517" y="67003"/>
                      <a:pt x="274037" y="73935"/>
                      <a:pt x="315565" y="71256"/>
                    </a:cubicBezTo>
                    <a:cubicBezTo>
                      <a:pt x="357093" y="68577"/>
                      <a:pt x="375848" y="39106"/>
                      <a:pt x="428094" y="39106"/>
                    </a:cubicBezTo>
                    <a:cubicBezTo>
                      <a:pt x="480340" y="39106"/>
                      <a:pt x="554020" y="69916"/>
                      <a:pt x="629039" y="71256"/>
                    </a:cubicBezTo>
                    <a:cubicBezTo>
                      <a:pt x="704059" y="72596"/>
                      <a:pt x="796493" y="45804"/>
                      <a:pt x="878211" y="47144"/>
                    </a:cubicBezTo>
                    <a:cubicBezTo>
                      <a:pt x="959929" y="48484"/>
                      <a:pt x="1040307" y="73936"/>
                      <a:pt x="1119345" y="79294"/>
                    </a:cubicBezTo>
                    <a:cubicBezTo>
                      <a:pt x="1198383" y="84652"/>
                      <a:pt x="1292157" y="85992"/>
                      <a:pt x="1352441" y="79294"/>
                    </a:cubicBezTo>
                    <a:cubicBezTo>
                      <a:pt x="1412725" y="72596"/>
                      <a:pt x="1481046" y="39106"/>
                      <a:pt x="1481046" y="39106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 rot="10645589">
                <a:off x="849282" y="2781864"/>
                <a:ext cx="2259526" cy="69374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828">
                    <a:moveTo>
                      <a:pt x="0" y="322"/>
                    </a:moveTo>
                    <a:cubicBezTo>
                      <a:pt x="38849" y="-4367"/>
                      <a:pt x="126329" y="43359"/>
                      <a:pt x="178923" y="55181"/>
                    </a:cubicBezTo>
                    <a:cubicBezTo>
                      <a:pt x="231517" y="67003"/>
                      <a:pt x="274037" y="73935"/>
                      <a:pt x="315565" y="71256"/>
                    </a:cubicBezTo>
                    <a:cubicBezTo>
                      <a:pt x="357093" y="68577"/>
                      <a:pt x="375848" y="39106"/>
                      <a:pt x="428094" y="39106"/>
                    </a:cubicBezTo>
                    <a:cubicBezTo>
                      <a:pt x="480340" y="39106"/>
                      <a:pt x="554020" y="69916"/>
                      <a:pt x="629039" y="71256"/>
                    </a:cubicBezTo>
                    <a:cubicBezTo>
                      <a:pt x="704059" y="72596"/>
                      <a:pt x="796493" y="45804"/>
                      <a:pt x="878211" y="47144"/>
                    </a:cubicBezTo>
                    <a:cubicBezTo>
                      <a:pt x="959929" y="48484"/>
                      <a:pt x="1040307" y="73936"/>
                      <a:pt x="1119345" y="79294"/>
                    </a:cubicBezTo>
                    <a:cubicBezTo>
                      <a:pt x="1198383" y="84652"/>
                      <a:pt x="1292157" y="85992"/>
                      <a:pt x="1352441" y="79294"/>
                    </a:cubicBezTo>
                    <a:cubicBezTo>
                      <a:pt x="1412725" y="72596"/>
                      <a:pt x="1481046" y="39106"/>
                      <a:pt x="1481046" y="39106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0578" y="317468"/>
            <a:ext cx="8199908" cy="6340465"/>
            <a:chOff x="1336032" y="952598"/>
            <a:chExt cx="5825132" cy="5086732"/>
          </a:xfrm>
          <a:effectLst/>
        </p:grpSpPr>
        <p:sp>
          <p:nvSpPr>
            <p:cNvPr id="32" name="Freeform 31"/>
            <p:cNvSpPr/>
            <p:nvPr/>
          </p:nvSpPr>
          <p:spPr>
            <a:xfrm>
              <a:off x="1336032" y="952598"/>
              <a:ext cx="5825132" cy="2608735"/>
            </a:xfrm>
            <a:custGeom>
              <a:avLst/>
              <a:gdLst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062649 w 5803543"/>
                <a:gd name="connsiteY10" fmla="*/ 1103484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9973 w 5803543"/>
                <a:gd name="connsiteY15" fmla="*/ 2192340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7634 w 5808455"/>
                <a:gd name="connsiteY0" fmla="*/ 1023478 h 2613594"/>
                <a:gd name="connsiteX1" fmla="*/ 5247647 w 5808455"/>
                <a:gd name="connsiteY1" fmla="*/ 713455 h 2613594"/>
                <a:gd name="connsiteX2" fmla="*/ 5527655 w 5808455"/>
                <a:gd name="connsiteY2" fmla="*/ 403433 h 2613594"/>
                <a:gd name="connsiteX3" fmla="*/ 5807663 w 5808455"/>
                <a:gd name="connsiteY3" fmla="*/ 13404 h 2613594"/>
                <a:gd name="connsiteX4" fmla="*/ 5437653 w 5808455"/>
                <a:gd name="connsiteY4" fmla="*/ 103411 h 2613594"/>
                <a:gd name="connsiteX5" fmla="*/ 4627630 w 5808455"/>
                <a:gd name="connsiteY5" fmla="*/ 233420 h 2613594"/>
                <a:gd name="connsiteX6" fmla="*/ 4327622 w 5808455"/>
                <a:gd name="connsiteY6" fmla="*/ 463437 h 2613594"/>
                <a:gd name="connsiteX7" fmla="*/ 4097616 w 5808455"/>
                <a:gd name="connsiteY7" fmla="*/ 693454 h 2613594"/>
                <a:gd name="connsiteX8" fmla="*/ 3127589 w 5808455"/>
                <a:gd name="connsiteY8" fmla="*/ 793461 h 2613594"/>
                <a:gd name="connsiteX9" fmla="*/ 2667577 w 5808455"/>
                <a:gd name="connsiteY9" fmla="*/ 933471 h 2613594"/>
                <a:gd name="connsiteX10" fmla="*/ 2227565 w 5808455"/>
                <a:gd name="connsiteY10" fmla="*/ 1023479 h 2613594"/>
                <a:gd name="connsiteX11" fmla="*/ 1929688 w 5808455"/>
                <a:gd name="connsiteY11" fmla="*/ 1133486 h 2613594"/>
                <a:gd name="connsiteX12" fmla="*/ 1418363 w 5808455"/>
                <a:gd name="connsiteY12" fmla="*/ 1573518 h 2613594"/>
                <a:gd name="connsiteX13" fmla="*/ 941957 w 5808455"/>
                <a:gd name="connsiteY13" fmla="*/ 1737101 h 2613594"/>
                <a:gd name="connsiteX14" fmla="*/ 277512 w 5808455"/>
                <a:gd name="connsiteY14" fmla="*/ 2043552 h 2613594"/>
                <a:gd name="connsiteX15" fmla="*/ 134885 w 5808455"/>
                <a:gd name="connsiteY15" fmla="*/ 2192340 h 2613594"/>
                <a:gd name="connsiteX16" fmla="*/ 10618 w 5808455"/>
                <a:gd name="connsiteY16" fmla="*/ 2251732 h 2613594"/>
                <a:gd name="connsiteX17" fmla="*/ 7504 w 5808455"/>
                <a:gd name="connsiteY17" fmla="*/ 2413579 h 2613594"/>
                <a:gd name="connsiteX18" fmla="*/ 17504 w 5808455"/>
                <a:gd name="connsiteY18" fmla="*/ 2503586 h 2613594"/>
                <a:gd name="connsiteX19" fmla="*/ 87506 w 5808455"/>
                <a:gd name="connsiteY19" fmla="*/ 2593592 h 2613594"/>
                <a:gd name="connsiteX20" fmla="*/ 187509 w 5808455"/>
                <a:gd name="connsiteY20" fmla="*/ 2613594 h 2613594"/>
                <a:gd name="connsiteX0" fmla="*/ 4747634 w 5808455"/>
                <a:gd name="connsiteY0" fmla="*/ 1023478 h 2598396"/>
                <a:gd name="connsiteX1" fmla="*/ 5247647 w 5808455"/>
                <a:gd name="connsiteY1" fmla="*/ 713455 h 2598396"/>
                <a:gd name="connsiteX2" fmla="*/ 5527655 w 5808455"/>
                <a:gd name="connsiteY2" fmla="*/ 403433 h 2598396"/>
                <a:gd name="connsiteX3" fmla="*/ 5807663 w 5808455"/>
                <a:gd name="connsiteY3" fmla="*/ 13404 h 2598396"/>
                <a:gd name="connsiteX4" fmla="*/ 5437653 w 5808455"/>
                <a:gd name="connsiteY4" fmla="*/ 103411 h 2598396"/>
                <a:gd name="connsiteX5" fmla="*/ 4627630 w 5808455"/>
                <a:gd name="connsiteY5" fmla="*/ 233420 h 2598396"/>
                <a:gd name="connsiteX6" fmla="*/ 4327622 w 5808455"/>
                <a:gd name="connsiteY6" fmla="*/ 463437 h 2598396"/>
                <a:gd name="connsiteX7" fmla="*/ 4097616 w 5808455"/>
                <a:gd name="connsiteY7" fmla="*/ 693454 h 2598396"/>
                <a:gd name="connsiteX8" fmla="*/ 3127589 w 5808455"/>
                <a:gd name="connsiteY8" fmla="*/ 793461 h 2598396"/>
                <a:gd name="connsiteX9" fmla="*/ 2667577 w 5808455"/>
                <a:gd name="connsiteY9" fmla="*/ 933471 h 2598396"/>
                <a:gd name="connsiteX10" fmla="*/ 2227565 w 5808455"/>
                <a:gd name="connsiteY10" fmla="*/ 1023479 h 2598396"/>
                <a:gd name="connsiteX11" fmla="*/ 1929688 w 5808455"/>
                <a:gd name="connsiteY11" fmla="*/ 1133486 h 2598396"/>
                <a:gd name="connsiteX12" fmla="*/ 1418363 w 5808455"/>
                <a:gd name="connsiteY12" fmla="*/ 1573518 h 2598396"/>
                <a:gd name="connsiteX13" fmla="*/ 941957 w 5808455"/>
                <a:gd name="connsiteY13" fmla="*/ 1737101 h 2598396"/>
                <a:gd name="connsiteX14" fmla="*/ 277512 w 5808455"/>
                <a:gd name="connsiteY14" fmla="*/ 2043552 h 2598396"/>
                <a:gd name="connsiteX15" fmla="*/ 134885 w 5808455"/>
                <a:gd name="connsiteY15" fmla="*/ 2192340 h 2598396"/>
                <a:gd name="connsiteX16" fmla="*/ 10618 w 5808455"/>
                <a:gd name="connsiteY16" fmla="*/ 2251732 h 2598396"/>
                <a:gd name="connsiteX17" fmla="*/ 7504 w 5808455"/>
                <a:gd name="connsiteY17" fmla="*/ 2413579 h 2598396"/>
                <a:gd name="connsiteX18" fmla="*/ 17504 w 5808455"/>
                <a:gd name="connsiteY18" fmla="*/ 2503586 h 2598396"/>
                <a:gd name="connsiteX19" fmla="*/ 87506 w 5808455"/>
                <a:gd name="connsiteY19" fmla="*/ 2593592 h 2598396"/>
                <a:gd name="connsiteX20" fmla="*/ 133638 w 5808455"/>
                <a:gd name="connsiteY20" fmla="*/ 2586866 h 2598396"/>
                <a:gd name="connsiteX0" fmla="*/ 4747634 w 5808455"/>
                <a:gd name="connsiteY0" fmla="*/ 1023478 h 2587285"/>
                <a:gd name="connsiteX1" fmla="*/ 5247647 w 5808455"/>
                <a:gd name="connsiteY1" fmla="*/ 713455 h 2587285"/>
                <a:gd name="connsiteX2" fmla="*/ 5527655 w 5808455"/>
                <a:gd name="connsiteY2" fmla="*/ 403433 h 2587285"/>
                <a:gd name="connsiteX3" fmla="*/ 5807663 w 5808455"/>
                <a:gd name="connsiteY3" fmla="*/ 13404 h 2587285"/>
                <a:gd name="connsiteX4" fmla="*/ 5437653 w 5808455"/>
                <a:gd name="connsiteY4" fmla="*/ 103411 h 2587285"/>
                <a:gd name="connsiteX5" fmla="*/ 4627630 w 5808455"/>
                <a:gd name="connsiteY5" fmla="*/ 233420 h 2587285"/>
                <a:gd name="connsiteX6" fmla="*/ 4327622 w 5808455"/>
                <a:gd name="connsiteY6" fmla="*/ 463437 h 2587285"/>
                <a:gd name="connsiteX7" fmla="*/ 4097616 w 5808455"/>
                <a:gd name="connsiteY7" fmla="*/ 693454 h 2587285"/>
                <a:gd name="connsiteX8" fmla="*/ 3127589 w 5808455"/>
                <a:gd name="connsiteY8" fmla="*/ 793461 h 2587285"/>
                <a:gd name="connsiteX9" fmla="*/ 2667577 w 5808455"/>
                <a:gd name="connsiteY9" fmla="*/ 933471 h 2587285"/>
                <a:gd name="connsiteX10" fmla="*/ 2227565 w 5808455"/>
                <a:gd name="connsiteY10" fmla="*/ 1023479 h 2587285"/>
                <a:gd name="connsiteX11" fmla="*/ 1929688 w 5808455"/>
                <a:gd name="connsiteY11" fmla="*/ 1133486 h 2587285"/>
                <a:gd name="connsiteX12" fmla="*/ 1418363 w 5808455"/>
                <a:gd name="connsiteY12" fmla="*/ 1573518 h 2587285"/>
                <a:gd name="connsiteX13" fmla="*/ 941957 w 5808455"/>
                <a:gd name="connsiteY13" fmla="*/ 1737101 h 2587285"/>
                <a:gd name="connsiteX14" fmla="*/ 277512 w 5808455"/>
                <a:gd name="connsiteY14" fmla="*/ 2043552 h 2587285"/>
                <a:gd name="connsiteX15" fmla="*/ 134885 w 5808455"/>
                <a:gd name="connsiteY15" fmla="*/ 2192340 h 2587285"/>
                <a:gd name="connsiteX16" fmla="*/ 10618 w 5808455"/>
                <a:gd name="connsiteY16" fmla="*/ 2251732 h 2587285"/>
                <a:gd name="connsiteX17" fmla="*/ 7504 w 5808455"/>
                <a:gd name="connsiteY17" fmla="*/ 2413579 h 2587285"/>
                <a:gd name="connsiteX18" fmla="*/ 17504 w 5808455"/>
                <a:gd name="connsiteY18" fmla="*/ 2503586 h 2587285"/>
                <a:gd name="connsiteX19" fmla="*/ 87506 w 5808455"/>
                <a:gd name="connsiteY19" fmla="*/ 2576584 h 2587285"/>
                <a:gd name="connsiteX20" fmla="*/ 133638 w 5808455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4795 w 5805738"/>
                <a:gd name="connsiteY14" fmla="*/ 2043552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7137 w 5805738"/>
                <a:gd name="connsiteY14" fmla="*/ 2009535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63651 w 5824472"/>
                <a:gd name="connsiteY0" fmla="*/ 1023478 h 2587285"/>
                <a:gd name="connsiteX1" fmla="*/ 5263664 w 5824472"/>
                <a:gd name="connsiteY1" fmla="*/ 713455 h 2587285"/>
                <a:gd name="connsiteX2" fmla="*/ 5543672 w 5824472"/>
                <a:gd name="connsiteY2" fmla="*/ 403433 h 2587285"/>
                <a:gd name="connsiteX3" fmla="*/ 5823680 w 5824472"/>
                <a:gd name="connsiteY3" fmla="*/ 13404 h 2587285"/>
                <a:gd name="connsiteX4" fmla="*/ 5453670 w 5824472"/>
                <a:gd name="connsiteY4" fmla="*/ 103411 h 2587285"/>
                <a:gd name="connsiteX5" fmla="*/ 4643647 w 5824472"/>
                <a:gd name="connsiteY5" fmla="*/ 233420 h 2587285"/>
                <a:gd name="connsiteX6" fmla="*/ 4343639 w 5824472"/>
                <a:gd name="connsiteY6" fmla="*/ 463437 h 2587285"/>
                <a:gd name="connsiteX7" fmla="*/ 4113633 w 5824472"/>
                <a:gd name="connsiteY7" fmla="*/ 693454 h 2587285"/>
                <a:gd name="connsiteX8" fmla="*/ 3143606 w 5824472"/>
                <a:gd name="connsiteY8" fmla="*/ 793461 h 2587285"/>
                <a:gd name="connsiteX9" fmla="*/ 2683594 w 5824472"/>
                <a:gd name="connsiteY9" fmla="*/ 933471 h 2587285"/>
                <a:gd name="connsiteX10" fmla="*/ 2243582 w 5824472"/>
                <a:gd name="connsiteY10" fmla="*/ 1023479 h 2587285"/>
                <a:gd name="connsiteX11" fmla="*/ 1945705 w 5824472"/>
                <a:gd name="connsiteY11" fmla="*/ 1133486 h 2587285"/>
                <a:gd name="connsiteX12" fmla="*/ 1434380 w 5824472"/>
                <a:gd name="connsiteY12" fmla="*/ 1573518 h 2587285"/>
                <a:gd name="connsiteX13" fmla="*/ 957974 w 5824472"/>
                <a:gd name="connsiteY13" fmla="*/ 1737101 h 2587285"/>
                <a:gd name="connsiteX14" fmla="*/ 295871 w 5824472"/>
                <a:gd name="connsiteY14" fmla="*/ 2009535 h 2587285"/>
                <a:gd name="connsiteX15" fmla="*/ 113427 w 5824472"/>
                <a:gd name="connsiteY15" fmla="*/ 2109727 h 2587285"/>
                <a:gd name="connsiteX16" fmla="*/ 26635 w 5824472"/>
                <a:gd name="connsiteY16" fmla="*/ 2251732 h 2587285"/>
                <a:gd name="connsiteX17" fmla="*/ 99 w 5824472"/>
                <a:gd name="connsiteY17" fmla="*/ 2357693 h 2587285"/>
                <a:gd name="connsiteX18" fmla="*/ 33521 w 5824472"/>
                <a:gd name="connsiteY18" fmla="*/ 2503586 h 2587285"/>
                <a:gd name="connsiteX19" fmla="*/ 103523 w 5824472"/>
                <a:gd name="connsiteY19" fmla="*/ 2576584 h 2587285"/>
                <a:gd name="connsiteX20" fmla="*/ 149655 w 5824472"/>
                <a:gd name="connsiteY20" fmla="*/ 2586866 h 2587285"/>
                <a:gd name="connsiteX0" fmla="*/ 4768341 w 5829162"/>
                <a:gd name="connsiteY0" fmla="*/ 1023478 h 2587285"/>
                <a:gd name="connsiteX1" fmla="*/ 5268354 w 5829162"/>
                <a:gd name="connsiteY1" fmla="*/ 713455 h 2587285"/>
                <a:gd name="connsiteX2" fmla="*/ 5548362 w 5829162"/>
                <a:gd name="connsiteY2" fmla="*/ 403433 h 2587285"/>
                <a:gd name="connsiteX3" fmla="*/ 5828370 w 5829162"/>
                <a:gd name="connsiteY3" fmla="*/ 13404 h 2587285"/>
                <a:gd name="connsiteX4" fmla="*/ 5458360 w 5829162"/>
                <a:gd name="connsiteY4" fmla="*/ 103411 h 2587285"/>
                <a:gd name="connsiteX5" fmla="*/ 4648337 w 5829162"/>
                <a:gd name="connsiteY5" fmla="*/ 233420 h 2587285"/>
                <a:gd name="connsiteX6" fmla="*/ 4348329 w 5829162"/>
                <a:gd name="connsiteY6" fmla="*/ 463437 h 2587285"/>
                <a:gd name="connsiteX7" fmla="*/ 4118323 w 5829162"/>
                <a:gd name="connsiteY7" fmla="*/ 693454 h 2587285"/>
                <a:gd name="connsiteX8" fmla="*/ 3148296 w 5829162"/>
                <a:gd name="connsiteY8" fmla="*/ 793461 h 2587285"/>
                <a:gd name="connsiteX9" fmla="*/ 2688284 w 5829162"/>
                <a:gd name="connsiteY9" fmla="*/ 933471 h 2587285"/>
                <a:gd name="connsiteX10" fmla="*/ 2248272 w 5829162"/>
                <a:gd name="connsiteY10" fmla="*/ 1023479 h 2587285"/>
                <a:gd name="connsiteX11" fmla="*/ 1950395 w 5829162"/>
                <a:gd name="connsiteY11" fmla="*/ 1133486 h 2587285"/>
                <a:gd name="connsiteX12" fmla="*/ 1439070 w 5829162"/>
                <a:gd name="connsiteY12" fmla="*/ 1573518 h 2587285"/>
                <a:gd name="connsiteX13" fmla="*/ 962664 w 5829162"/>
                <a:gd name="connsiteY13" fmla="*/ 1737101 h 2587285"/>
                <a:gd name="connsiteX14" fmla="*/ 300561 w 5829162"/>
                <a:gd name="connsiteY14" fmla="*/ 2009535 h 2587285"/>
                <a:gd name="connsiteX15" fmla="*/ 118117 w 5829162"/>
                <a:gd name="connsiteY15" fmla="*/ 2109727 h 2587285"/>
                <a:gd name="connsiteX16" fmla="*/ 12587 w 5829162"/>
                <a:gd name="connsiteY16" fmla="*/ 2188557 h 2587285"/>
                <a:gd name="connsiteX17" fmla="*/ 4789 w 5829162"/>
                <a:gd name="connsiteY17" fmla="*/ 2357693 h 2587285"/>
                <a:gd name="connsiteX18" fmla="*/ 38211 w 5829162"/>
                <a:gd name="connsiteY18" fmla="*/ 2503586 h 2587285"/>
                <a:gd name="connsiteX19" fmla="*/ 108213 w 5829162"/>
                <a:gd name="connsiteY19" fmla="*/ 2576584 h 2587285"/>
                <a:gd name="connsiteX20" fmla="*/ 154345 w 5829162"/>
                <a:gd name="connsiteY20" fmla="*/ 2586866 h 2587285"/>
                <a:gd name="connsiteX0" fmla="*/ 4769677 w 5830498"/>
                <a:gd name="connsiteY0" fmla="*/ 1023478 h 2587285"/>
                <a:gd name="connsiteX1" fmla="*/ 5269690 w 5830498"/>
                <a:gd name="connsiteY1" fmla="*/ 713455 h 2587285"/>
                <a:gd name="connsiteX2" fmla="*/ 5549698 w 5830498"/>
                <a:gd name="connsiteY2" fmla="*/ 403433 h 2587285"/>
                <a:gd name="connsiteX3" fmla="*/ 5829706 w 5830498"/>
                <a:gd name="connsiteY3" fmla="*/ 13404 h 2587285"/>
                <a:gd name="connsiteX4" fmla="*/ 5459696 w 5830498"/>
                <a:gd name="connsiteY4" fmla="*/ 103411 h 2587285"/>
                <a:gd name="connsiteX5" fmla="*/ 4649673 w 5830498"/>
                <a:gd name="connsiteY5" fmla="*/ 233420 h 2587285"/>
                <a:gd name="connsiteX6" fmla="*/ 4349665 w 5830498"/>
                <a:gd name="connsiteY6" fmla="*/ 463437 h 2587285"/>
                <a:gd name="connsiteX7" fmla="*/ 4119659 w 5830498"/>
                <a:gd name="connsiteY7" fmla="*/ 693454 h 2587285"/>
                <a:gd name="connsiteX8" fmla="*/ 3149632 w 5830498"/>
                <a:gd name="connsiteY8" fmla="*/ 793461 h 2587285"/>
                <a:gd name="connsiteX9" fmla="*/ 2689620 w 5830498"/>
                <a:gd name="connsiteY9" fmla="*/ 933471 h 2587285"/>
                <a:gd name="connsiteX10" fmla="*/ 2249608 w 5830498"/>
                <a:gd name="connsiteY10" fmla="*/ 1023479 h 2587285"/>
                <a:gd name="connsiteX11" fmla="*/ 1951731 w 5830498"/>
                <a:gd name="connsiteY11" fmla="*/ 1133486 h 2587285"/>
                <a:gd name="connsiteX12" fmla="*/ 1440406 w 5830498"/>
                <a:gd name="connsiteY12" fmla="*/ 1573518 h 2587285"/>
                <a:gd name="connsiteX13" fmla="*/ 964000 w 5830498"/>
                <a:gd name="connsiteY13" fmla="*/ 1737101 h 2587285"/>
                <a:gd name="connsiteX14" fmla="*/ 301897 w 5830498"/>
                <a:gd name="connsiteY14" fmla="*/ 2009535 h 2587285"/>
                <a:gd name="connsiteX15" fmla="*/ 140533 w 5830498"/>
                <a:gd name="connsiteY15" fmla="*/ 2107297 h 2587285"/>
                <a:gd name="connsiteX16" fmla="*/ 13923 w 5830498"/>
                <a:gd name="connsiteY16" fmla="*/ 2188557 h 2587285"/>
                <a:gd name="connsiteX17" fmla="*/ 6125 w 5830498"/>
                <a:gd name="connsiteY17" fmla="*/ 2357693 h 2587285"/>
                <a:gd name="connsiteX18" fmla="*/ 39547 w 5830498"/>
                <a:gd name="connsiteY18" fmla="*/ 2503586 h 2587285"/>
                <a:gd name="connsiteX19" fmla="*/ 109549 w 5830498"/>
                <a:gd name="connsiteY19" fmla="*/ 2576584 h 2587285"/>
                <a:gd name="connsiteX20" fmla="*/ 155681 w 5830498"/>
                <a:gd name="connsiteY20" fmla="*/ 2586866 h 2587285"/>
                <a:gd name="connsiteX0" fmla="*/ 4763553 w 5824374"/>
                <a:gd name="connsiteY0" fmla="*/ 1023478 h 2587285"/>
                <a:gd name="connsiteX1" fmla="*/ 5263566 w 5824374"/>
                <a:gd name="connsiteY1" fmla="*/ 713455 h 2587285"/>
                <a:gd name="connsiteX2" fmla="*/ 5543574 w 5824374"/>
                <a:gd name="connsiteY2" fmla="*/ 403433 h 2587285"/>
                <a:gd name="connsiteX3" fmla="*/ 5823582 w 5824374"/>
                <a:gd name="connsiteY3" fmla="*/ 13404 h 2587285"/>
                <a:gd name="connsiteX4" fmla="*/ 5453572 w 5824374"/>
                <a:gd name="connsiteY4" fmla="*/ 103411 h 2587285"/>
                <a:gd name="connsiteX5" fmla="*/ 4643549 w 5824374"/>
                <a:gd name="connsiteY5" fmla="*/ 233420 h 2587285"/>
                <a:gd name="connsiteX6" fmla="*/ 4343541 w 5824374"/>
                <a:gd name="connsiteY6" fmla="*/ 463437 h 2587285"/>
                <a:gd name="connsiteX7" fmla="*/ 4113535 w 5824374"/>
                <a:gd name="connsiteY7" fmla="*/ 693454 h 2587285"/>
                <a:gd name="connsiteX8" fmla="*/ 3143508 w 5824374"/>
                <a:gd name="connsiteY8" fmla="*/ 793461 h 2587285"/>
                <a:gd name="connsiteX9" fmla="*/ 2683496 w 5824374"/>
                <a:gd name="connsiteY9" fmla="*/ 933471 h 2587285"/>
                <a:gd name="connsiteX10" fmla="*/ 2243484 w 5824374"/>
                <a:gd name="connsiteY10" fmla="*/ 1023479 h 2587285"/>
                <a:gd name="connsiteX11" fmla="*/ 1945607 w 5824374"/>
                <a:gd name="connsiteY11" fmla="*/ 1133486 h 2587285"/>
                <a:gd name="connsiteX12" fmla="*/ 1434282 w 5824374"/>
                <a:gd name="connsiteY12" fmla="*/ 1573518 h 2587285"/>
                <a:gd name="connsiteX13" fmla="*/ 957876 w 5824374"/>
                <a:gd name="connsiteY13" fmla="*/ 1737101 h 2587285"/>
                <a:gd name="connsiteX14" fmla="*/ 295773 w 5824374"/>
                <a:gd name="connsiteY14" fmla="*/ 2009535 h 2587285"/>
                <a:gd name="connsiteX15" fmla="*/ 134409 w 5824374"/>
                <a:gd name="connsiteY15" fmla="*/ 2107297 h 2587285"/>
                <a:gd name="connsiteX16" fmla="*/ 33563 w 5824374"/>
                <a:gd name="connsiteY16" fmla="*/ 2198277 h 2587285"/>
                <a:gd name="connsiteX17" fmla="*/ 1 w 5824374"/>
                <a:gd name="connsiteY17" fmla="*/ 2357693 h 2587285"/>
                <a:gd name="connsiteX18" fmla="*/ 33423 w 5824374"/>
                <a:gd name="connsiteY18" fmla="*/ 2503586 h 2587285"/>
                <a:gd name="connsiteX19" fmla="*/ 103425 w 5824374"/>
                <a:gd name="connsiteY19" fmla="*/ 2576584 h 2587285"/>
                <a:gd name="connsiteX20" fmla="*/ 149557 w 5824374"/>
                <a:gd name="connsiteY20" fmla="*/ 2586866 h 2587285"/>
                <a:gd name="connsiteX0" fmla="*/ 4764161 w 5824982"/>
                <a:gd name="connsiteY0" fmla="*/ 1023478 h 2588914"/>
                <a:gd name="connsiteX1" fmla="*/ 5264174 w 5824982"/>
                <a:gd name="connsiteY1" fmla="*/ 713455 h 2588914"/>
                <a:gd name="connsiteX2" fmla="*/ 5544182 w 5824982"/>
                <a:gd name="connsiteY2" fmla="*/ 403433 h 2588914"/>
                <a:gd name="connsiteX3" fmla="*/ 5824190 w 5824982"/>
                <a:gd name="connsiteY3" fmla="*/ 13404 h 2588914"/>
                <a:gd name="connsiteX4" fmla="*/ 5454180 w 5824982"/>
                <a:gd name="connsiteY4" fmla="*/ 103411 h 2588914"/>
                <a:gd name="connsiteX5" fmla="*/ 4644157 w 5824982"/>
                <a:gd name="connsiteY5" fmla="*/ 233420 h 2588914"/>
                <a:gd name="connsiteX6" fmla="*/ 4344149 w 5824982"/>
                <a:gd name="connsiteY6" fmla="*/ 463437 h 2588914"/>
                <a:gd name="connsiteX7" fmla="*/ 4114143 w 5824982"/>
                <a:gd name="connsiteY7" fmla="*/ 693454 h 2588914"/>
                <a:gd name="connsiteX8" fmla="*/ 3144116 w 5824982"/>
                <a:gd name="connsiteY8" fmla="*/ 793461 h 2588914"/>
                <a:gd name="connsiteX9" fmla="*/ 2684104 w 5824982"/>
                <a:gd name="connsiteY9" fmla="*/ 933471 h 2588914"/>
                <a:gd name="connsiteX10" fmla="*/ 2244092 w 5824982"/>
                <a:gd name="connsiteY10" fmla="*/ 1023479 h 2588914"/>
                <a:gd name="connsiteX11" fmla="*/ 1946215 w 5824982"/>
                <a:gd name="connsiteY11" fmla="*/ 1133486 h 2588914"/>
                <a:gd name="connsiteX12" fmla="*/ 1434890 w 5824982"/>
                <a:gd name="connsiteY12" fmla="*/ 1573518 h 2588914"/>
                <a:gd name="connsiteX13" fmla="*/ 958484 w 5824982"/>
                <a:gd name="connsiteY13" fmla="*/ 1737101 h 2588914"/>
                <a:gd name="connsiteX14" fmla="*/ 296381 w 5824982"/>
                <a:gd name="connsiteY14" fmla="*/ 2009535 h 2588914"/>
                <a:gd name="connsiteX15" fmla="*/ 135017 w 5824982"/>
                <a:gd name="connsiteY15" fmla="*/ 2107297 h 2588914"/>
                <a:gd name="connsiteX16" fmla="*/ 34171 w 5824982"/>
                <a:gd name="connsiteY16" fmla="*/ 2198277 h 2588914"/>
                <a:gd name="connsiteX17" fmla="*/ 609 w 5824982"/>
                <a:gd name="connsiteY17" fmla="*/ 2357693 h 2588914"/>
                <a:gd name="connsiteX18" fmla="*/ 57453 w 5824982"/>
                <a:gd name="connsiteY18" fmla="*/ 2471999 h 2588914"/>
                <a:gd name="connsiteX19" fmla="*/ 104033 w 5824982"/>
                <a:gd name="connsiteY19" fmla="*/ 2576584 h 2588914"/>
                <a:gd name="connsiteX20" fmla="*/ 150165 w 5824982"/>
                <a:gd name="connsiteY20" fmla="*/ 2586866 h 2588914"/>
                <a:gd name="connsiteX0" fmla="*/ 4764137 w 5824958"/>
                <a:gd name="connsiteY0" fmla="*/ 1023478 h 2588627"/>
                <a:gd name="connsiteX1" fmla="*/ 5264150 w 5824958"/>
                <a:gd name="connsiteY1" fmla="*/ 713455 h 2588627"/>
                <a:gd name="connsiteX2" fmla="*/ 5544158 w 5824958"/>
                <a:gd name="connsiteY2" fmla="*/ 403433 h 2588627"/>
                <a:gd name="connsiteX3" fmla="*/ 5824166 w 5824958"/>
                <a:gd name="connsiteY3" fmla="*/ 13404 h 2588627"/>
                <a:gd name="connsiteX4" fmla="*/ 5454156 w 5824958"/>
                <a:gd name="connsiteY4" fmla="*/ 103411 h 2588627"/>
                <a:gd name="connsiteX5" fmla="*/ 4644133 w 5824958"/>
                <a:gd name="connsiteY5" fmla="*/ 233420 h 2588627"/>
                <a:gd name="connsiteX6" fmla="*/ 4344125 w 5824958"/>
                <a:gd name="connsiteY6" fmla="*/ 463437 h 2588627"/>
                <a:gd name="connsiteX7" fmla="*/ 4114119 w 5824958"/>
                <a:gd name="connsiteY7" fmla="*/ 693454 h 2588627"/>
                <a:gd name="connsiteX8" fmla="*/ 3144092 w 5824958"/>
                <a:gd name="connsiteY8" fmla="*/ 793461 h 2588627"/>
                <a:gd name="connsiteX9" fmla="*/ 2684080 w 5824958"/>
                <a:gd name="connsiteY9" fmla="*/ 933471 h 2588627"/>
                <a:gd name="connsiteX10" fmla="*/ 2244068 w 5824958"/>
                <a:gd name="connsiteY10" fmla="*/ 1023479 h 2588627"/>
                <a:gd name="connsiteX11" fmla="*/ 1946191 w 5824958"/>
                <a:gd name="connsiteY11" fmla="*/ 1133486 h 2588627"/>
                <a:gd name="connsiteX12" fmla="*/ 1434866 w 5824958"/>
                <a:gd name="connsiteY12" fmla="*/ 1573518 h 2588627"/>
                <a:gd name="connsiteX13" fmla="*/ 958460 w 5824958"/>
                <a:gd name="connsiteY13" fmla="*/ 1737101 h 2588627"/>
                <a:gd name="connsiteX14" fmla="*/ 296357 w 5824958"/>
                <a:gd name="connsiteY14" fmla="*/ 2009535 h 2588627"/>
                <a:gd name="connsiteX15" fmla="*/ 134993 w 5824958"/>
                <a:gd name="connsiteY15" fmla="*/ 2107297 h 2588627"/>
                <a:gd name="connsiteX16" fmla="*/ 34147 w 5824958"/>
                <a:gd name="connsiteY16" fmla="*/ 2198277 h 2588627"/>
                <a:gd name="connsiteX17" fmla="*/ 585 w 5824958"/>
                <a:gd name="connsiteY17" fmla="*/ 2357693 h 2588627"/>
                <a:gd name="connsiteX18" fmla="*/ 19954 w 5824958"/>
                <a:gd name="connsiteY18" fmla="*/ 2476858 h 2588627"/>
                <a:gd name="connsiteX19" fmla="*/ 104009 w 5824958"/>
                <a:gd name="connsiteY19" fmla="*/ 2576584 h 2588627"/>
                <a:gd name="connsiteX20" fmla="*/ 150141 w 5824958"/>
                <a:gd name="connsiteY20" fmla="*/ 2586866 h 2588627"/>
                <a:gd name="connsiteX0" fmla="*/ 4764137 w 5824958"/>
                <a:gd name="connsiteY0" fmla="*/ 1023478 h 2608734"/>
                <a:gd name="connsiteX1" fmla="*/ 5264150 w 5824958"/>
                <a:gd name="connsiteY1" fmla="*/ 713455 h 2608734"/>
                <a:gd name="connsiteX2" fmla="*/ 5544158 w 5824958"/>
                <a:gd name="connsiteY2" fmla="*/ 403433 h 2608734"/>
                <a:gd name="connsiteX3" fmla="*/ 5824166 w 5824958"/>
                <a:gd name="connsiteY3" fmla="*/ 13404 h 2608734"/>
                <a:gd name="connsiteX4" fmla="*/ 5454156 w 5824958"/>
                <a:gd name="connsiteY4" fmla="*/ 103411 h 2608734"/>
                <a:gd name="connsiteX5" fmla="*/ 4644133 w 5824958"/>
                <a:gd name="connsiteY5" fmla="*/ 233420 h 2608734"/>
                <a:gd name="connsiteX6" fmla="*/ 4344125 w 5824958"/>
                <a:gd name="connsiteY6" fmla="*/ 463437 h 2608734"/>
                <a:gd name="connsiteX7" fmla="*/ 4114119 w 5824958"/>
                <a:gd name="connsiteY7" fmla="*/ 693454 h 2608734"/>
                <a:gd name="connsiteX8" fmla="*/ 3144092 w 5824958"/>
                <a:gd name="connsiteY8" fmla="*/ 793461 h 2608734"/>
                <a:gd name="connsiteX9" fmla="*/ 2684080 w 5824958"/>
                <a:gd name="connsiteY9" fmla="*/ 933471 h 2608734"/>
                <a:gd name="connsiteX10" fmla="*/ 2244068 w 5824958"/>
                <a:gd name="connsiteY10" fmla="*/ 1023479 h 2608734"/>
                <a:gd name="connsiteX11" fmla="*/ 1946191 w 5824958"/>
                <a:gd name="connsiteY11" fmla="*/ 1133486 h 2608734"/>
                <a:gd name="connsiteX12" fmla="*/ 1434866 w 5824958"/>
                <a:gd name="connsiteY12" fmla="*/ 1573518 h 2608734"/>
                <a:gd name="connsiteX13" fmla="*/ 958460 w 5824958"/>
                <a:gd name="connsiteY13" fmla="*/ 1737101 h 2608734"/>
                <a:gd name="connsiteX14" fmla="*/ 296357 w 5824958"/>
                <a:gd name="connsiteY14" fmla="*/ 2009535 h 2608734"/>
                <a:gd name="connsiteX15" fmla="*/ 134993 w 5824958"/>
                <a:gd name="connsiteY15" fmla="*/ 2107297 h 2608734"/>
                <a:gd name="connsiteX16" fmla="*/ 34147 w 5824958"/>
                <a:gd name="connsiteY16" fmla="*/ 2198277 h 2608734"/>
                <a:gd name="connsiteX17" fmla="*/ 585 w 5824958"/>
                <a:gd name="connsiteY17" fmla="*/ 2357693 h 2608734"/>
                <a:gd name="connsiteX18" fmla="*/ 19954 w 5824958"/>
                <a:gd name="connsiteY18" fmla="*/ 2476858 h 2608734"/>
                <a:gd name="connsiteX19" fmla="*/ 104009 w 5824958"/>
                <a:gd name="connsiteY19" fmla="*/ 2576584 h 2608734"/>
                <a:gd name="connsiteX20" fmla="*/ 150141 w 5824958"/>
                <a:gd name="connsiteY20" fmla="*/ 2608734 h 2608734"/>
                <a:gd name="connsiteX0" fmla="*/ 5264150 w 5824958"/>
                <a:gd name="connsiteY0" fmla="*/ 713455 h 2608734"/>
                <a:gd name="connsiteX1" fmla="*/ 5544158 w 5824958"/>
                <a:gd name="connsiteY1" fmla="*/ 403433 h 2608734"/>
                <a:gd name="connsiteX2" fmla="*/ 5824166 w 5824958"/>
                <a:gd name="connsiteY2" fmla="*/ 13404 h 2608734"/>
                <a:gd name="connsiteX3" fmla="*/ 5454156 w 5824958"/>
                <a:gd name="connsiteY3" fmla="*/ 103411 h 2608734"/>
                <a:gd name="connsiteX4" fmla="*/ 4644133 w 5824958"/>
                <a:gd name="connsiteY4" fmla="*/ 233420 h 2608734"/>
                <a:gd name="connsiteX5" fmla="*/ 4344125 w 5824958"/>
                <a:gd name="connsiteY5" fmla="*/ 463437 h 2608734"/>
                <a:gd name="connsiteX6" fmla="*/ 4114119 w 5824958"/>
                <a:gd name="connsiteY6" fmla="*/ 693454 h 2608734"/>
                <a:gd name="connsiteX7" fmla="*/ 3144092 w 5824958"/>
                <a:gd name="connsiteY7" fmla="*/ 793461 h 2608734"/>
                <a:gd name="connsiteX8" fmla="*/ 2684080 w 5824958"/>
                <a:gd name="connsiteY8" fmla="*/ 933471 h 2608734"/>
                <a:gd name="connsiteX9" fmla="*/ 2244068 w 5824958"/>
                <a:gd name="connsiteY9" fmla="*/ 1023479 h 2608734"/>
                <a:gd name="connsiteX10" fmla="*/ 1946191 w 5824958"/>
                <a:gd name="connsiteY10" fmla="*/ 1133486 h 2608734"/>
                <a:gd name="connsiteX11" fmla="*/ 1434866 w 5824958"/>
                <a:gd name="connsiteY11" fmla="*/ 1573518 h 2608734"/>
                <a:gd name="connsiteX12" fmla="*/ 958460 w 5824958"/>
                <a:gd name="connsiteY12" fmla="*/ 1737101 h 2608734"/>
                <a:gd name="connsiteX13" fmla="*/ 296357 w 5824958"/>
                <a:gd name="connsiteY13" fmla="*/ 2009535 h 2608734"/>
                <a:gd name="connsiteX14" fmla="*/ 134993 w 5824958"/>
                <a:gd name="connsiteY14" fmla="*/ 2107297 h 2608734"/>
                <a:gd name="connsiteX15" fmla="*/ 34147 w 5824958"/>
                <a:gd name="connsiteY15" fmla="*/ 2198277 h 2608734"/>
                <a:gd name="connsiteX16" fmla="*/ 585 w 5824958"/>
                <a:gd name="connsiteY16" fmla="*/ 2357693 h 2608734"/>
                <a:gd name="connsiteX17" fmla="*/ 19954 w 5824958"/>
                <a:gd name="connsiteY17" fmla="*/ 2476858 h 2608734"/>
                <a:gd name="connsiteX18" fmla="*/ 104009 w 5824958"/>
                <a:gd name="connsiteY18" fmla="*/ 2576584 h 2608734"/>
                <a:gd name="connsiteX19" fmla="*/ 150141 w 5824958"/>
                <a:gd name="connsiteY19" fmla="*/ 2608734 h 2608734"/>
                <a:gd name="connsiteX0" fmla="*/ 5029716 w 5825132"/>
                <a:gd name="connsiteY0" fmla="*/ 946128 h 2608734"/>
                <a:gd name="connsiteX1" fmla="*/ 5544158 w 5825132"/>
                <a:gd name="connsiteY1" fmla="*/ 403433 h 2608734"/>
                <a:gd name="connsiteX2" fmla="*/ 5824166 w 5825132"/>
                <a:gd name="connsiteY2" fmla="*/ 13404 h 2608734"/>
                <a:gd name="connsiteX3" fmla="*/ 5454156 w 5825132"/>
                <a:gd name="connsiteY3" fmla="*/ 103411 h 2608734"/>
                <a:gd name="connsiteX4" fmla="*/ 4644133 w 5825132"/>
                <a:gd name="connsiteY4" fmla="*/ 233420 h 2608734"/>
                <a:gd name="connsiteX5" fmla="*/ 4344125 w 5825132"/>
                <a:gd name="connsiteY5" fmla="*/ 463437 h 2608734"/>
                <a:gd name="connsiteX6" fmla="*/ 4114119 w 5825132"/>
                <a:gd name="connsiteY6" fmla="*/ 693454 h 2608734"/>
                <a:gd name="connsiteX7" fmla="*/ 3144092 w 5825132"/>
                <a:gd name="connsiteY7" fmla="*/ 793461 h 2608734"/>
                <a:gd name="connsiteX8" fmla="*/ 2684080 w 5825132"/>
                <a:gd name="connsiteY8" fmla="*/ 933471 h 2608734"/>
                <a:gd name="connsiteX9" fmla="*/ 2244068 w 5825132"/>
                <a:gd name="connsiteY9" fmla="*/ 1023479 h 2608734"/>
                <a:gd name="connsiteX10" fmla="*/ 1946191 w 5825132"/>
                <a:gd name="connsiteY10" fmla="*/ 1133486 h 2608734"/>
                <a:gd name="connsiteX11" fmla="*/ 1434866 w 5825132"/>
                <a:gd name="connsiteY11" fmla="*/ 1573518 h 2608734"/>
                <a:gd name="connsiteX12" fmla="*/ 958460 w 5825132"/>
                <a:gd name="connsiteY12" fmla="*/ 1737101 h 2608734"/>
                <a:gd name="connsiteX13" fmla="*/ 296357 w 5825132"/>
                <a:gd name="connsiteY13" fmla="*/ 2009535 h 2608734"/>
                <a:gd name="connsiteX14" fmla="*/ 134993 w 5825132"/>
                <a:gd name="connsiteY14" fmla="*/ 2107297 h 2608734"/>
                <a:gd name="connsiteX15" fmla="*/ 34147 w 5825132"/>
                <a:gd name="connsiteY15" fmla="*/ 2198277 h 2608734"/>
                <a:gd name="connsiteX16" fmla="*/ 585 w 5825132"/>
                <a:gd name="connsiteY16" fmla="*/ 2357693 h 2608734"/>
                <a:gd name="connsiteX17" fmla="*/ 19954 w 5825132"/>
                <a:gd name="connsiteY17" fmla="*/ 2476858 h 2608734"/>
                <a:gd name="connsiteX18" fmla="*/ 104009 w 5825132"/>
                <a:gd name="connsiteY18" fmla="*/ 2576584 h 2608734"/>
                <a:gd name="connsiteX19" fmla="*/ 150141 w 5825132"/>
                <a:gd name="connsiteY19" fmla="*/ 2608734 h 26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5132" h="2608734">
                  <a:moveTo>
                    <a:pt x="5029716" y="946128"/>
                  </a:moveTo>
                  <a:cubicBezTo>
                    <a:pt x="5159719" y="842787"/>
                    <a:pt x="5411750" y="558887"/>
                    <a:pt x="5544158" y="403433"/>
                  </a:cubicBezTo>
                  <a:cubicBezTo>
                    <a:pt x="5676566" y="247979"/>
                    <a:pt x="5839166" y="63408"/>
                    <a:pt x="5824166" y="13404"/>
                  </a:cubicBezTo>
                  <a:cubicBezTo>
                    <a:pt x="5809166" y="-36600"/>
                    <a:pt x="5650828" y="66742"/>
                    <a:pt x="5454156" y="103411"/>
                  </a:cubicBezTo>
                  <a:cubicBezTo>
                    <a:pt x="5257484" y="140080"/>
                    <a:pt x="4829138" y="173416"/>
                    <a:pt x="4644133" y="233420"/>
                  </a:cubicBezTo>
                  <a:cubicBezTo>
                    <a:pt x="4459128" y="293424"/>
                    <a:pt x="4432461" y="386765"/>
                    <a:pt x="4344125" y="463437"/>
                  </a:cubicBezTo>
                  <a:cubicBezTo>
                    <a:pt x="4255789" y="540109"/>
                    <a:pt x="4314124" y="638450"/>
                    <a:pt x="4114119" y="693454"/>
                  </a:cubicBezTo>
                  <a:cubicBezTo>
                    <a:pt x="3914113" y="748458"/>
                    <a:pt x="3382432" y="753458"/>
                    <a:pt x="3144092" y="793461"/>
                  </a:cubicBezTo>
                  <a:cubicBezTo>
                    <a:pt x="2905752" y="833464"/>
                    <a:pt x="2834084" y="895135"/>
                    <a:pt x="2684080" y="933471"/>
                  </a:cubicBezTo>
                  <a:cubicBezTo>
                    <a:pt x="2534076" y="971807"/>
                    <a:pt x="2367050" y="990143"/>
                    <a:pt x="2244068" y="1023479"/>
                  </a:cubicBezTo>
                  <a:cubicBezTo>
                    <a:pt x="2121086" y="1056815"/>
                    <a:pt x="2081058" y="1041813"/>
                    <a:pt x="1946191" y="1133486"/>
                  </a:cubicBezTo>
                  <a:cubicBezTo>
                    <a:pt x="1811324" y="1225159"/>
                    <a:pt x="1599488" y="1472916"/>
                    <a:pt x="1434866" y="1573518"/>
                  </a:cubicBezTo>
                  <a:cubicBezTo>
                    <a:pt x="1270244" y="1674120"/>
                    <a:pt x="1148211" y="1664432"/>
                    <a:pt x="958460" y="1737101"/>
                  </a:cubicBezTo>
                  <a:cubicBezTo>
                    <a:pt x="768709" y="1809770"/>
                    <a:pt x="433601" y="1947836"/>
                    <a:pt x="296357" y="2009535"/>
                  </a:cubicBezTo>
                  <a:cubicBezTo>
                    <a:pt x="159113" y="2071234"/>
                    <a:pt x="178695" y="2075840"/>
                    <a:pt x="134993" y="2107297"/>
                  </a:cubicBezTo>
                  <a:cubicBezTo>
                    <a:pt x="91291" y="2138754"/>
                    <a:pt x="56548" y="2156544"/>
                    <a:pt x="34147" y="2198277"/>
                  </a:cubicBezTo>
                  <a:cubicBezTo>
                    <a:pt x="11746" y="2240010"/>
                    <a:pt x="2950" y="2311263"/>
                    <a:pt x="585" y="2357693"/>
                  </a:cubicBezTo>
                  <a:cubicBezTo>
                    <a:pt x="-1780" y="2404123"/>
                    <a:pt x="2717" y="2440376"/>
                    <a:pt x="19954" y="2476858"/>
                  </a:cubicBezTo>
                  <a:cubicBezTo>
                    <a:pt x="37191" y="2513340"/>
                    <a:pt x="82311" y="2554605"/>
                    <a:pt x="104009" y="2576584"/>
                  </a:cubicBezTo>
                  <a:cubicBezTo>
                    <a:pt x="125707" y="2598563"/>
                    <a:pt x="150141" y="2608734"/>
                    <a:pt x="150141" y="2608734"/>
                  </a:cubicBezTo>
                </a:path>
              </a:pathLst>
            </a:custGeom>
            <a:ln w="3175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70040" y="3536188"/>
              <a:ext cx="5530176" cy="2503142"/>
            </a:xfrm>
            <a:custGeom>
              <a:avLst/>
              <a:gdLst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3990109 w 5530663"/>
                <a:gd name="connsiteY9" fmla="*/ 163011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04863 w 5530663"/>
                <a:gd name="connsiteY9" fmla="*/ 150000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760021 w 5530663"/>
                <a:gd name="connsiteY12" fmla="*/ 540039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224269 w 5530663"/>
                <a:gd name="connsiteY14" fmla="*/ 150523 h 2528939"/>
                <a:gd name="connsiteX15" fmla="*/ 0 w 5530663"/>
                <a:gd name="connsiteY15" fmla="*/ 0 h 2528939"/>
                <a:gd name="connsiteX0" fmla="*/ 4650127 w 5530685"/>
                <a:gd name="connsiteY0" fmla="*/ 1470107 h 2528939"/>
                <a:gd name="connsiteX1" fmla="*/ 4990137 w 5530685"/>
                <a:gd name="connsiteY1" fmla="*/ 1790130 h 2528939"/>
                <a:gd name="connsiteX2" fmla="*/ 5150141 w 5530685"/>
                <a:gd name="connsiteY2" fmla="*/ 2230162 h 2528939"/>
                <a:gd name="connsiteX3" fmla="*/ 5530151 w 5530685"/>
                <a:gd name="connsiteY3" fmla="*/ 2460179 h 2528939"/>
                <a:gd name="connsiteX4" fmla="*/ 5060139 w 5530685"/>
                <a:gd name="connsiteY4" fmla="*/ 2520183 h 2528939"/>
                <a:gd name="connsiteX5" fmla="*/ 4420121 w 5530685"/>
                <a:gd name="connsiteY5" fmla="*/ 2300167 h 2528939"/>
                <a:gd name="connsiteX6" fmla="*/ 4200280 w 5530685"/>
                <a:gd name="connsiteY6" fmla="*/ 1860135 h 2528939"/>
                <a:gd name="connsiteX7" fmla="*/ 4004863 w 5530685"/>
                <a:gd name="connsiteY7" fmla="*/ 1500008 h 2528939"/>
                <a:gd name="connsiteX8" fmla="*/ 2950081 w 5530685"/>
                <a:gd name="connsiteY8" fmla="*/ 1330097 h 2528939"/>
                <a:gd name="connsiteX9" fmla="*/ 2240061 w 5530685"/>
                <a:gd name="connsiteY9" fmla="*/ 1130082 h 2528939"/>
                <a:gd name="connsiteX10" fmla="*/ 1470040 w 5530685"/>
                <a:gd name="connsiteY10" fmla="*/ 900065 h 2528939"/>
                <a:gd name="connsiteX11" fmla="*/ 951830 w 5530685"/>
                <a:gd name="connsiteY11" fmla="*/ 501772 h 2528939"/>
                <a:gd name="connsiteX12" fmla="*/ 443782 w 5530685"/>
                <a:gd name="connsiteY12" fmla="*/ 273490 h 2528939"/>
                <a:gd name="connsiteX13" fmla="*/ 224269 w 5530685"/>
                <a:gd name="connsiteY13" fmla="*/ 150523 h 2528939"/>
                <a:gd name="connsiteX14" fmla="*/ 0 w 5530685"/>
                <a:gd name="connsiteY14" fmla="*/ 0 h 2528939"/>
                <a:gd name="connsiteX0" fmla="*/ 4650127 w 5530484"/>
                <a:gd name="connsiteY0" fmla="*/ 1470107 h 2546218"/>
                <a:gd name="connsiteX1" fmla="*/ 4990137 w 5530484"/>
                <a:gd name="connsiteY1" fmla="*/ 1790130 h 2546218"/>
                <a:gd name="connsiteX2" fmla="*/ 5530151 w 5530484"/>
                <a:gd name="connsiteY2" fmla="*/ 2460179 h 2546218"/>
                <a:gd name="connsiteX3" fmla="*/ 5060139 w 5530484"/>
                <a:gd name="connsiteY3" fmla="*/ 2520183 h 2546218"/>
                <a:gd name="connsiteX4" fmla="*/ 4420121 w 5530484"/>
                <a:gd name="connsiteY4" fmla="*/ 2300167 h 2546218"/>
                <a:gd name="connsiteX5" fmla="*/ 4200280 w 5530484"/>
                <a:gd name="connsiteY5" fmla="*/ 1860135 h 2546218"/>
                <a:gd name="connsiteX6" fmla="*/ 4004863 w 5530484"/>
                <a:gd name="connsiteY6" fmla="*/ 1500008 h 2546218"/>
                <a:gd name="connsiteX7" fmla="*/ 2950081 w 5530484"/>
                <a:gd name="connsiteY7" fmla="*/ 1330097 h 2546218"/>
                <a:gd name="connsiteX8" fmla="*/ 2240061 w 5530484"/>
                <a:gd name="connsiteY8" fmla="*/ 1130082 h 2546218"/>
                <a:gd name="connsiteX9" fmla="*/ 1470040 w 5530484"/>
                <a:gd name="connsiteY9" fmla="*/ 900065 h 2546218"/>
                <a:gd name="connsiteX10" fmla="*/ 951830 w 5530484"/>
                <a:gd name="connsiteY10" fmla="*/ 501772 h 2546218"/>
                <a:gd name="connsiteX11" fmla="*/ 443782 w 5530484"/>
                <a:gd name="connsiteY11" fmla="*/ 273490 h 2546218"/>
                <a:gd name="connsiteX12" fmla="*/ 224269 w 5530484"/>
                <a:gd name="connsiteY12" fmla="*/ 150523 h 2546218"/>
                <a:gd name="connsiteX13" fmla="*/ 0 w 5530484"/>
                <a:gd name="connsiteY13" fmla="*/ 0 h 2546218"/>
                <a:gd name="connsiteX0" fmla="*/ 4650127 w 5530484"/>
                <a:gd name="connsiteY0" fmla="*/ 1470107 h 2539014"/>
                <a:gd name="connsiteX1" fmla="*/ 4990137 w 5530484"/>
                <a:gd name="connsiteY1" fmla="*/ 1927892 h 2539014"/>
                <a:gd name="connsiteX2" fmla="*/ 5530151 w 5530484"/>
                <a:gd name="connsiteY2" fmla="*/ 2460179 h 2539014"/>
                <a:gd name="connsiteX3" fmla="*/ 5060139 w 5530484"/>
                <a:gd name="connsiteY3" fmla="*/ 2520183 h 2539014"/>
                <a:gd name="connsiteX4" fmla="*/ 4420121 w 5530484"/>
                <a:gd name="connsiteY4" fmla="*/ 2300167 h 2539014"/>
                <a:gd name="connsiteX5" fmla="*/ 4200280 w 5530484"/>
                <a:gd name="connsiteY5" fmla="*/ 1860135 h 2539014"/>
                <a:gd name="connsiteX6" fmla="*/ 4004863 w 5530484"/>
                <a:gd name="connsiteY6" fmla="*/ 1500008 h 2539014"/>
                <a:gd name="connsiteX7" fmla="*/ 2950081 w 5530484"/>
                <a:gd name="connsiteY7" fmla="*/ 1330097 h 2539014"/>
                <a:gd name="connsiteX8" fmla="*/ 2240061 w 5530484"/>
                <a:gd name="connsiteY8" fmla="*/ 1130082 h 2539014"/>
                <a:gd name="connsiteX9" fmla="*/ 1470040 w 5530484"/>
                <a:gd name="connsiteY9" fmla="*/ 900065 h 2539014"/>
                <a:gd name="connsiteX10" fmla="*/ 951830 w 5530484"/>
                <a:gd name="connsiteY10" fmla="*/ 501772 h 2539014"/>
                <a:gd name="connsiteX11" fmla="*/ 443782 w 5530484"/>
                <a:gd name="connsiteY11" fmla="*/ 273490 h 2539014"/>
                <a:gd name="connsiteX12" fmla="*/ 224269 w 5530484"/>
                <a:gd name="connsiteY12" fmla="*/ 150523 h 2539014"/>
                <a:gd name="connsiteX13" fmla="*/ 0 w 5530484"/>
                <a:gd name="connsiteY13" fmla="*/ 0 h 2539014"/>
                <a:gd name="connsiteX0" fmla="*/ 4650127 w 5530469"/>
                <a:gd name="connsiteY0" fmla="*/ 1470107 h 2541230"/>
                <a:gd name="connsiteX1" fmla="*/ 4990137 w 5530469"/>
                <a:gd name="connsiteY1" fmla="*/ 1927892 h 2541230"/>
                <a:gd name="connsiteX2" fmla="*/ 5530151 w 5530469"/>
                <a:gd name="connsiteY2" fmla="*/ 2460179 h 2541230"/>
                <a:gd name="connsiteX3" fmla="*/ 5060139 w 5530469"/>
                <a:gd name="connsiteY3" fmla="*/ 2520183 h 2541230"/>
                <a:gd name="connsiteX4" fmla="*/ 4508648 w 5530469"/>
                <a:gd name="connsiteY4" fmla="*/ 2269554 h 2541230"/>
                <a:gd name="connsiteX5" fmla="*/ 4200280 w 5530469"/>
                <a:gd name="connsiteY5" fmla="*/ 1860135 h 2541230"/>
                <a:gd name="connsiteX6" fmla="*/ 4004863 w 5530469"/>
                <a:gd name="connsiteY6" fmla="*/ 1500008 h 2541230"/>
                <a:gd name="connsiteX7" fmla="*/ 2950081 w 5530469"/>
                <a:gd name="connsiteY7" fmla="*/ 1330097 h 2541230"/>
                <a:gd name="connsiteX8" fmla="*/ 2240061 w 5530469"/>
                <a:gd name="connsiteY8" fmla="*/ 1130082 h 2541230"/>
                <a:gd name="connsiteX9" fmla="*/ 1470040 w 5530469"/>
                <a:gd name="connsiteY9" fmla="*/ 900065 h 2541230"/>
                <a:gd name="connsiteX10" fmla="*/ 951830 w 5530469"/>
                <a:gd name="connsiteY10" fmla="*/ 501772 h 2541230"/>
                <a:gd name="connsiteX11" fmla="*/ 443782 w 5530469"/>
                <a:gd name="connsiteY11" fmla="*/ 273490 h 2541230"/>
                <a:gd name="connsiteX12" fmla="*/ 224269 w 5530469"/>
                <a:gd name="connsiteY12" fmla="*/ 150523 h 2541230"/>
                <a:gd name="connsiteX13" fmla="*/ 0 w 5530469"/>
                <a:gd name="connsiteY13" fmla="*/ 0 h 2541230"/>
                <a:gd name="connsiteX0" fmla="*/ 4650127 w 5530159"/>
                <a:gd name="connsiteY0" fmla="*/ 1470107 h 2544218"/>
                <a:gd name="connsiteX1" fmla="*/ 5071287 w 5530159"/>
                <a:gd name="connsiteY1" fmla="*/ 1866664 h 2544218"/>
                <a:gd name="connsiteX2" fmla="*/ 5530151 w 5530159"/>
                <a:gd name="connsiteY2" fmla="*/ 2460179 h 2544218"/>
                <a:gd name="connsiteX3" fmla="*/ 5060139 w 5530159"/>
                <a:gd name="connsiteY3" fmla="*/ 2520183 h 2544218"/>
                <a:gd name="connsiteX4" fmla="*/ 4508648 w 5530159"/>
                <a:gd name="connsiteY4" fmla="*/ 2269554 h 2544218"/>
                <a:gd name="connsiteX5" fmla="*/ 4200280 w 5530159"/>
                <a:gd name="connsiteY5" fmla="*/ 1860135 h 2544218"/>
                <a:gd name="connsiteX6" fmla="*/ 4004863 w 5530159"/>
                <a:gd name="connsiteY6" fmla="*/ 1500008 h 2544218"/>
                <a:gd name="connsiteX7" fmla="*/ 2950081 w 5530159"/>
                <a:gd name="connsiteY7" fmla="*/ 1330097 h 2544218"/>
                <a:gd name="connsiteX8" fmla="*/ 2240061 w 5530159"/>
                <a:gd name="connsiteY8" fmla="*/ 1130082 h 2544218"/>
                <a:gd name="connsiteX9" fmla="*/ 1470040 w 5530159"/>
                <a:gd name="connsiteY9" fmla="*/ 900065 h 2544218"/>
                <a:gd name="connsiteX10" fmla="*/ 951830 w 5530159"/>
                <a:gd name="connsiteY10" fmla="*/ 501772 h 2544218"/>
                <a:gd name="connsiteX11" fmla="*/ 443782 w 5530159"/>
                <a:gd name="connsiteY11" fmla="*/ 273490 h 2544218"/>
                <a:gd name="connsiteX12" fmla="*/ 224269 w 5530159"/>
                <a:gd name="connsiteY12" fmla="*/ 150523 h 2544218"/>
                <a:gd name="connsiteX13" fmla="*/ 0 w 5530159"/>
                <a:gd name="connsiteY13" fmla="*/ 0 h 2544218"/>
                <a:gd name="connsiteX0" fmla="*/ 4650127 w 5530176"/>
                <a:gd name="connsiteY0" fmla="*/ 1470107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  <a:gd name="connsiteX0" fmla="*/ 4770896 w 5530176"/>
                <a:gd name="connsiteY0" fmla="*/ 1277549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30176" h="2503141">
                  <a:moveTo>
                    <a:pt x="4770896" y="1277549"/>
                  </a:moveTo>
                  <a:cubicBezTo>
                    <a:pt x="4870899" y="1334220"/>
                    <a:pt x="4944745" y="1669559"/>
                    <a:pt x="5071287" y="1866664"/>
                  </a:cubicBezTo>
                  <a:cubicBezTo>
                    <a:pt x="5197829" y="2063769"/>
                    <a:pt x="5527091" y="2365291"/>
                    <a:pt x="5530151" y="2460179"/>
                  </a:cubicBezTo>
                  <a:cubicBezTo>
                    <a:pt x="5533211" y="2555067"/>
                    <a:pt x="5259899" y="2467766"/>
                    <a:pt x="5089648" y="2435995"/>
                  </a:cubicBezTo>
                  <a:cubicBezTo>
                    <a:pt x="4919398" y="2404224"/>
                    <a:pt x="4656876" y="2365531"/>
                    <a:pt x="4508648" y="2269554"/>
                  </a:cubicBezTo>
                  <a:cubicBezTo>
                    <a:pt x="4360420" y="2173577"/>
                    <a:pt x="4284244" y="1988393"/>
                    <a:pt x="4200280" y="1860135"/>
                  </a:cubicBezTo>
                  <a:cubicBezTo>
                    <a:pt x="4116316" y="1731877"/>
                    <a:pt x="4213229" y="1588348"/>
                    <a:pt x="4004863" y="1500008"/>
                  </a:cubicBezTo>
                  <a:cubicBezTo>
                    <a:pt x="3796497" y="1411668"/>
                    <a:pt x="3244215" y="1391751"/>
                    <a:pt x="2950081" y="1330097"/>
                  </a:cubicBezTo>
                  <a:cubicBezTo>
                    <a:pt x="2655947" y="1268443"/>
                    <a:pt x="2476734" y="1196754"/>
                    <a:pt x="2240061" y="1130082"/>
                  </a:cubicBezTo>
                  <a:cubicBezTo>
                    <a:pt x="1993387" y="1058410"/>
                    <a:pt x="1684745" y="1004783"/>
                    <a:pt x="1470040" y="900065"/>
                  </a:cubicBezTo>
                  <a:cubicBezTo>
                    <a:pt x="1255335" y="795347"/>
                    <a:pt x="1122873" y="606201"/>
                    <a:pt x="951830" y="501772"/>
                  </a:cubicBezTo>
                  <a:cubicBezTo>
                    <a:pt x="780787" y="397343"/>
                    <a:pt x="565042" y="332032"/>
                    <a:pt x="443782" y="273490"/>
                  </a:cubicBezTo>
                  <a:cubicBezTo>
                    <a:pt x="322522" y="214949"/>
                    <a:pt x="298233" y="196105"/>
                    <a:pt x="224269" y="150523"/>
                  </a:cubicBezTo>
                  <a:cubicBezTo>
                    <a:pt x="150305" y="104941"/>
                    <a:pt x="0" y="0"/>
                    <a:pt x="0" y="0"/>
                  </a:cubicBezTo>
                </a:path>
              </a:pathLst>
            </a:custGeom>
            <a:ln w="3175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>
          <a:xfrm>
            <a:off x="900027" y="12200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1422436" y="1189571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93837" y="1263113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 rot="21259661">
            <a:off x="1051765" y="2748731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 rot="1947986">
            <a:off x="1041548" y="3660247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34285" y="3701270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29670" y="1481506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42435" y="3779993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50037" y="3728305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115877" y="3728305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 rot="20597673">
            <a:off x="2266680" y="2057313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 rot="14477569">
            <a:off x="2284207" y="4102132"/>
            <a:ext cx="932113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8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18" y="2289129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4068397" y="2635578"/>
                  <a:ext cx="2050119" cy="935392"/>
                  <a:chOff x="4005495" y="2560338"/>
                  <a:chExt cx="2050119" cy="935392"/>
                </a:xfrm>
                <a:solidFill>
                  <a:schemeClr val="tx1"/>
                </a:solidFill>
              </p:grpSpPr>
              <p:sp>
                <p:nvSpPr>
                  <p:cNvPr id="14" name="Oval 13"/>
                  <p:cNvSpPr/>
                  <p:nvPr/>
                </p:nvSpPr>
                <p:spPr>
                  <a:xfrm>
                    <a:off x="5800750" y="3221412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1" name="Oval 90"/>
                  <p:cNvSpPr/>
                  <p:nvPr/>
                </p:nvSpPr>
                <p:spPr>
                  <a:xfrm>
                    <a:off x="4586757" y="3126046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Oval 91"/>
                  <p:cNvSpPr/>
                  <p:nvPr/>
                </p:nvSpPr>
                <p:spPr>
                  <a:xfrm>
                    <a:off x="4005495" y="2560338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0578" y="317468"/>
            <a:ext cx="8199908" cy="6340465"/>
            <a:chOff x="1336032" y="952598"/>
            <a:chExt cx="5825132" cy="5086732"/>
          </a:xfrm>
          <a:effectLst/>
        </p:grpSpPr>
        <p:sp>
          <p:nvSpPr>
            <p:cNvPr id="32" name="Freeform 31"/>
            <p:cNvSpPr/>
            <p:nvPr/>
          </p:nvSpPr>
          <p:spPr>
            <a:xfrm>
              <a:off x="1336032" y="952598"/>
              <a:ext cx="5825132" cy="2608735"/>
            </a:xfrm>
            <a:custGeom>
              <a:avLst/>
              <a:gdLst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062649 w 5803543"/>
                <a:gd name="connsiteY10" fmla="*/ 1103484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9973 w 5803543"/>
                <a:gd name="connsiteY15" fmla="*/ 2192340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7634 w 5808455"/>
                <a:gd name="connsiteY0" fmla="*/ 1023478 h 2613594"/>
                <a:gd name="connsiteX1" fmla="*/ 5247647 w 5808455"/>
                <a:gd name="connsiteY1" fmla="*/ 713455 h 2613594"/>
                <a:gd name="connsiteX2" fmla="*/ 5527655 w 5808455"/>
                <a:gd name="connsiteY2" fmla="*/ 403433 h 2613594"/>
                <a:gd name="connsiteX3" fmla="*/ 5807663 w 5808455"/>
                <a:gd name="connsiteY3" fmla="*/ 13404 h 2613594"/>
                <a:gd name="connsiteX4" fmla="*/ 5437653 w 5808455"/>
                <a:gd name="connsiteY4" fmla="*/ 103411 h 2613594"/>
                <a:gd name="connsiteX5" fmla="*/ 4627630 w 5808455"/>
                <a:gd name="connsiteY5" fmla="*/ 233420 h 2613594"/>
                <a:gd name="connsiteX6" fmla="*/ 4327622 w 5808455"/>
                <a:gd name="connsiteY6" fmla="*/ 463437 h 2613594"/>
                <a:gd name="connsiteX7" fmla="*/ 4097616 w 5808455"/>
                <a:gd name="connsiteY7" fmla="*/ 693454 h 2613594"/>
                <a:gd name="connsiteX8" fmla="*/ 3127589 w 5808455"/>
                <a:gd name="connsiteY8" fmla="*/ 793461 h 2613594"/>
                <a:gd name="connsiteX9" fmla="*/ 2667577 w 5808455"/>
                <a:gd name="connsiteY9" fmla="*/ 933471 h 2613594"/>
                <a:gd name="connsiteX10" fmla="*/ 2227565 w 5808455"/>
                <a:gd name="connsiteY10" fmla="*/ 1023479 h 2613594"/>
                <a:gd name="connsiteX11" fmla="*/ 1929688 w 5808455"/>
                <a:gd name="connsiteY11" fmla="*/ 1133486 h 2613594"/>
                <a:gd name="connsiteX12" fmla="*/ 1418363 w 5808455"/>
                <a:gd name="connsiteY12" fmla="*/ 1573518 h 2613594"/>
                <a:gd name="connsiteX13" fmla="*/ 941957 w 5808455"/>
                <a:gd name="connsiteY13" fmla="*/ 1737101 h 2613594"/>
                <a:gd name="connsiteX14" fmla="*/ 277512 w 5808455"/>
                <a:gd name="connsiteY14" fmla="*/ 2043552 h 2613594"/>
                <a:gd name="connsiteX15" fmla="*/ 134885 w 5808455"/>
                <a:gd name="connsiteY15" fmla="*/ 2192340 h 2613594"/>
                <a:gd name="connsiteX16" fmla="*/ 10618 w 5808455"/>
                <a:gd name="connsiteY16" fmla="*/ 2251732 h 2613594"/>
                <a:gd name="connsiteX17" fmla="*/ 7504 w 5808455"/>
                <a:gd name="connsiteY17" fmla="*/ 2413579 h 2613594"/>
                <a:gd name="connsiteX18" fmla="*/ 17504 w 5808455"/>
                <a:gd name="connsiteY18" fmla="*/ 2503586 h 2613594"/>
                <a:gd name="connsiteX19" fmla="*/ 87506 w 5808455"/>
                <a:gd name="connsiteY19" fmla="*/ 2593592 h 2613594"/>
                <a:gd name="connsiteX20" fmla="*/ 187509 w 5808455"/>
                <a:gd name="connsiteY20" fmla="*/ 2613594 h 2613594"/>
                <a:gd name="connsiteX0" fmla="*/ 4747634 w 5808455"/>
                <a:gd name="connsiteY0" fmla="*/ 1023478 h 2598396"/>
                <a:gd name="connsiteX1" fmla="*/ 5247647 w 5808455"/>
                <a:gd name="connsiteY1" fmla="*/ 713455 h 2598396"/>
                <a:gd name="connsiteX2" fmla="*/ 5527655 w 5808455"/>
                <a:gd name="connsiteY2" fmla="*/ 403433 h 2598396"/>
                <a:gd name="connsiteX3" fmla="*/ 5807663 w 5808455"/>
                <a:gd name="connsiteY3" fmla="*/ 13404 h 2598396"/>
                <a:gd name="connsiteX4" fmla="*/ 5437653 w 5808455"/>
                <a:gd name="connsiteY4" fmla="*/ 103411 h 2598396"/>
                <a:gd name="connsiteX5" fmla="*/ 4627630 w 5808455"/>
                <a:gd name="connsiteY5" fmla="*/ 233420 h 2598396"/>
                <a:gd name="connsiteX6" fmla="*/ 4327622 w 5808455"/>
                <a:gd name="connsiteY6" fmla="*/ 463437 h 2598396"/>
                <a:gd name="connsiteX7" fmla="*/ 4097616 w 5808455"/>
                <a:gd name="connsiteY7" fmla="*/ 693454 h 2598396"/>
                <a:gd name="connsiteX8" fmla="*/ 3127589 w 5808455"/>
                <a:gd name="connsiteY8" fmla="*/ 793461 h 2598396"/>
                <a:gd name="connsiteX9" fmla="*/ 2667577 w 5808455"/>
                <a:gd name="connsiteY9" fmla="*/ 933471 h 2598396"/>
                <a:gd name="connsiteX10" fmla="*/ 2227565 w 5808455"/>
                <a:gd name="connsiteY10" fmla="*/ 1023479 h 2598396"/>
                <a:gd name="connsiteX11" fmla="*/ 1929688 w 5808455"/>
                <a:gd name="connsiteY11" fmla="*/ 1133486 h 2598396"/>
                <a:gd name="connsiteX12" fmla="*/ 1418363 w 5808455"/>
                <a:gd name="connsiteY12" fmla="*/ 1573518 h 2598396"/>
                <a:gd name="connsiteX13" fmla="*/ 941957 w 5808455"/>
                <a:gd name="connsiteY13" fmla="*/ 1737101 h 2598396"/>
                <a:gd name="connsiteX14" fmla="*/ 277512 w 5808455"/>
                <a:gd name="connsiteY14" fmla="*/ 2043552 h 2598396"/>
                <a:gd name="connsiteX15" fmla="*/ 134885 w 5808455"/>
                <a:gd name="connsiteY15" fmla="*/ 2192340 h 2598396"/>
                <a:gd name="connsiteX16" fmla="*/ 10618 w 5808455"/>
                <a:gd name="connsiteY16" fmla="*/ 2251732 h 2598396"/>
                <a:gd name="connsiteX17" fmla="*/ 7504 w 5808455"/>
                <a:gd name="connsiteY17" fmla="*/ 2413579 h 2598396"/>
                <a:gd name="connsiteX18" fmla="*/ 17504 w 5808455"/>
                <a:gd name="connsiteY18" fmla="*/ 2503586 h 2598396"/>
                <a:gd name="connsiteX19" fmla="*/ 87506 w 5808455"/>
                <a:gd name="connsiteY19" fmla="*/ 2593592 h 2598396"/>
                <a:gd name="connsiteX20" fmla="*/ 133638 w 5808455"/>
                <a:gd name="connsiteY20" fmla="*/ 2586866 h 2598396"/>
                <a:gd name="connsiteX0" fmla="*/ 4747634 w 5808455"/>
                <a:gd name="connsiteY0" fmla="*/ 1023478 h 2587285"/>
                <a:gd name="connsiteX1" fmla="*/ 5247647 w 5808455"/>
                <a:gd name="connsiteY1" fmla="*/ 713455 h 2587285"/>
                <a:gd name="connsiteX2" fmla="*/ 5527655 w 5808455"/>
                <a:gd name="connsiteY2" fmla="*/ 403433 h 2587285"/>
                <a:gd name="connsiteX3" fmla="*/ 5807663 w 5808455"/>
                <a:gd name="connsiteY3" fmla="*/ 13404 h 2587285"/>
                <a:gd name="connsiteX4" fmla="*/ 5437653 w 5808455"/>
                <a:gd name="connsiteY4" fmla="*/ 103411 h 2587285"/>
                <a:gd name="connsiteX5" fmla="*/ 4627630 w 5808455"/>
                <a:gd name="connsiteY5" fmla="*/ 233420 h 2587285"/>
                <a:gd name="connsiteX6" fmla="*/ 4327622 w 5808455"/>
                <a:gd name="connsiteY6" fmla="*/ 463437 h 2587285"/>
                <a:gd name="connsiteX7" fmla="*/ 4097616 w 5808455"/>
                <a:gd name="connsiteY7" fmla="*/ 693454 h 2587285"/>
                <a:gd name="connsiteX8" fmla="*/ 3127589 w 5808455"/>
                <a:gd name="connsiteY8" fmla="*/ 793461 h 2587285"/>
                <a:gd name="connsiteX9" fmla="*/ 2667577 w 5808455"/>
                <a:gd name="connsiteY9" fmla="*/ 933471 h 2587285"/>
                <a:gd name="connsiteX10" fmla="*/ 2227565 w 5808455"/>
                <a:gd name="connsiteY10" fmla="*/ 1023479 h 2587285"/>
                <a:gd name="connsiteX11" fmla="*/ 1929688 w 5808455"/>
                <a:gd name="connsiteY11" fmla="*/ 1133486 h 2587285"/>
                <a:gd name="connsiteX12" fmla="*/ 1418363 w 5808455"/>
                <a:gd name="connsiteY12" fmla="*/ 1573518 h 2587285"/>
                <a:gd name="connsiteX13" fmla="*/ 941957 w 5808455"/>
                <a:gd name="connsiteY13" fmla="*/ 1737101 h 2587285"/>
                <a:gd name="connsiteX14" fmla="*/ 277512 w 5808455"/>
                <a:gd name="connsiteY14" fmla="*/ 2043552 h 2587285"/>
                <a:gd name="connsiteX15" fmla="*/ 134885 w 5808455"/>
                <a:gd name="connsiteY15" fmla="*/ 2192340 h 2587285"/>
                <a:gd name="connsiteX16" fmla="*/ 10618 w 5808455"/>
                <a:gd name="connsiteY16" fmla="*/ 2251732 h 2587285"/>
                <a:gd name="connsiteX17" fmla="*/ 7504 w 5808455"/>
                <a:gd name="connsiteY17" fmla="*/ 2413579 h 2587285"/>
                <a:gd name="connsiteX18" fmla="*/ 17504 w 5808455"/>
                <a:gd name="connsiteY18" fmla="*/ 2503586 h 2587285"/>
                <a:gd name="connsiteX19" fmla="*/ 87506 w 5808455"/>
                <a:gd name="connsiteY19" fmla="*/ 2576584 h 2587285"/>
                <a:gd name="connsiteX20" fmla="*/ 133638 w 5808455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4795 w 5805738"/>
                <a:gd name="connsiteY14" fmla="*/ 2043552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7137 w 5805738"/>
                <a:gd name="connsiteY14" fmla="*/ 2009535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63651 w 5824472"/>
                <a:gd name="connsiteY0" fmla="*/ 1023478 h 2587285"/>
                <a:gd name="connsiteX1" fmla="*/ 5263664 w 5824472"/>
                <a:gd name="connsiteY1" fmla="*/ 713455 h 2587285"/>
                <a:gd name="connsiteX2" fmla="*/ 5543672 w 5824472"/>
                <a:gd name="connsiteY2" fmla="*/ 403433 h 2587285"/>
                <a:gd name="connsiteX3" fmla="*/ 5823680 w 5824472"/>
                <a:gd name="connsiteY3" fmla="*/ 13404 h 2587285"/>
                <a:gd name="connsiteX4" fmla="*/ 5453670 w 5824472"/>
                <a:gd name="connsiteY4" fmla="*/ 103411 h 2587285"/>
                <a:gd name="connsiteX5" fmla="*/ 4643647 w 5824472"/>
                <a:gd name="connsiteY5" fmla="*/ 233420 h 2587285"/>
                <a:gd name="connsiteX6" fmla="*/ 4343639 w 5824472"/>
                <a:gd name="connsiteY6" fmla="*/ 463437 h 2587285"/>
                <a:gd name="connsiteX7" fmla="*/ 4113633 w 5824472"/>
                <a:gd name="connsiteY7" fmla="*/ 693454 h 2587285"/>
                <a:gd name="connsiteX8" fmla="*/ 3143606 w 5824472"/>
                <a:gd name="connsiteY8" fmla="*/ 793461 h 2587285"/>
                <a:gd name="connsiteX9" fmla="*/ 2683594 w 5824472"/>
                <a:gd name="connsiteY9" fmla="*/ 933471 h 2587285"/>
                <a:gd name="connsiteX10" fmla="*/ 2243582 w 5824472"/>
                <a:gd name="connsiteY10" fmla="*/ 1023479 h 2587285"/>
                <a:gd name="connsiteX11" fmla="*/ 1945705 w 5824472"/>
                <a:gd name="connsiteY11" fmla="*/ 1133486 h 2587285"/>
                <a:gd name="connsiteX12" fmla="*/ 1434380 w 5824472"/>
                <a:gd name="connsiteY12" fmla="*/ 1573518 h 2587285"/>
                <a:gd name="connsiteX13" fmla="*/ 957974 w 5824472"/>
                <a:gd name="connsiteY13" fmla="*/ 1737101 h 2587285"/>
                <a:gd name="connsiteX14" fmla="*/ 295871 w 5824472"/>
                <a:gd name="connsiteY14" fmla="*/ 2009535 h 2587285"/>
                <a:gd name="connsiteX15" fmla="*/ 113427 w 5824472"/>
                <a:gd name="connsiteY15" fmla="*/ 2109727 h 2587285"/>
                <a:gd name="connsiteX16" fmla="*/ 26635 w 5824472"/>
                <a:gd name="connsiteY16" fmla="*/ 2251732 h 2587285"/>
                <a:gd name="connsiteX17" fmla="*/ 99 w 5824472"/>
                <a:gd name="connsiteY17" fmla="*/ 2357693 h 2587285"/>
                <a:gd name="connsiteX18" fmla="*/ 33521 w 5824472"/>
                <a:gd name="connsiteY18" fmla="*/ 2503586 h 2587285"/>
                <a:gd name="connsiteX19" fmla="*/ 103523 w 5824472"/>
                <a:gd name="connsiteY19" fmla="*/ 2576584 h 2587285"/>
                <a:gd name="connsiteX20" fmla="*/ 149655 w 5824472"/>
                <a:gd name="connsiteY20" fmla="*/ 2586866 h 2587285"/>
                <a:gd name="connsiteX0" fmla="*/ 4768341 w 5829162"/>
                <a:gd name="connsiteY0" fmla="*/ 1023478 h 2587285"/>
                <a:gd name="connsiteX1" fmla="*/ 5268354 w 5829162"/>
                <a:gd name="connsiteY1" fmla="*/ 713455 h 2587285"/>
                <a:gd name="connsiteX2" fmla="*/ 5548362 w 5829162"/>
                <a:gd name="connsiteY2" fmla="*/ 403433 h 2587285"/>
                <a:gd name="connsiteX3" fmla="*/ 5828370 w 5829162"/>
                <a:gd name="connsiteY3" fmla="*/ 13404 h 2587285"/>
                <a:gd name="connsiteX4" fmla="*/ 5458360 w 5829162"/>
                <a:gd name="connsiteY4" fmla="*/ 103411 h 2587285"/>
                <a:gd name="connsiteX5" fmla="*/ 4648337 w 5829162"/>
                <a:gd name="connsiteY5" fmla="*/ 233420 h 2587285"/>
                <a:gd name="connsiteX6" fmla="*/ 4348329 w 5829162"/>
                <a:gd name="connsiteY6" fmla="*/ 463437 h 2587285"/>
                <a:gd name="connsiteX7" fmla="*/ 4118323 w 5829162"/>
                <a:gd name="connsiteY7" fmla="*/ 693454 h 2587285"/>
                <a:gd name="connsiteX8" fmla="*/ 3148296 w 5829162"/>
                <a:gd name="connsiteY8" fmla="*/ 793461 h 2587285"/>
                <a:gd name="connsiteX9" fmla="*/ 2688284 w 5829162"/>
                <a:gd name="connsiteY9" fmla="*/ 933471 h 2587285"/>
                <a:gd name="connsiteX10" fmla="*/ 2248272 w 5829162"/>
                <a:gd name="connsiteY10" fmla="*/ 1023479 h 2587285"/>
                <a:gd name="connsiteX11" fmla="*/ 1950395 w 5829162"/>
                <a:gd name="connsiteY11" fmla="*/ 1133486 h 2587285"/>
                <a:gd name="connsiteX12" fmla="*/ 1439070 w 5829162"/>
                <a:gd name="connsiteY12" fmla="*/ 1573518 h 2587285"/>
                <a:gd name="connsiteX13" fmla="*/ 962664 w 5829162"/>
                <a:gd name="connsiteY13" fmla="*/ 1737101 h 2587285"/>
                <a:gd name="connsiteX14" fmla="*/ 300561 w 5829162"/>
                <a:gd name="connsiteY14" fmla="*/ 2009535 h 2587285"/>
                <a:gd name="connsiteX15" fmla="*/ 118117 w 5829162"/>
                <a:gd name="connsiteY15" fmla="*/ 2109727 h 2587285"/>
                <a:gd name="connsiteX16" fmla="*/ 12587 w 5829162"/>
                <a:gd name="connsiteY16" fmla="*/ 2188557 h 2587285"/>
                <a:gd name="connsiteX17" fmla="*/ 4789 w 5829162"/>
                <a:gd name="connsiteY17" fmla="*/ 2357693 h 2587285"/>
                <a:gd name="connsiteX18" fmla="*/ 38211 w 5829162"/>
                <a:gd name="connsiteY18" fmla="*/ 2503586 h 2587285"/>
                <a:gd name="connsiteX19" fmla="*/ 108213 w 5829162"/>
                <a:gd name="connsiteY19" fmla="*/ 2576584 h 2587285"/>
                <a:gd name="connsiteX20" fmla="*/ 154345 w 5829162"/>
                <a:gd name="connsiteY20" fmla="*/ 2586866 h 2587285"/>
                <a:gd name="connsiteX0" fmla="*/ 4769677 w 5830498"/>
                <a:gd name="connsiteY0" fmla="*/ 1023478 h 2587285"/>
                <a:gd name="connsiteX1" fmla="*/ 5269690 w 5830498"/>
                <a:gd name="connsiteY1" fmla="*/ 713455 h 2587285"/>
                <a:gd name="connsiteX2" fmla="*/ 5549698 w 5830498"/>
                <a:gd name="connsiteY2" fmla="*/ 403433 h 2587285"/>
                <a:gd name="connsiteX3" fmla="*/ 5829706 w 5830498"/>
                <a:gd name="connsiteY3" fmla="*/ 13404 h 2587285"/>
                <a:gd name="connsiteX4" fmla="*/ 5459696 w 5830498"/>
                <a:gd name="connsiteY4" fmla="*/ 103411 h 2587285"/>
                <a:gd name="connsiteX5" fmla="*/ 4649673 w 5830498"/>
                <a:gd name="connsiteY5" fmla="*/ 233420 h 2587285"/>
                <a:gd name="connsiteX6" fmla="*/ 4349665 w 5830498"/>
                <a:gd name="connsiteY6" fmla="*/ 463437 h 2587285"/>
                <a:gd name="connsiteX7" fmla="*/ 4119659 w 5830498"/>
                <a:gd name="connsiteY7" fmla="*/ 693454 h 2587285"/>
                <a:gd name="connsiteX8" fmla="*/ 3149632 w 5830498"/>
                <a:gd name="connsiteY8" fmla="*/ 793461 h 2587285"/>
                <a:gd name="connsiteX9" fmla="*/ 2689620 w 5830498"/>
                <a:gd name="connsiteY9" fmla="*/ 933471 h 2587285"/>
                <a:gd name="connsiteX10" fmla="*/ 2249608 w 5830498"/>
                <a:gd name="connsiteY10" fmla="*/ 1023479 h 2587285"/>
                <a:gd name="connsiteX11" fmla="*/ 1951731 w 5830498"/>
                <a:gd name="connsiteY11" fmla="*/ 1133486 h 2587285"/>
                <a:gd name="connsiteX12" fmla="*/ 1440406 w 5830498"/>
                <a:gd name="connsiteY12" fmla="*/ 1573518 h 2587285"/>
                <a:gd name="connsiteX13" fmla="*/ 964000 w 5830498"/>
                <a:gd name="connsiteY13" fmla="*/ 1737101 h 2587285"/>
                <a:gd name="connsiteX14" fmla="*/ 301897 w 5830498"/>
                <a:gd name="connsiteY14" fmla="*/ 2009535 h 2587285"/>
                <a:gd name="connsiteX15" fmla="*/ 140533 w 5830498"/>
                <a:gd name="connsiteY15" fmla="*/ 2107297 h 2587285"/>
                <a:gd name="connsiteX16" fmla="*/ 13923 w 5830498"/>
                <a:gd name="connsiteY16" fmla="*/ 2188557 h 2587285"/>
                <a:gd name="connsiteX17" fmla="*/ 6125 w 5830498"/>
                <a:gd name="connsiteY17" fmla="*/ 2357693 h 2587285"/>
                <a:gd name="connsiteX18" fmla="*/ 39547 w 5830498"/>
                <a:gd name="connsiteY18" fmla="*/ 2503586 h 2587285"/>
                <a:gd name="connsiteX19" fmla="*/ 109549 w 5830498"/>
                <a:gd name="connsiteY19" fmla="*/ 2576584 h 2587285"/>
                <a:gd name="connsiteX20" fmla="*/ 155681 w 5830498"/>
                <a:gd name="connsiteY20" fmla="*/ 2586866 h 2587285"/>
                <a:gd name="connsiteX0" fmla="*/ 4763553 w 5824374"/>
                <a:gd name="connsiteY0" fmla="*/ 1023478 h 2587285"/>
                <a:gd name="connsiteX1" fmla="*/ 5263566 w 5824374"/>
                <a:gd name="connsiteY1" fmla="*/ 713455 h 2587285"/>
                <a:gd name="connsiteX2" fmla="*/ 5543574 w 5824374"/>
                <a:gd name="connsiteY2" fmla="*/ 403433 h 2587285"/>
                <a:gd name="connsiteX3" fmla="*/ 5823582 w 5824374"/>
                <a:gd name="connsiteY3" fmla="*/ 13404 h 2587285"/>
                <a:gd name="connsiteX4" fmla="*/ 5453572 w 5824374"/>
                <a:gd name="connsiteY4" fmla="*/ 103411 h 2587285"/>
                <a:gd name="connsiteX5" fmla="*/ 4643549 w 5824374"/>
                <a:gd name="connsiteY5" fmla="*/ 233420 h 2587285"/>
                <a:gd name="connsiteX6" fmla="*/ 4343541 w 5824374"/>
                <a:gd name="connsiteY6" fmla="*/ 463437 h 2587285"/>
                <a:gd name="connsiteX7" fmla="*/ 4113535 w 5824374"/>
                <a:gd name="connsiteY7" fmla="*/ 693454 h 2587285"/>
                <a:gd name="connsiteX8" fmla="*/ 3143508 w 5824374"/>
                <a:gd name="connsiteY8" fmla="*/ 793461 h 2587285"/>
                <a:gd name="connsiteX9" fmla="*/ 2683496 w 5824374"/>
                <a:gd name="connsiteY9" fmla="*/ 933471 h 2587285"/>
                <a:gd name="connsiteX10" fmla="*/ 2243484 w 5824374"/>
                <a:gd name="connsiteY10" fmla="*/ 1023479 h 2587285"/>
                <a:gd name="connsiteX11" fmla="*/ 1945607 w 5824374"/>
                <a:gd name="connsiteY11" fmla="*/ 1133486 h 2587285"/>
                <a:gd name="connsiteX12" fmla="*/ 1434282 w 5824374"/>
                <a:gd name="connsiteY12" fmla="*/ 1573518 h 2587285"/>
                <a:gd name="connsiteX13" fmla="*/ 957876 w 5824374"/>
                <a:gd name="connsiteY13" fmla="*/ 1737101 h 2587285"/>
                <a:gd name="connsiteX14" fmla="*/ 295773 w 5824374"/>
                <a:gd name="connsiteY14" fmla="*/ 2009535 h 2587285"/>
                <a:gd name="connsiteX15" fmla="*/ 134409 w 5824374"/>
                <a:gd name="connsiteY15" fmla="*/ 2107297 h 2587285"/>
                <a:gd name="connsiteX16" fmla="*/ 33563 w 5824374"/>
                <a:gd name="connsiteY16" fmla="*/ 2198277 h 2587285"/>
                <a:gd name="connsiteX17" fmla="*/ 1 w 5824374"/>
                <a:gd name="connsiteY17" fmla="*/ 2357693 h 2587285"/>
                <a:gd name="connsiteX18" fmla="*/ 33423 w 5824374"/>
                <a:gd name="connsiteY18" fmla="*/ 2503586 h 2587285"/>
                <a:gd name="connsiteX19" fmla="*/ 103425 w 5824374"/>
                <a:gd name="connsiteY19" fmla="*/ 2576584 h 2587285"/>
                <a:gd name="connsiteX20" fmla="*/ 149557 w 5824374"/>
                <a:gd name="connsiteY20" fmla="*/ 2586866 h 2587285"/>
                <a:gd name="connsiteX0" fmla="*/ 4764161 w 5824982"/>
                <a:gd name="connsiteY0" fmla="*/ 1023478 h 2588914"/>
                <a:gd name="connsiteX1" fmla="*/ 5264174 w 5824982"/>
                <a:gd name="connsiteY1" fmla="*/ 713455 h 2588914"/>
                <a:gd name="connsiteX2" fmla="*/ 5544182 w 5824982"/>
                <a:gd name="connsiteY2" fmla="*/ 403433 h 2588914"/>
                <a:gd name="connsiteX3" fmla="*/ 5824190 w 5824982"/>
                <a:gd name="connsiteY3" fmla="*/ 13404 h 2588914"/>
                <a:gd name="connsiteX4" fmla="*/ 5454180 w 5824982"/>
                <a:gd name="connsiteY4" fmla="*/ 103411 h 2588914"/>
                <a:gd name="connsiteX5" fmla="*/ 4644157 w 5824982"/>
                <a:gd name="connsiteY5" fmla="*/ 233420 h 2588914"/>
                <a:gd name="connsiteX6" fmla="*/ 4344149 w 5824982"/>
                <a:gd name="connsiteY6" fmla="*/ 463437 h 2588914"/>
                <a:gd name="connsiteX7" fmla="*/ 4114143 w 5824982"/>
                <a:gd name="connsiteY7" fmla="*/ 693454 h 2588914"/>
                <a:gd name="connsiteX8" fmla="*/ 3144116 w 5824982"/>
                <a:gd name="connsiteY8" fmla="*/ 793461 h 2588914"/>
                <a:gd name="connsiteX9" fmla="*/ 2684104 w 5824982"/>
                <a:gd name="connsiteY9" fmla="*/ 933471 h 2588914"/>
                <a:gd name="connsiteX10" fmla="*/ 2244092 w 5824982"/>
                <a:gd name="connsiteY10" fmla="*/ 1023479 h 2588914"/>
                <a:gd name="connsiteX11" fmla="*/ 1946215 w 5824982"/>
                <a:gd name="connsiteY11" fmla="*/ 1133486 h 2588914"/>
                <a:gd name="connsiteX12" fmla="*/ 1434890 w 5824982"/>
                <a:gd name="connsiteY12" fmla="*/ 1573518 h 2588914"/>
                <a:gd name="connsiteX13" fmla="*/ 958484 w 5824982"/>
                <a:gd name="connsiteY13" fmla="*/ 1737101 h 2588914"/>
                <a:gd name="connsiteX14" fmla="*/ 296381 w 5824982"/>
                <a:gd name="connsiteY14" fmla="*/ 2009535 h 2588914"/>
                <a:gd name="connsiteX15" fmla="*/ 135017 w 5824982"/>
                <a:gd name="connsiteY15" fmla="*/ 2107297 h 2588914"/>
                <a:gd name="connsiteX16" fmla="*/ 34171 w 5824982"/>
                <a:gd name="connsiteY16" fmla="*/ 2198277 h 2588914"/>
                <a:gd name="connsiteX17" fmla="*/ 609 w 5824982"/>
                <a:gd name="connsiteY17" fmla="*/ 2357693 h 2588914"/>
                <a:gd name="connsiteX18" fmla="*/ 57453 w 5824982"/>
                <a:gd name="connsiteY18" fmla="*/ 2471999 h 2588914"/>
                <a:gd name="connsiteX19" fmla="*/ 104033 w 5824982"/>
                <a:gd name="connsiteY19" fmla="*/ 2576584 h 2588914"/>
                <a:gd name="connsiteX20" fmla="*/ 150165 w 5824982"/>
                <a:gd name="connsiteY20" fmla="*/ 2586866 h 2588914"/>
                <a:gd name="connsiteX0" fmla="*/ 4764137 w 5824958"/>
                <a:gd name="connsiteY0" fmla="*/ 1023478 h 2588627"/>
                <a:gd name="connsiteX1" fmla="*/ 5264150 w 5824958"/>
                <a:gd name="connsiteY1" fmla="*/ 713455 h 2588627"/>
                <a:gd name="connsiteX2" fmla="*/ 5544158 w 5824958"/>
                <a:gd name="connsiteY2" fmla="*/ 403433 h 2588627"/>
                <a:gd name="connsiteX3" fmla="*/ 5824166 w 5824958"/>
                <a:gd name="connsiteY3" fmla="*/ 13404 h 2588627"/>
                <a:gd name="connsiteX4" fmla="*/ 5454156 w 5824958"/>
                <a:gd name="connsiteY4" fmla="*/ 103411 h 2588627"/>
                <a:gd name="connsiteX5" fmla="*/ 4644133 w 5824958"/>
                <a:gd name="connsiteY5" fmla="*/ 233420 h 2588627"/>
                <a:gd name="connsiteX6" fmla="*/ 4344125 w 5824958"/>
                <a:gd name="connsiteY6" fmla="*/ 463437 h 2588627"/>
                <a:gd name="connsiteX7" fmla="*/ 4114119 w 5824958"/>
                <a:gd name="connsiteY7" fmla="*/ 693454 h 2588627"/>
                <a:gd name="connsiteX8" fmla="*/ 3144092 w 5824958"/>
                <a:gd name="connsiteY8" fmla="*/ 793461 h 2588627"/>
                <a:gd name="connsiteX9" fmla="*/ 2684080 w 5824958"/>
                <a:gd name="connsiteY9" fmla="*/ 933471 h 2588627"/>
                <a:gd name="connsiteX10" fmla="*/ 2244068 w 5824958"/>
                <a:gd name="connsiteY10" fmla="*/ 1023479 h 2588627"/>
                <a:gd name="connsiteX11" fmla="*/ 1946191 w 5824958"/>
                <a:gd name="connsiteY11" fmla="*/ 1133486 h 2588627"/>
                <a:gd name="connsiteX12" fmla="*/ 1434866 w 5824958"/>
                <a:gd name="connsiteY12" fmla="*/ 1573518 h 2588627"/>
                <a:gd name="connsiteX13" fmla="*/ 958460 w 5824958"/>
                <a:gd name="connsiteY13" fmla="*/ 1737101 h 2588627"/>
                <a:gd name="connsiteX14" fmla="*/ 296357 w 5824958"/>
                <a:gd name="connsiteY14" fmla="*/ 2009535 h 2588627"/>
                <a:gd name="connsiteX15" fmla="*/ 134993 w 5824958"/>
                <a:gd name="connsiteY15" fmla="*/ 2107297 h 2588627"/>
                <a:gd name="connsiteX16" fmla="*/ 34147 w 5824958"/>
                <a:gd name="connsiteY16" fmla="*/ 2198277 h 2588627"/>
                <a:gd name="connsiteX17" fmla="*/ 585 w 5824958"/>
                <a:gd name="connsiteY17" fmla="*/ 2357693 h 2588627"/>
                <a:gd name="connsiteX18" fmla="*/ 19954 w 5824958"/>
                <a:gd name="connsiteY18" fmla="*/ 2476858 h 2588627"/>
                <a:gd name="connsiteX19" fmla="*/ 104009 w 5824958"/>
                <a:gd name="connsiteY19" fmla="*/ 2576584 h 2588627"/>
                <a:gd name="connsiteX20" fmla="*/ 150141 w 5824958"/>
                <a:gd name="connsiteY20" fmla="*/ 2586866 h 2588627"/>
                <a:gd name="connsiteX0" fmla="*/ 4764137 w 5824958"/>
                <a:gd name="connsiteY0" fmla="*/ 1023478 h 2608734"/>
                <a:gd name="connsiteX1" fmla="*/ 5264150 w 5824958"/>
                <a:gd name="connsiteY1" fmla="*/ 713455 h 2608734"/>
                <a:gd name="connsiteX2" fmla="*/ 5544158 w 5824958"/>
                <a:gd name="connsiteY2" fmla="*/ 403433 h 2608734"/>
                <a:gd name="connsiteX3" fmla="*/ 5824166 w 5824958"/>
                <a:gd name="connsiteY3" fmla="*/ 13404 h 2608734"/>
                <a:gd name="connsiteX4" fmla="*/ 5454156 w 5824958"/>
                <a:gd name="connsiteY4" fmla="*/ 103411 h 2608734"/>
                <a:gd name="connsiteX5" fmla="*/ 4644133 w 5824958"/>
                <a:gd name="connsiteY5" fmla="*/ 233420 h 2608734"/>
                <a:gd name="connsiteX6" fmla="*/ 4344125 w 5824958"/>
                <a:gd name="connsiteY6" fmla="*/ 463437 h 2608734"/>
                <a:gd name="connsiteX7" fmla="*/ 4114119 w 5824958"/>
                <a:gd name="connsiteY7" fmla="*/ 693454 h 2608734"/>
                <a:gd name="connsiteX8" fmla="*/ 3144092 w 5824958"/>
                <a:gd name="connsiteY8" fmla="*/ 793461 h 2608734"/>
                <a:gd name="connsiteX9" fmla="*/ 2684080 w 5824958"/>
                <a:gd name="connsiteY9" fmla="*/ 933471 h 2608734"/>
                <a:gd name="connsiteX10" fmla="*/ 2244068 w 5824958"/>
                <a:gd name="connsiteY10" fmla="*/ 1023479 h 2608734"/>
                <a:gd name="connsiteX11" fmla="*/ 1946191 w 5824958"/>
                <a:gd name="connsiteY11" fmla="*/ 1133486 h 2608734"/>
                <a:gd name="connsiteX12" fmla="*/ 1434866 w 5824958"/>
                <a:gd name="connsiteY12" fmla="*/ 1573518 h 2608734"/>
                <a:gd name="connsiteX13" fmla="*/ 958460 w 5824958"/>
                <a:gd name="connsiteY13" fmla="*/ 1737101 h 2608734"/>
                <a:gd name="connsiteX14" fmla="*/ 296357 w 5824958"/>
                <a:gd name="connsiteY14" fmla="*/ 2009535 h 2608734"/>
                <a:gd name="connsiteX15" fmla="*/ 134993 w 5824958"/>
                <a:gd name="connsiteY15" fmla="*/ 2107297 h 2608734"/>
                <a:gd name="connsiteX16" fmla="*/ 34147 w 5824958"/>
                <a:gd name="connsiteY16" fmla="*/ 2198277 h 2608734"/>
                <a:gd name="connsiteX17" fmla="*/ 585 w 5824958"/>
                <a:gd name="connsiteY17" fmla="*/ 2357693 h 2608734"/>
                <a:gd name="connsiteX18" fmla="*/ 19954 w 5824958"/>
                <a:gd name="connsiteY18" fmla="*/ 2476858 h 2608734"/>
                <a:gd name="connsiteX19" fmla="*/ 104009 w 5824958"/>
                <a:gd name="connsiteY19" fmla="*/ 2576584 h 2608734"/>
                <a:gd name="connsiteX20" fmla="*/ 150141 w 5824958"/>
                <a:gd name="connsiteY20" fmla="*/ 2608734 h 2608734"/>
                <a:gd name="connsiteX0" fmla="*/ 5264150 w 5824958"/>
                <a:gd name="connsiteY0" fmla="*/ 713455 h 2608734"/>
                <a:gd name="connsiteX1" fmla="*/ 5544158 w 5824958"/>
                <a:gd name="connsiteY1" fmla="*/ 403433 h 2608734"/>
                <a:gd name="connsiteX2" fmla="*/ 5824166 w 5824958"/>
                <a:gd name="connsiteY2" fmla="*/ 13404 h 2608734"/>
                <a:gd name="connsiteX3" fmla="*/ 5454156 w 5824958"/>
                <a:gd name="connsiteY3" fmla="*/ 103411 h 2608734"/>
                <a:gd name="connsiteX4" fmla="*/ 4644133 w 5824958"/>
                <a:gd name="connsiteY4" fmla="*/ 233420 h 2608734"/>
                <a:gd name="connsiteX5" fmla="*/ 4344125 w 5824958"/>
                <a:gd name="connsiteY5" fmla="*/ 463437 h 2608734"/>
                <a:gd name="connsiteX6" fmla="*/ 4114119 w 5824958"/>
                <a:gd name="connsiteY6" fmla="*/ 693454 h 2608734"/>
                <a:gd name="connsiteX7" fmla="*/ 3144092 w 5824958"/>
                <a:gd name="connsiteY7" fmla="*/ 793461 h 2608734"/>
                <a:gd name="connsiteX8" fmla="*/ 2684080 w 5824958"/>
                <a:gd name="connsiteY8" fmla="*/ 933471 h 2608734"/>
                <a:gd name="connsiteX9" fmla="*/ 2244068 w 5824958"/>
                <a:gd name="connsiteY9" fmla="*/ 1023479 h 2608734"/>
                <a:gd name="connsiteX10" fmla="*/ 1946191 w 5824958"/>
                <a:gd name="connsiteY10" fmla="*/ 1133486 h 2608734"/>
                <a:gd name="connsiteX11" fmla="*/ 1434866 w 5824958"/>
                <a:gd name="connsiteY11" fmla="*/ 1573518 h 2608734"/>
                <a:gd name="connsiteX12" fmla="*/ 958460 w 5824958"/>
                <a:gd name="connsiteY12" fmla="*/ 1737101 h 2608734"/>
                <a:gd name="connsiteX13" fmla="*/ 296357 w 5824958"/>
                <a:gd name="connsiteY13" fmla="*/ 2009535 h 2608734"/>
                <a:gd name="connsiteX14" fmla="*/ 134993 w 5824958"/>
                <a:gd name="connsiteY14" fmla="*/ 2107297 h 2608734"/>
                <a:gd name="connsiteX15" fmla="*/ 34147 w 5824958"/>
                <a:gd name="connsiteY15" fmla="*/ 2198277 h 2608734"/>
                <a:gd name="connsiteX16" fmla="*/ 585 w 5824958"/>
                <a:gd name="connsiteY16" fmla="*/ 2357693 h 2608734"/>
                <a:gd name="connsiteX17" fmla="*/ 19954 w 5824958"/>
                <a:gd name="connsiteY17" fmla="*/ 2476858 h 2608734"/>
                <a:gd name="connsiteX18" fmla="*/ 104009 w 5824958"/>
                <a:gd name="connsiteY18" fmla="*/ 2576584 h 2608734"/>
                <a:gd name="connsiteX19" fmla="*/ 150141 w 5824958"/>
                <a:gd name="connsiteY19" fmla="*/ 2608734 h 2608734"/>
                <a:gd name="connsiteX0" fmla="*/ 5029716 w 5825132"/>
                <a:gd name="connsiteY0" fmla="*/ 946128 h 2608734"/>
                <a:gd name="connsiteX1" fmla="*/ 5544158 w 5825132"/>
                <a:gd name="connsiteY1" fmla="*/ 403433 h 2608734"/>
                <a:gd name="connsiteX2" fmla="*/ 5824166 w 5825132"/>
                <a:gd name="connsiteY2" fmla="*/ 13404 h 2608734"/>
                <a:gd name="connsiteX3" fmla="*/ 5454156 w 5825132"/>
                <a:gd name="connsiteY3" fmla="*/ 103411 h 2608734"/>
                <a:gd name="connsiteX4" fmla="*/ 4644133 w 5825132"/>
                <a:gd name="connsiteY4" fmla="*/ 233420 h 2608734"/>
                <a:gd name="connsiteX5" fmla="*/ 4344125 w 5825132"/>
                <a:gd name="connsiteY5" fmla="*/ 463437 h 2608734"/>
                <a:gd name="connsiteX6" fmla="*/ 4114119 w 5825132"/>
                <a:gd name="connsiteY6" fmla="*/ 693454 h 2608734"/>
                <a:gd name="connsiteX7" fmla="*/ 3144092 w 5825132"/>
                <a:gd name="connsiteY7" fmla="*/ 793461 h 2608734"/>
                <a:gd name="connsiteX8" fmla="*/ 2684080 w 5825132"/>
                <a:gd name="connsiteY8" fmla="*/ 933471 h 2608734"/>
                <a:gd name="connsiteX9" fmla="*/ 2244068 w 5825132"/>
                <a:gd name="connsiteY9" fmla="*/ 1023479 h 2608734"/>
                <a:gd name="connsiteX10" fmla="*/ 1946191 w 5825132"/>
                <a:gd name="connsiteY10" fmla="*/ 1133486 h 2608734"/>
                <a:gd name="connsiteX11" fmla="*/ 1434866 w 5825132"/>
                <a:gd name="connsiteY11" fmla="*/ 1573518 h 2608734"/>
                <a:gd name="connsiteX12" fmla="*/ 958460 w 5825132"/>
                <a:gd name="connsiteY12" fmla="*/ 1737101 h 2608734"/>
                <a:gd name="connsiteX13" fmla="*/ 296357 w 5825132"/>
                <a:gd name="connsiteY13" fmla="*/ 2009535 h 2608734"/>
                <a:gd name="connsiteX14" fmla="*/ 134993 w 5825132"/>
                <a:gd name="connsiteY14" fmla="*/ 2107297 h 2608734"/>
                <a:gd name="connsiteX15" fmla="*/ 34147 w 5825132"/>
                <a:gd name="connsiteY15" fmla="*/ 2198277 h 2608734"/>
                <a:gd name="connsiteX16" fmla="*/ 585 w 5825132"/>
                <a:gd name="connsiteY16" fmla="*/ 2357693 h 2608734"/>
                <a:gd name="connsiteX17" fmla="*/ 19954 w 5825132"/>
                <a:gd name="connsiteY17" fmla="*/ 2476858 h 2608734"/>
                <a:gd name="connsiteX18" fmla="*/ 104009 w 5825132"/>
                <a:gd name="connsiteY18" fmla="*/ 2576584 h 2608734"/>
                <a:gd name="connsiteX19" fmla="*/ 150141 w 5825132"/>
                <a:gd name="connsiteY19" fmla="*/ 2608734 h 26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5132" h="2608734">
                  <a:moveTo>
                    <a:pt x="5029716" y="946128"/>
                  </a:moveTo>
                  <a:cubicBezTo>
                    <a:pt x="5159719" y="842787"/>
                    <a:pt x="5411750" y="558887"/>
                    <a:pt x="5544158" y="403433"/>
                  </a:cubicBezTo>
                  <a:cubicBezTo>
                    <a:pt x="5676566" y="247979"/>
                    <a:pt x="5839166" y="63408"/>
                    <a:pt x="5824166" y="13404"/>
                  </a:cubicBezTo>
                  <a:cubicBezTo>
                    <a:pt x="5809166" y="-36600"/>
                    <a:pt x="5650828" y="66742"/>
                    <a:pt x="5454156" y="103411"/>
                  </a:cubicBezTo>
                  <a:cubicBezTo>
                    <a:pt x="5257484" y="140080"/>
                    <a:pt x="4829138" y="173416"/>
                    <a:pt x="4644133" y="233420"/>
                  </a:cubicBezTo>
                  <a:cubicBezTo>
                    <a:pt x="4459128" y="293424"/>
                    <a:pt x="4432461" y="386765"/>
                    <a:pt x="4344125" y="463437"/>
                  </a:cubicBezTo>
                  <a:cubicBezTo>
                    <a:pt x="4255789" y="540109"/>
                    <a:pt x="4314124" y="638450"/>
                    <a:pt x="4114119" y="693454"/>
                  </a:cubicBezTo>
                  <a:cubicBezTo>
                    <a:pt x="3914113" y="748458"/>
                    <a:pt x="3382432" y="753458"/>
                    <a:pt x="3144092" y="793461"/>
                  </a:cubicBezTo>
                  <a:cubicBezTo>
                    <a:pt x="2905752" y="833464"/>
                    <a:pt x="2834084" y="895135"/>
                    <a:pt x="2684080" y="933471"/>
                  </a:cubicBezTo>
                  <a:cubicBezTo>
                    <a:pt x="2534076" y="971807"/>
                    <a:pt x="2367050" y="990143"/>
                    <a:pt x="2244068" y="1023479"/>
                  </a:cubicBezTo>
                  <a:cubicBezTo>
                    <a:pt x="2121086" y="1056815"/>
                    <a:pt x="2081058" y="1041813"/>
                    <a:pt x="1946191" y="1133486"/>
                  </a:cubicBezTo>
                  <a:cubicBezTo>
                    <a:pt x="1811324" y="1225159"/>
                    <a:pt x="1599488" y="1472916"/>
                    <a:pt x="1434866" y="1573518"/>
                  </a:cubicBezTo>
                  <a:cubicBezTo>
                    <a:pt x="1270244" y="1674120"/>
                    <a:pt x="1148211" y="1664432"/>
                    <a:pt x="958460" y="1737101"/>
                  </a:cubicBezTo>
                  <a:cubicBezTo>
                    <a:pt x="768709" y="1809770"/>
                    <a:pt x="433601" y="1947836"/>
                    <a:pt x="296357" y="2009535"/>
                  </a:cubicBezTo>
                  <a:cubicBezTo>
                    <a:pt x="159113" y="2071234"/>
                    <a:pt x="178695" y="2075840"/>
                    <a:pt x="134993" y="2107297"/>
                  </a:cubicBezTo>
                  <a:cubicBezTo>
                    <a:pt x="91291" y="2138754"/>
                    <a:pt x="56548" y="2156544"/>
                    <a:pt x="34147" y="2198277"/>
                  </a:cubicBezTo>
                  <a:cubicBezTo>
                    <a:pt x="11746" y="2240010"/>
                    <a:pt x="2950" y="2311263"/>
                    <a:pt x="585" y="2357693"/>
                  </a:cubicBezTo>
                  <a:cubicBezTo>
                    <a:pt x="-1780" y="2404123"/>
                    <a:pt x="2717" y="2440376"/>
                    <a:pt x="19954" y="2476858"/>
                  </a:cubicBezTo>
                  <a:cubicBezTo>
                    <a:pt x="37191" y="2513340"/>
                    <a:pt x="82311" y="2554605"/>
                    <a:pt x="104009" y="2576584"/>
                  </a:cubicBezTo>
                  <a:cubicBezTo>
                    <a:pt x="125707" y="2598563"/>
                    <a:pt x="150141" y="2608734"/>
                    <a:pt x="150141" y="2608734"/>
                  </a:cubicBezTo>
                </a:path>
              </a:pathLst>
            </a:cu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70040" y="3536188"/>
              <a:ext cx="5530176" cy="2503142"/>
            </a:xfrm>
            <a:custGeom>
              <a:avLst/>
              <a:gdLst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3990109 w 5530663"/>
                <a:gd name="connsiteY9" fmla="*/ 163011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04863 w 5530663"/>
                <a:gd name="connsiteY9" fmla="*/ 150000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760021 w 5530663"/>
                <a:gd name="connsiteY12" fmla="*/ 540039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224269 w 5530663"/>
                <a:gd name="connsiteY14" fmla="*/ 150523 h 2528939"/>
                <a:gd name="connsiteX15" fmla="*/ 0 w 5530663"/>
                <a:gd name="connsiteY15" fmla="*/ 0 h 2528939"/>
                <a:gd name="connsiteX0" fmla="*/ 4650127 w 5530685"/>
                <a:gd name="connsiteY0" fmla="*/ 1470107 h 2528939"/>
                <a:gd name="connsiteX1" fmla="*/ 4990137 w 5530685"/>
                <a:gd name="connsiteY1" fmla="*/ 1790130 h 2528939"/>
                <a:gd name="connsiteX2" fmla="*/ 5150141 w 5530685"/>
                <a:gd name="connsiteY2" fmla="*/ 2230162 h 2528939"/>
                <a:gd name="connsiteX3" fmla="*/ 5530151 w 5530685"/>
                <a:gd name="connsiteY3" fmla="*/ 2460179 h 2528939"/>
                <a:gd name="connsiteX4" fmla="*/ 5060139 w 5530685"/>
                <a:gd name="connsiteY4" fmla="*/ 2520183 h 2528939"/>
                <a:gd name="connsiteX5" fmla="*/ 4420121 w 5530685"/>
                <a:gd name="connsiteY5" fmla="*/ 2300167 h 2528939"/>
                <a:gd name="connsiteX6" fmla="*/ 4200280 w 5530685"/>
                <a:gd name="connsiteY6" fmla="*/ 1860135 h 2528939"/>
                <a:gd name="connsiteX7" fmla="*/ 4004863 w 5530685"/>
                <a:gd name="connsiteY7" fmla="*/ 1500008 h 2528939"/>
                <a:gd name="connsiteX8" fmla="*/ 2950081 w 5530685"/>
                <a:gd name="connsiteY8" fmla="*/ 1330097 h 2528939"/>
                <a:gd name="connsiteX9" fmla="*/ 2240061 w 5530685"/>
                <a:gd name="connsiteY9" fmla="*/ 1130082 h 2528939"/>
                <a:gd name="connsiteX10" fmla="*/ 1470040 w 5530685"/>
                <a:gd name="connsiteY10" fmla="*/ 900065 h 2528939"/>
                <a:gd name="connsiteX11" fmla="*/ 951830 w 5530685"/>
                <a:gd name="connsiteY11" fmla="*/ 501772 h 2528939"/>
                <a:gd name="connsiteX12" fmla="*/ 443782 w 5530685"/>
                <a:gd name="connsiteY12" fmla="*/ 273490 h 2528939"/>
                <a:gd name="connsiteX13" fmla="*/ 224269 w 5530685"/>
                <a:gd name="connsiteY13" fmla="*/ 150523 h 2528939"/>
                <a:gd name="connsiteX14" fmla="*/ 0 w 5530685"/>
                <a:gd name="connsiteY14" fmla="*/ 0 h 2528939"/>
                <a:gd name="connsiteX0" fmla="*/ 4650127 w 5530484"/>
                <a:gd name="connsiteY0" fmla="*/ 1470107 h 2546218"/>
                <a:gd name="connsiteX1" fmla="*/ 4990137 w 5530484"/>
                <a:gd name="connsiteY1" fmla="*/ 1790130 h 2546218"/>
                <a:gd name="connsiteX2" fmla="*/ 5530151 w 5530484"/>
                <a:gd name="connsiteY2" fmla="*/ 2460179 h 2546218"/>
                <a:gd name="connsiteX3" fmla="*/ 5060139 w 5530484"/>
                <a:gd name="connsiteY3" fmla="*/ 2520183 h 2546218"/>
                <a:gd name="connsiteX4" fmla="*/ 4420121 w 5530484"/>
                <a:gd name="connsiteY4" fmla="*/ 2300167 h 2546218"/>
                <a:gd name="connsiteX5" fmla="*/ 4200280 w 5530484"/>
                <a:gd name="connsiteY5" fmla="*/ 1860135 h 2546218"/>
                <a:gd name="connsiteX6" fmla="*/ 4004863 w 5530484"/>
                <a:gd name="connsiteY6" fmla="*/ 1500008 h 2546218"/>
                <a:gd name="connsiteX7" fmla="*/ 2950081 w 5530484"/>
                <a:gd name="connsiteY7" fmla="*/ 1330097 h 2546218"/>
                <a:gd name="connsiteX8" fmla="*/ 2240061 w 5530484"/>
                <a:gd name="connsiteY8" fmla="*/ 1130082 h 2546218"/>
                <a:gd name="connsiteX9" fmla="*/ 1470040 w 5530484"/>
                <a:gd name="connsiteY9" fmla="*/ 900065 h 2546218"/>
                <a:gd name="connsiteX10" fmla="*/ 951830 w 5530484"/>
                <a:gd name="connsiteY10" fmla="*/ 501772 h 2546218"/>
                <a:gd name="connsiteX11" fmla="*/ 443782 w 5530484"/>
                <a:gd name="connsiteY11" fmla="*/ 273490 h 2546218"/>
                <a:gd name="connsiteX12" fmla="*/ 224269 w 5530484"/>
                <a:gd name="connsiteY12" fmla="*/ 150523 h 2546218"/>
                <a:gd name="connsiteX13" fmla="*/ 0 w 5530484"/>
                <a:gd name="connsiteY13" fmla="*/ 0 h 2546218"/>
                <a:gd name="connsiteX0" fmla="*/ 4650127 w 5530484"/>
                <a:gd name="connsiteY0" fmla="*/ 1470107 h 2539014"/>
                <a:gd name="connsiteX1" fmla="*/ 4990137 w 5530484"/>
                <a:gd name="connsiteY1" fmla="*/ 1927892 h 2539014"/>
                <a:gd name="connsiteX2" fmla="*/ 5530151 w 5530484"/>
                <a:gd name="connsiteY2" fmla="*/ 2460179 h 2539014"/>
                <a:gd name="connsiteX3" fmla="*/ 5060139 w 5530484"/>
                <a:gd name="connsiteY3" fmla="*/ 2520183 h 2539014"/>
                <a:gd name="connsiteX4" fmla="*/ 4420121 w 5530484"/>
                <a:gd name="connsiteY4" fmla="*/ 2300167 h 2539014"/>
                <a:gd name="connsiteX5" fmla="*/ 4200280 w 5530484"/>
                <a:gd name="connsiteY5" fmla="*/ 1860135 h 2539014"/>
                <a:gd name="connsiteX6" fmla="*/ 4004863 w 5530484"/>
                <a:gd name="connsiteY6" fmla="*/ 1500008 h 2539014"/>
                <a:gd name="connsiteX7" fmla="*/ 2950081 w 5530484"/>
                <a:gd name="connsiteY7" fmla="*/ 1330097 h 2539014"/>
                <a:gd name="connsiteX8" fmla="*/ 2240061 w 5530484"/>
                <a:gd name="connsiteY8" fmla="*/ 1130082 h 2539014"/>
                <a:gd name="connsiteX9" fmla="*/ 1470040 w 5530484"/>
                <a:gd name="connsiteY9" fmla="*/ 900065 h 2539014"/>
                <a:gd name="connsiteX10" fmla="*/ 951830 w 5530484"/>
                <a:gd name="connsiteY10" fmla="*/ 501772 h 2539014"/>
                <a:gd name="connsiteX11" fmla="*/ 443782 w 5530484"/>
                <a:gd name="connsiteY11" fmla="*/ 273490 h 2539014"/>
                <a:gd name="connsiteX12" fmla="*/ 224269 w 5530484"/>
                <a:gd name="connsiteY12" fmla="*/ 150523 h 2539014"/>
                <a:gd name="connsiteX13" fmla="*/ 0 w 5530484"/>
                <a:gd name="connsiteY13" fmla="*/ 0 h 2539014"/>
                <a:gd name="connsiteX0" fmla="*/ 4650127 w 5530469"/>
                <a:gd name="connsiteY0" fmla="*/ 1470107 h 2541230"/>
                <a:gd name="connsiteX1" fmla="*/ 4990137 w 5530469"/>
                <a:gd name="connsiteY1" fmla="*/ 1927892 h 2541230"/>
                <a:gd name="connsiteX2" fmla="*/ 5530151 w 5530469"/>
                <a:gd name="connsiteY2" fmla="*/ 2460179 h 2541230"/>
                <a:gd name="connsiteX3" fmla="*/ 5060139 w 5530469"/>
                <a:gd name="connsiteY3" fmla="*/ 2520183 h 2541230"/>
                <a:gd name="connsiteX4" fmla="*/ 4508648 w 5530469"/>
                <a:gd name="connsiteY4" fmla="*/ 2269554 h 2541230"/>
                <a:gd name="connsiteX5" fmla="*/ 4200280 w 5530469"/>
                <a:gd name="connsiteY5" fmla="*/ 1860135 h 2541230"/>
                <a:gd name="connsiteX6" fmla="*/ 4004863 w 5530469"/>
                <a:gd name="connsiteY6" fmla="*/ 1500008 h 2541230"/>
                <a:gd name="connsiteX7" fmla="*/ 2950081 w 5530469"/>
                <a:gd name="connsiteY7" fmla="*/ 1330097 h 2541230"/>
                <a:gd name="connsiteX8" fmla="*/ 2240061 w 5530469"/>
                <a:gd name="connsiteY8" fmla="*/ 1130082 h 2541230"/>
                <a:gd name="connsiteX9" fmla="*/ 1470040 w 5530469"/>
                <a:gd name="connsiteY9" fmla="*/ 900065 h 2541230"/>
                <a:gd name="connsiteX10" fmla="*/ 951830 w 5530469"/>
                <a:gd name="connsiteY10" fmla="*/ 501772 h 2541230"/>
                <a:gd name="connsiteX11" fmla="*/ 443782 w 5530469"/>
                <a:gd name="connsiteY11" fmla="*/ 273490 h 2541230"/>
                <a:gd name="connsiteX12" fmla="*/ 224269 w 5530469"/>
                <a:gd name="connsiteY12" fmla="*/ 150523 h 2541230"/>
                <a:gd name="connsiteX13" fmla="*/ 0 w 5530469"/>
                <a:gd name="connsiteY13" fmla="*/ 0 h 2541230"/>
                <a:gd name="connsiteX0" fmla="*/ 4650127 w 5530159"/>
                <a:gd name="connsiteY0" fmla="*/ 1470107 h 2544218"/>
                <a:gd name="connsiteX1" fmla="*/ 5071287 w 5530159"/>
                <a:gd name="connsiteY1" fmla="*/ 1866664 h 2544218"/>
                <a:gd name="connsiteX2" fmla="*/ 5530151 w 5530159"/>
                <a:gd name="connsiteY2" fmla="*/ 2460179 h 2544218"/>
                <a:gd name="connsiteX3" fmla="*/ 5060139 w 5530159"/>
                <a:gd name="connsiteY3" fmla="*/ 2520183 h 2544218"/>
                <a:gd name="connsiteX4" fmla="*/ 4508648 w 5530159"/>
                <a:gd name="connsiteY4" fmla="*/ 2269554 h 2544218"/>
                <a:gd name="connsiteX5" fmla="*/ 4200280 w 5530159"/>
                <a:gd name="connsiteY5" fmla="*/ 1860135 h 2544218"/>
                <a:gd name="connsiteX6" fmla="*/ 4004863 w 5530159"/>
                <a:gd name="connsiteY6" fmla="*/ 1500008 h 2544218"/>
                <a:gd name="connsiteX7" fmla="*/ 2950081 w 5530159"/>
                <a:gd name="connsiteY7" fmla="*/ 1330097 h 2544218"/>
                <a:gd name="connsiteX8" fmla="*/ 2240061 w 5530159"/>
                <a:gd name="connsiteY8" fmla="*/ 1130082 h 2544218"/>
                <a:gd name="connsiteX9" fmla="*/ 1470040 w 5530159"/>
                <a:gd name="connsiteY9" fmla="*/ 900065 h 2544218"/>
                <a:gd name="connsiteX10" fmla="*/ 951830 w 5530159"/>
                <a:gd name="connsiteY10" fmla="*/ 501772 h 2544218"/>
                <a:gd name="connsiteX11" fmla="*/ 443782 w 5530159"/>
                <a:gd name="connsiteY11" fmla="*/ 273490 h 2544218"/>
                <a:gd name="connsiteX12" fmla="*/ 224269 w 5530159"/>
                <a:gd name="connsiteY12" fmla="*/ 150523 h 2544218"/>
                <a:gd name="connsiteX13" fmla="*/ 0 w 5530159"/>
                <a:gd name="connsiteY13" fmla="*/ 0 h 2544218"/>
                <a:gd name="connsiteX0" fmla="*/ 4650127 w 5530176"/>
                <a:gd name="connsiteY0" fmla="*/ 1470107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  <a:gd name="connsiteX0" fmla="*/ 4770896 w 5530176"/>
                <a:gd name="connsiteY0" fmla="*/ 1277549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30176" h="2503141">
                  <a:moveTo>
                    <a:pt x="4770896" y="1277549"/>
                  </a:moveTo>
                  <a:cubicBezTo>
                    <a:pt x="4870899" y="1334220"/>
                    <a:pt x="4944745" y="1669559"/>
                    <a:pt x="5071287" y="1866664"/>
                  </a:cubicBezTo>
                  <a:cubicBezTo>
                    <a:pt x="5197829" y="2063769"/>
                    <a:pt x="5527091" y="2365291"/>
                    <a:pt x="5530151" y="2460179"/>
                  </a:cubicBezTo>
                  <a:cubicBezTo>
                    <a:pt x="5533211" y="2555067"/>
                    <a:pt x="5259899" y="2467766"/>
                    <a:pt x="5089648" y="2435995"/>
                  </a:cubicBezTo>
                  <a:cubicBezTo>
                    <a:pt x="4919398" y="2404224"/>
                    <a:pt x="4656876" y="2365531"/>
                    <a:pt x="4508648" y="2269554"/>
                  </a:cubicBezTo>
                  <a:cubicBezTo>
                    <a:pt x="4360420" y="2173577"/>
                    <a:pt x="4284244" y="1988393"/>
                    <a:pt x="4200280" y="1860135"/>
                  </a:cubicBezTo>
                  <a:cubicBezTo>
                    <a:pt x="4116316" y="1731877"/>
                    <a:pt x="4213229" y="1588348"/>
                    <a:pt x="4004863" y="1500008"/>
                  </a:cubicBezTo>
                  <a:cubicBezTo>
                    <a:pt x="3796497" y="1411668"/>
                    <a:pt x="3244215" y="1391751"/>
                    <a:pt x="2950081" y="1330097"/>
                  </a:cubicBezTo>
                  <a:cubicBezTo>
                    <a:pt x="2655947" y="1268443"/>
                    <a:pt x="2476734" y="1196754"/>
                    <a:pt x="2240061" y="1130082"/>
                  </a:cubicBezTo>
                  <a:cubicBezTo>
                    <a:pt x="1993387" y="1058410"/>
                    <a:pt x="1684745" y="1004783"/>
                    <a:pt x="1470040" y="900065"/>
                  </a:cubicBezTo>
                  <a:cubicBezTo>
                    <a:pt x="1255335" y="795347"/>
                    <a:pt x="1122873" y="606201"/>
                    <a:pt x="951830" y="501772"/>
                  </a:cubicBezTo>
                  <a:cubicBezTo>
                    <a:pt x="780787" y="397343"/>
                    <a:pt x="565042" y="332032"/>
                    <a:pt x="443782" y="273490"/>
                  </a:cubicBezTo>
                  <a:cubicBezTo>
                    <a:pt x="322522" y="214949"/>
                    <a:pt x="298233" y="196105"/>
                    <a:pt x="224269" y="150523"/>
                  </a:cubicBezTo>
                  <a:cubicBezTo>
                    <a:pt x="150305" y="104941"/>
                    <a:pt x="0" y="0"/>
                    <a:pt x="0" y="0"/>
                  </a:cubicBezTo>
                </a:path>
              </a:pathLst>
            </a:cu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>
          <a:xfrm>
            <a:off x="900027" y="12200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1422436" y="1189571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93837" y="1263113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 rot="21259661">
            <a:off x="1051765" y="2748731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 rot="1947986">
            <a:off x="1041548" y="3660247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34285" y="3701270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29670" y="1481506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42435" y="3779993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50037" y="3728305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115877" y="3728305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 rot="20597673">
            <a:off x="2266680" y="2057313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 rot="14477569">
            <a:off x="2284207" y="4102132"/>
            <a:ext cx="932113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377" y="2280309"/>
            <a:ext cx="3978833" cy="2095850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Freeform 25"/>
          <p:cNvSpPr/>
          <p:nvPr/>
        </p:nvSpPr>
        <p:spPr>
          <a:xfrm>
            <a:off x="620578" y="307467"/>
            <a:ext cx="8199908" cy="3251713"/>
          </a:xfrm>
          <a:custGeom>
            <a:avLst/>
            <a:gdLst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062649 w 5803543"/>
              <a:gd name="connsiteY10" fmla="*/ 1103484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752613 w 5803543"/>
              <a:gd name="connsiteY13" fmla="*/ 1683526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752613 w 5803543"/>
              <a:gd name="connsiteY13" fmla="*/ 1683526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24776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24776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9973 w 5803543"/>
              <a:gd name="connsiteY15" fmla="*/ 2192340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7634 w 5808455"/>
              <a:gd name="connsiteY0" fmla="*/ 1023478 h 2613594"/>
              <a:gd name="connsiteX1" fmla="*/ 5247647 w 5808455"/>
              <a:gd name="connsiteY1" fmla="*/ 713455 h 2613594"/>
              <a:gd name="connsiteX2" fmla="*/ 5527655 w 5808455"/>
              <a:gd name="connsiteY2" fmla="*/ 403433 h 2613594"/>
              <a:gd name="connsiteX3" fmla="*/ 5807663 w 5808455"/>
              <a:gd name="connsiteY3" fmla="*/ 13404 h 2613594"/>
              <a:gd name="connsiteX4" fmla="*/ 5437653 w 5808455"/>
              <a:gd name="connsiteY4" fmla="*/ 103411 h 2613594"/>
              <a:gd name="connsiteX5" fmla="*/ 4627630 w 5808455"/>
              <a:gd name="connsiteY5" fmla="*/ 233420 h 2613594"/>
              <a:gd name="connsiteX6" fmla="*/ 4327622 w 5808455"/>
              <a:gd name="connsiteY6" fmla="*/ 463437 h 2613594"/>
              <a:gd name="connsiteX7" fmla="*/ 4097616 w 5808455"/>
              <a:gd name="connsiteY7" fmla="*/ 693454 h 2613594"/>
              <a:gd name="connsiteX8" fmla="*/ 3127589 w 5808455"/>
              <a:gd name="connsiteY8" fmla="*/ 793461 h 2613594"/>
              <a:gd name="connsiteX9" fmla="*/ 2667577 w 5808455"/>
              <a:gd name="connsiteY9" fmla="*/ 933471 h 2613594"/>
              <a:gd name="connsiteX10" fmla="*/ 2227565 w 5808455"/>
              <a:gd name="connsiteY10" fmla="*/ 1023479 h 2613594"/>
              <a:gd name="connsiteX11" fmla="*/ 1929688 w 5808455"/>
              <a:gd name="connsiteY11" fmla="*/ 1133486 h 2613594"/>
              <a:gd name="connsiteX12" fmla="*/ 1418363 w 5808455"/>
              <a:gd name="connsiteY12" fmla="*/ 1573518 h 2613594"/>
              <a:gd name="connsiteX13" fmla="*/ 941957 w 5808455"/>
              <a:gd name="connsiteY13" fmla="*/ 1737101 h 2613594"/>
              <a:gd name="connsiteX14" fmla="*/ 277512 w 5808455"/>
              <a:gd name="connsiteY14" fmla="*/ 2043552 h 2613594"/>
              <a:gd name="connsiteX15" fmla="*/ 134885 w 5808455"/>
              <a:gd name="connsiteY15" fmla="*/ 2192340 h 2613594"/>
              <a:gd name="connsiteX16" fmla="*/ 10618 w 5808455"/>
              <a:gd name="connsiteY16" fmla="*/ 2251732 h 2613594"/>
              <a:gd name="connsiteX17" fmla="*/ 7504 w 5808455"/>
              <a:gd name="connsiteY17" fmla="*/ 2413579 h 2613594"/>
              <a:gd name="connsiteX18" fmla="*/ 17504 w 5808455"/>
              <a:gd name="connsiteY18" fmla="*/ 2503586 h 2613594"/>
              <a:gd name="connsiteX19" fmla="*/ 87506 w 5808455"/>
              <a:gd name="connsiteY19" fmla="*/ 2593592 h 2613594"/>
              <a:gd name="connsiteX20" fmla="*/ 187509 w 5808455"/>
              <a:gd name="connsiteY20" fmla="*/ 2613594 h 2613594"/>
              <a:gd name="connsiteX0" fmla="*/ 4747634 w 5808455"/>
              <a:gd name="connsiteY0" fmla="*/ 1023478 h 2598396"/>
              <a:gd name="connsiteX1" fmla="*/ 5247647 w 5808455"/>
              <a:gd name="connsiteY1" fmla="*/ 713455 h 2598396"/>
              <a:gd name="connsiteX2" fmla="*/ 5527655 w 5808455"/>
              <a:gd name="connsiteY2" fmla="*/ 403433 h 2598396"/>
              <a:gd name="connsiteX3" fmla="*/ 5807663 w 5808455"/>
              <a:gd name="connsiteY3" fmla="*/ 13404 h 2598396"/>
              <a:gd name="connsiteX4" fmla="*/ 5437653 w 5808455"/>
              <a:gd name="connsiteY4" fmla="*/ 103411 h 2598396"/>
              <a:gd name="connsiteX5" fmla="*/ 4627630 w 5808455"/>
              <a:gd name="connsiteY5" fmla="*/ 233420 h 2598396"/>
              <a:gd name="connsiteX6" fmla="*/ 4327622 w 5808455"/>
              <a:gd name="connsiteY6" fmla="*/ 463437 h 2598396"/>
              <a:gd name="connsiteX7" fmla="*/ 4097616 w 5808455"/>
              <a:gd name="connsiteY7" fmla="*/ 693454 h 2598396"/>
              <a:gd name="connsiteX8" fmla="*/ 3127589 w 5808455"/>
              <a:gd name="connsiteY8" fmla="*/ 793461 h 2598396"/>
              <a:gd name="connsiteX9" fmla="*/ 2667577 w 5808455"/>
              <a:gd name="connsiteY9" fmla="*/ 933471 h 2598396"/>
              <a:gd name="connsiteX10" fmla="*/ 2227565 w 5808455"/>
              <a:gd name="connsiteY10" fmla="*/ 1023479 h 2598396"/>
              <a:gd name="connsiteX11" fmla="*/ 1929688 w 5808455"/>
              <a:gd name="connsiteY11" fmla="*/ 1133486 h 2598396"/>
              <a:gd name="connsiteX12" fmla="*/ 1418363 w 5808455"/>
              <a:gd name="connsiteY12" fmla="*/ 1573518 h 2598396"/>
              <a:gd name="connsiteX13" fmla="*/ 941957 w 5808455"/>
              <a:gd name="connsiteY13" fmla="*/ 1737101 h 2598396"/>
              <a:gd name="connsiteX14" fmla="*/ 277512 w 5808455"/>
              <a:gd name="connsiteY14" fmla="*/ 2043552 h 2598396"/>
              <a:gd name="connsiteX15" fmla="*/ 134885 w 5808455"/>
              <a:gd name="connsiteY15" fmla="*/ 2192340 h 2598396"/>
              <a:gd name="connsiteX16" fmla="*/ 10618 w 5808455"/>
              <a:gd name="connsiteY16" fmla="*/ 2251732 h 2598396"/>
              <a:gd name="connsiteX17" fmla="*/ 7504 w 5808455"/>
              <a:gd name="connsiteY17" fmla="*/ 2413579 h 2598396"/>
              <a:gd name="connsiteX18" fmla="*/ 17504 w 5808455"/>
              <a:gd name="connsiteY18" fmla="*/ 2503586 h 2598396"/>
              <a:gd name="connsiteX19" fmla="*/ 87506 w 5808455"/>
              <a:gd name="connsiteY19" fmla="*/ 2593592 h 2598396"/>
              <a:gd name="connsiteX20" fmla="*/ 133638 w 5808455"/>
              <a:gd name="connsiteY20" fmla="*/ 2586866 h 2598396"/>
              <a:gd name="connsiteX0" fmla="*/ 4747634 w 5808455"/>
              <a:gd name="connsiteY0" fmla="*/ 1023478 h 2587285"/>
              <a:gd name="connsiteX1" fmla="*/ 5247647 w 5808455"/>
              <a:gd name="connsiteY1" fmla="*/ 713455 h 2587285"/>
              <a:gd name="connsiteX2" fmla="*/ 5527655 w 5808455"/>
              <a:gd name="connsiteY2" fmla="*/ 403433 h 2587285"/>
              <a:gd name="connsiteX3" fmla="*/ 5807663 w 5808455"/>
              <a:gd name="connsiteY3" fmla="*/ 13404 h 2587285"/>
              <a:gd name="connsiteX4" fmla="*/ 5437653 w 5808455"/>
              <a:gd name="connsiteY4" fmla="*/ 103411 h 2587285"/>
              <a:gd name="connsiteX5" fmla="*/ 4627630 w 5808455"/>
              <a:gd name="connsiteY5" fmla="*/ 233420 h 2587285"/>
              <a:gd name="connsiteX6" fmla="*/ 4327622 w 5808455"/>
              <a:gd name="connsiteY6" fmla="*/ 463437 h 2587285"/>
              <a:gd name="connsiteX7" fmla="*/ 4097616 w 5808455"/>
              <a:gd name="connsiteY7" fmla="*/ 693454 h 2587285"/>
              <a:gd name="connsiteX8" fmla="*/ 3127589 w 5808455"/>
              <a:gd name="connsiteY8" fmla="*/ 793461 h 2587285"/>
              <a:gd name="connsiteX9" fmla="*/ 2667577 w 5808455"/>
              <a:gd name="connsiteY9" fmla="*/ 933471 h 2587285"/>
              <a:gd name="connsiteX10" fmla="*/ 2227565 w 5808455"/>
              <a:gd name="connsiteY10" fmla="*/ 1023479 h 2587285"/>
              <a:gd name="connsiteX11" fmla="*/ 1929688 w 5808455"/>
              <a:gd name="connsiteY11" fmla="*/ 1133486 h 2587285"/>
              <a:gd name="connsiteX12" fmla="*/ 1418363 w 5808455"/>
              <a:gd name="connsiteY12" fmla="*/ 1573518 h 2587285"/>
              <a:gd name="connsiteX13" fmla="*/ 941957 w 5808455"/>
              <a:gd name="connsiteY13" fmla="*/ 1737101 h 2587285"/>
              <a:gd name="connsiteX14" fmla="*/ 277512 w 5808455"/>
              <a:gd name="connsiteY14" fmla="*/ 2043552 h 2587285"/>
              <a:gd name="connsiteX15" fmla="*/ 134885 w 5808455"/>
              <a:gd name="connsiteY15" fmla="*/ 2192340 h 2587285"/>
              <a:gd name="connsiteX16" fmla="*/ 10618 w 5808455"/>
              <a:gd name="connsiteY16" fmla="*/ 2251732 h 2587285"/>
              <a:gd name="connsiteX17" fmla="*/ 7504 w 5808455"/>
              <a:gd name="connsiteY17" fmla="*/ 2413579 h 2587285"/>
              <a:gd name="connsiteX18" fmla="*/ 17504 w 5808455"/>
              <a:gd name="connsiteY18" fmla="*/ 2503586 h 2587285"/>
              <a:gd name="connsiteX19" fmla="*/ 87506 w 5808455"/>
              <a:gd name="connsiteY19" fmla="*/ 2576584 h 2587285"/>
              <a:gd name="connsiteX20" fmla="*/ 133638 w 5808455"/>
              <a:gd name="connsiteY20" fmla="*/ 2586866 h 2587285"/>
              <a:gd name="connsiteX0" fmla="*/ 4744917 w 5805738"/>
              <a:gd name="connsiteY0" fmla="*/ 1023478 h 2587285"/>
              <a:gd name="connsiteX1" fmla="*/ 5244930 w 5805738"/>
              <a:gd name="connsiteY1" fmla="*/ 713455 h 2587285"/>
              <a:gd name="connsiteX2" fmla="*/ 5524938 w 5805738"/>
              <a:gd name="connsiteY2" fmla="*/ 403433 h 2587285"/>
              <a:gd name="connsiteX3" fmla="*/ 5804946 w 5805738"/>
              <a:gd name="connsiteY3" fmla="*/ 13404 h 2587285"/>
              <a:gd name="connsiteX4" fmla="*/ 5434936 w 5805738"/>
              <a:gd name="connsiteY4" fmla="*/ 103411 h 2587285"/>
              <a:gd name="connsiteX5" fmla="*/ 4624913 w 5805738"/>
              <a:gd name="connsiteY5" fmla="*/ 233420 h 2587285"/>
              <a:gd name="connsiteX6" fmla="*/ 4324905 w 5805738"/>
              <a:gd name="connsiteY6" fmla="*/ 463437 h 2587285"/>
              <a:gd name="connsiteX7" fmla="*/ 4094899 w 5805738"/>
              <a:gd name="connsiteY7" fmla="*/ 693454 h 2587285"/>
              <a:gd name="connsiteX8" fmla="*/ 3124872 w 5805738"/>
              <a:gd name="connsiteY8" fmla="*/ 793461 h 2587285"/>
              <a:gd name="connsiteX9" fmla="*/ 2664860 w 5805738"/>
              <a:gd name="connsiteY9" fmla="*/ 933471 h 2587285"/>
              <a:gd name="connsiteX10" fmla="*/ 2224848 w 5805738"/>
              <a:gd name="connsiteY10" fmla="*/ 1023479 h 2587285"/>
              <a:gd name="connsiteX11" fmla="*/ 1926971 w 5805738"/>
              <a:gd name="connsiteY11" fmla="*/ 1133486 h 2587285"/>
              <a:gd name="connsiteX12" fmla="*/ 1415646 w 5805738"/>
              <a:gd name="connsiteY12" fmla="*/ 1573518 h 2587285"/>
              <a:gd name="connsiteX13" fmla="*/ 939240 w 5805738"/>
              <a:gd name="connsiteY13" fmla="*/ 1737101 h 2587285"/>
              <a:gd name="connsiteX14" fmla="*/ 274795 w 5805738"/>
              <a:gd name="connsiteY14" fmla="*/ 2043552 h 2587285"/>
              <a:gd name="connsiteX15" fmla="*/ 94693 w 5805738"/>
              <a:gd name="connsiteY15" fmla="*/ 2109727 h 2587285"/>
              <a:gd name="connsiteX16" fmla="*/ 7901 w 5805738"/>
              <a:gd name="connsiteY16" fmla="*/ 2251732 h 2587285"/>
              <a:gd name="connsiteX17" fmla="*/ 4787 w 5805738"/>
              <a:gd name="connsiteY17" fmla="*/ 2413579 h 2587285"/>
              <a:gd name="connsiteX18" fmla="*/ 14787 w 5805738"/>
              <a:gd name="connsiteY18" fmla="*/ 2503586 h 2587285"/>
              <a:gd name="connsiteX19" fmla="*/ 84789 w 5805738"/>
              <a:gd name="connsiteY19" fmla="*/ 2576584 h 2587285"/>
              <a:gd name="connsiteX20" fmla="*/ 130921 w 5805738"/>
              <a:gd name="connsiteY20" fmla="*/ 2586866 h 2587285"/>
              <a:gd name="connsiteX0" fmla="*/ 4744917 w 5805738"/>
              <a:gd name="connsiteY0" fmla="*/ 1023478 h 2587285"/>
              <a:gd name="connsiteX1" fmla="*/ 5244930 w 5805738"/>
              <a:gd name="connsiteY1" fmla="*/ 713455 h 2587285"/>
              <a:gd name="connsiteX2" fmla="*/ 5524938 w 5805738"/>
              <a:gd name="connsiteY2" fmla="*/ 403433 h 2587285"/>
              <a:gd name="connsiteX3" fmla="*/ 5804946 w 5805738"/>
              <a:gd name="connsiteY3" fmla="*/ 13404 h 2587285"/>
              <a:gd name="connsiteX4" fmla="*/ 5434936 w 5805738"/>
              <a:gd name="connsiteY4" fmla="*/ 103411 h 2587285"/>
              <a:gd name="connsiteX5" fmla="*/ 4624913 w 5805738"/>
              <a:gd name="connsiteY5" fmla="*/ 233420 h 2587285"/>
              <a:gd name="connsiteX6" fmla="*/ 4324905 w 5805738"/>
              <a:gd name="connsiteY6" fmla="*/ 463437 h 2587285"/>
              <a:gd name="connsiteX7" fmla="*/ 4094899 w 5805738"/>
              <a:gd name="connsiteY7" fmla="*/ 693454 h 2587285"/>
              <a:gd name="connsiteX8" fmla="*/ 3124872 w 5805738"/>
              <a:gd name="connsiteY8" fmla="*/ 793461 h 2587285"/>
              <a:gd name="connsiteX9" fmla="*/ 2664860 w 5805738"/>
              <a:gd name="connsiteY9" fmla="*/ 933471 h 2587285"/>
              <a:gd name="connsiteX10" fmla="*/ 2224848 w 5805738"/>
              <a:gd name="connsiteY10" fmla="*/ 1023479 h 2587285"/>
              <a:gd name="connsiteX11" fmla="*/ 1926971 w 5805738"/>
              <a:gd name="connsiteY11" fmla="*/ 1133486 h 2587285"/>
              <a:gd name="connsiteX12" fmla="*/ 1415646 w 5805738"/>
              <a:gd name="connsiteY12" fmla="*/ 1573518 h 2587285"/>
              <a:gd name="connsiteX13" fmla="*/ 939240 w 5805738"/>
              <a:gd name="connsiteY13" fmla="*/ 1737101 h 2587285"/>
              <a:gd name="connsiteX14" fmla="*/ 277137 w 5805738"/>
              <a:gd name="connsiteY14" fmla="*/ 2009535 h 2587285"/>
              <a:gd name="connsiteX15" fmla="*/ 94693 w 5805738"/>
              <a:gd name="connsiteY15" fmla="*/ 2109727 h 2587285"/>
              <a:gd name="connsiteX16" fmla="*/ 7901 w 5805738"/>
              <a:gd name="connsiteY16" fmla="*/ 2251732 h 2587285"/>
              <a:gd name="connsiteX17" fmla="*/ 4787 w 5805738"/>
              <a:gd name="connsiteY17" fmla="*/ 2413579 h 2587285"/>
              <a:gd name="connsiteX18" fmla="*/ 14787 w 5805738"/>
              <a:gd name="connsiteY18" fmla="*/ 2503586 h 2587285"/>
              <a:gd name="connsiteX19" fmla="*/ 84789 w 5805738"/>
              <a:gd name="connsiteY19" fmla="*/ 2576584 h 2587285"/>
              <a:gd name="connsiteX20" fmla="*/ 130921 w 5805738"/>
              <a:gd name="connsiteY20" fmla="*/ 2586866 h 2587285"/>
              <a:gd name="connsiteX0" fmla="*/ 4763651 w 5824472"/>
              <a:gd name="connsiteY0" fmla="*/ 1023478 h 2587285"/>
              <a:gd name="connsiteX1" fmla="*/ 5263664 w 5824472"/>
              <a:gd name="connsiteY1" fmla="*/ 713455 h 2587285"/>
              <a:gd name="connsiteX2" fmla="*/ 5543672 w 5824472"/>
              <a:gd name="connsiteY2" fmla="*/ 403433 h 2587285"/>
              <a:gd name="connsiteX3" fmla="*/ 5823680 w 5824472"/>
              <a:gd name="connsiteY3" fmla="*/ 13404 h 2587285"/>
              <a:gd name="connsiteX4" fmla="*/ 5453670 w 5824472"/>
              <a:gd name="connsiteY4" fmla="*/ 103411 h 2587285"/>
              <a:gd name="connsiteX5" fmla="*/ 4643647 w 5824472"/>
              <a:gd name="connsiteY5" fmla="*/ 233420 h 2587285"/>
              <a:gd name="connsiteX6" fmla="*/ 4343639 w 5824472"/>
              <a:gd name="connsiteY6" fmla="*/ 463437 h 2587285"/>
              <a:gd name="connsiteX7" fmla="*/ 4113633 w 5824472"/>
              <a:gd name="connsiteY7" fmla="*/ 693454 h 2587285"/>
              <a:gd name="connsiteX8" fmla="*/ 3143606 w 5824472"/>
              <a:gd name="connsiteY8" fmla="*/ 793461 h 2587285"/>
              <a:gd name="connsiteX9" fmla="*/ 2683594 w 5824472"/>
              <a:gd name="connsiteY9" fmla="*/ 933471 h 2587285"/>
              <a:gd name="connsiteX10" fmla="*/ 2243582 w 5824472"/>
              <a:gd name="connsiteY10" fmla="*/ 1023479 h 2587285"/>
              <a:gd name="connsiteX11" fmla="*/ 1945705 w 5824472"/>
              <a:gd name="connsiteY11" fmla="*/ 1133486 h 2587285"/>
              <a:gd name="connsiteX12" fmla="*/ 1434380 w 5824472"/>
              <a:gd name="connsiteY12" fmla="*/ 1573518 h 2587285"/>
              <a:gd name="connsiteX13" fmla="*/ 957974 w 5824472"/>
              <a:gd name="connsiteY13" fmla="*/ 1737101 h 2587285"/>
              <a:gd name="connsiteX14" fmla="*/ 295871 w 5824472"/>
              <a:gd name="connsiteY14" fmla="*/ 2009535 h 2587285"/>
              <a:gd name="connsiteX15" fmla="*/ 113427 w 5824472"/>
              <a:gd name="connsiteY15" fmla="*/ 2109727 h 2587285"/>
              <a:gd name="connsiteX16" fmla="*/ 26635 w 5824472"/>
              <a:gd name="connsiteY16" fmla="*/ 2251732 h 2587285"/>
              <a:gd name="connsiteX17" fmla="*/ 99 w 5824472"/>
              <a:gd name="connsiteY17" fmla="*/ 2357693 h 2587285"/>
              <a:gd name="connsiteX18" fmla="*/ 33521 w 5824472"/>
              <a:gd name="connsiteY18" fmla="*/ 2503586 h 2587285"/>
              <a:gd name="connsiteX19" fmla="*/ 103523 w 5824472"/>
              <a:gd name="connsiteY19" fmla="*/ 2576584 h 2587285"/>
              <a:gd name="connsiteX20" fmla="*/ 149655 w 5824472"/>
              <a:gd name="connsiteY20" fmla="*/ 2586866 h 2587285"/>
              <a:gd name="connsiteX0" fmla="*/ 4768341 w 5829162"/>
              <a:gd name="connsiteY0" fmla="*/ 1023478 h 2587285"/>
              <a:gd name="connsiteX1" fmla="*/ 5268354 w 5829162"/>
              <a:gd name="connsiteY1" fmla="*/ 713455 h 2587285"/>
              <a:gd name="connsiteX2" fmla="*/ 5548362 w 5829162"/>
              <a:gd name="connsiteY2" fmla="*/ 403433 h 2587285"/>
              <a:gd name="connsiteX3" fmla="*/ 5828370 w 5829162"/>
              <a:gd name="connsiteY3" fmla="*/ 13404 h 2587285"/>
              <a:gd name="connsiteX4" fmla="*/ 5458360 w 5829162"/>
              <a:gd name="connsiteY4" fmla="*/ 103411 h 2587285"/>
              <a:gd name="connsiteX5" fmla="*/ 4648337 w 5829162"/>
              <a:gd name="connsiteY5" fmla="*/ 233420 h 2587285"/>
              <a:gd name="connsiteX6" fmla="*/ 4348329 w 5829162"/>
              <a:gd name="connsiteY6" fmla="*/ 463437 h 2587285"/>
              <a:gd name="connsiteX7" fmla="*/ 4118323 w 5829162"/>
              <a:gd name="connsiteY7" fmla="*/ 693454 h 2587285"/>
              <a:gd name="connsiteX8" fmla="*/ 3148296 w 5829162"/>
              <a:gd name="connsiteY8" fmla="*/ 793461 h 2587285"/>
              <a:gd name="connsiteX9" fmla="*/ 2688284 w 5829162"/>
              <a:gd name="connsiteY9" fmla="*/ 933471 h 2587285"/>
              <a:gd name="connsiteX10" fmla="*/ 2248272 w 5829162"/>
              <a:gd name="connsiteY10" fmla="*/ 1023479 h 2587285"/>
              <a:gd name="connsiteX11" fmla="*/ 1950395 w 5829162"/>
              <a:gd name="connsiteY11" fmla="*/ 1133486 h 2587285"/>
              <a:gd name="connsiteX12" fmla="*/ 1439070 w 5829162"/>
              <a:gd name="connsiteY12" fmla="*/ 1573518 h 2587285"/>
              <a:gd name="connsiteX13" fmla="*/ 962664 w 5829162"/>
              <a:gd name="connsiteY13" fmla="*/ 1737101 h 2587285"/>
              <a:gd name="connsiteX14" fmla="*/ 300561 w 5829162"/>
              <a:gd name="connsiteY14" fmla="*/ 2009535 h 2587285"/>
              <a:gd name="connsiteX15" fmla="*/ 118117 w 5829162"/>
              <a:gd name="connsiteY15" fmla="*/ 2109727 h 2587285"/>
              <a:gd name="connsiteX16" fmla="*/ 12587 w 5829162"/>
              <a:gd name="connsiteY16" fmla="*/ 2188557 h 2587285"/>
              <a:gd name="connsiteX17" fmla="*/ 4789 w 5829162"/>
              <a:gd name="connsiteY17" fmla="*/ 2357693 h 2587285"/>
              <a:gd name="connsiteX18" fmla="*/ 38211 w 5829162"/>
              <a:gd name="connsiteY18" fmla="*/ 2503586 h 2587285"/>
              <a:gd name="connsiteX19" fmla="*/ 108213 w 5829162"/>
              <a:gd name="connsiteY19" fmla="*/ 2576584 h 2587285"/>
              <a:gd name="connsiteX20" fmla="*/ 154345 w 5829162"/>
              <a:gd name="connsiteY20" fmla="*/ 2586866 h 2587285"/>
              <a:gd name="connsiteX0" fmla="*/ 4769677 w 5830498"/>
              <a:gd name="connsiteY0" fmla="*/ 1023478 h 2587285"/>
              <a:gd name="connsiteX1" fmla="*/ 5269690 w 5830498"/>
              <a:gd name="connsiteY1" fmla="*/ 713455 h 2587285"/>
              <a:gd name="connsiteX2" fmla="*/ 5549698 w 5830498"/>
              <a:gd name="connsiteY2" fmla="*/ 403433 h 2587285"/>
              <a:gd name="connsiteX3" fmla="*/ 5829706 w 5830498"/>
              <a:gd name="connsiteY3" fmla="*/ 13404 h 2587285"/>
              <a:gd name="connsiteX4" fmla="*/ 5459696 w 5830498"/>
              <a:gd name="connsiteY4" fmla="*/ 103411 h 2587285"/>
              <a:gd name="connsiteX5" fmla="*/ 4649673 w 5830498"/>
              <a:gd name="connsiteY5" fmla="*/ 233420 h 2587285"/>
              <a:gd name="connsiteX6" fmla="*/ 4349665 w 5830498"/>
              <a:gd name="connsiteY6" fmla="*/ 463437 h 2587285"/>
              <a:gd name="connsiteX7" fmla="*/ 4119659 w 5830498"/>
              <a:gd name="connsiteY7" fmla="*/ 693454 h 2587285"/>
              <a:gd name="connsiteX8" fmla="*/ 3149632 w 5830498"/>
              <a:gd name="connsiteY8" fmla="*/ 793461 h 2587285"/>
              <a:gd name="connsiteX9" fmla="*/ 2689620 w 5830498"/>
              <a:gd name="connsiteY9" fmla="*/ 933471 h 2587285"/>
              <a:gd name="connsiteX10" fmla="*/ 2249608 w 5830498"/>
              <a:gd name="connsiteY10" fmla="*/ 1023479 h 2587285"/>
              <a:gd name="connsiteX11" fmla="*/ 1951731 w 5830498"/>
              <a:gd name="connsiteY11" fmla="*/ 1133486 h 2587285"/>
              <a:gd name="connsiteX12" fmla="*/ 1440406 w 5830498"/>
              <a:gd name="connsiteY12" fmla="*/ 1573518 h 2587285"/>
              <a:gd name="connsiteX13" fmla="*/ 964000 w 5830498"/>
              <a:gd name="connsiteY13" fmla="*/ 1737101 h 2587285"/>
              <a:gd name="connsiteX14" fmla="*/ 301897 w 5830498"/>
              <a:gd name="connsiteY14" fmla="*/ 2009535 h 2587285"/>
              <a:gd name="connsiteX15" fmla="*/ 140533 w 5830498"/>
              <a:gd name="connsiteY15" fmla="*/ 2107297 h 2587285"/>
              <a:gd name="connsiteX16" fmla="*/ 13923 w 5830498"/>
              <a:gd name="connsiteY16" fmla="*/ 2188557 h 2587285"/>
              <a:gd name="connsiteX17" fmla="*/ 6125 w 5830498"/>
              <a:gd name="connsiteY17" fmla="*/ 2357693 h 2587285"/>
              <a:gd name="connsiteX18" fmla="*/ 39547 w 5830498"/>
              <a:gd name="connsiteY18" fmla="*/ 2503586 h 2587285"/>
              <a:gd name="connsiteX19" fmla="*/ 109549 w 5830498"/>
              <a:gd name="connsiteY19" fmla="*/ 2576584 h 2587285"/>
              <a:gd name="connsiteX20" fmla="*/ 155681 w 5830498"/>
              <a:gd name="connsiteY20" fmla="*/ 2586866 h 2587285"/>
              <a:gd name="connsiteX0" fmla="*/ 4763553 w 5824374"/>
              <a:gd name="connsiteY0" fmla="*/ 1023478 h 2587285"/>
              <a:gd name="connsiteX1" fmla="*/ 5263566 w 5824374"/>
              <a:gd name="connsiteY1" fmla="*/ 713455 h 2587285"/>
              <a:gd name="connsiteX2" fmla="*/ 5543574 w 5824374"/>
              <a:gd name="connsiteY2" fmla="*/ 403433 h 2587285"/>
              <a:gd name="connsiteX3" fmla="*/ 5823582 w 5824374"/>
              <a:gd name="connsiteY3" fmla="*/ 13404 h 2587285"/>
              <a:gd name="connsiteX4" fmla="*/ 5453572 w 5824374"/>
              <a:gd name="connsiteY4" fmla="*/ 103411 h 2587285"/>
              <a:gd name="connsiteX5" fmla="*/ 4643549 w 5824374"/>
              <a:gd name="connsiteY5" fmla="*/ 233420 h 2587285"/>
              <a:gd name="connsiteX6" fmla="*/ 4343541 w 5824374"/>
              <a:gd name="connsiteY6" fmla="*/ 463437 h 2587285"/>
              <a:gd name="connsiteX7" fmla="*/ 4113535 w 5824374"/>
              <a:gd name="connsiteY7" fmla="*/ 693454 h 2587285"/>
              <a:gd name="connsiteX8" fmla="*/ 3143508 w 5824374"/>
              <a:gd name="connsiteY8" fmla="*/ 793461 h 2587285"/>
              <a:gd name="connsiteX9" fmla="*/ 2683496 w 5824374"/>
              <a:gd name="connsiteY9" fmla="*/ 933471 h 2587285"/>
              <a:gd name="connsiteX10" fmla="*/ 2243484 w 5824374"/>
              <a:gd name="connsiteY10" fmla="*/ 1023479 h 2587285"/>
              <a:gd name="connsiteX11" fmla="*/ 1945607 w 5824374"/>
              <a:gd name="connsiteY11" fmla="*/ 1133486 h 2587285"/>
              <a:gd name="connsiteX12" fmla="*/ 1434282 w 5824374"/>
              <a:gd name="connsiteY12" fmla="*/ 1573518 h 2587285"/>
              <a:gd name="connsiteX13" fmla="*/ 957876 w 5824374"/>
              <a:gd name="connsiteY13" fmla="*/ 1737101 h 2587285"/>
              <a:gd name="connsiteX14" fmla="*/ 295773 w 5824374"/>
              <a:gd name="connsiteY14" fmla="*/ 2009535 h 2587285"/>
              <a:gd name="connsiteX15" fmla="*/ 134409 w 5824374"/>
              <a:gd name="connsiteY15" fmla="*/ 2107297 h 2587285"/>
              <a:gd name="connsiteX16" fmla="*/ 33563 w 5824374"/>
              <a:gd name="connsiteY16" fmla="*/ 2198277 h 2587285"/>
              <a:gd name="connsiteX17" fmla="*/ 1 w 5824374"/>
              <a:gd name="connsiteY17" fmla="*/ 2357693 h 2587285"/>
              <a:gd name="connsiteX18" fmla="*/ 33423 w 5824374"/>
              <a:gd name="connsiteY18" fmla="*/ 2503586 h 2587285"/>
              <a:gd name="connsiteX19" fmla="*/ 103425 w 5824374"/>
              <a:gd name="connsiteY19" fmla="*/ 2576584 h 2587285"/>
              <a:gd name="connsiteX20" fmla="*/ 149557 w 5824374"/>
              <a:gd name="connsiteY20" fmla="*/ 2586866 h 2587285"/>
              <a:gd name="connsiteX0" fmla="*/ 4764161 w 5824982"/>
              <a:gd name="connsiteY0" fmla="*/ 1023478 h 2588914"/>
              <a:gd name="connsiteX1" fmla="*/ 5264174 w 5824982"/>
              <a:gd name="connsiteY1" fmla="*/ 713455 h 2588914"/>
              <a:gd name="connsiteX2" fmla="*/ 5544182 w 5824982"/>
              <a:gd name="connsiteY2" fmla="*/ 403433 h 2588914"/>
              <a:gd name="connsiteX3" fmla="*/ 5824190 w 5824982"/>
              <a:gd name="connsiteY3" fmla="*/ 13404 h 2588914"/>
              <a:gd name="connsiteX4" fmla="*/ 5454180 w 5824982"/>
              <a:gd name="connsiteY4" fmla="*/ 103411 h 2588914"/>
              <a:gd name="connsiteX5" fmla="*/ 4644157 w 5824982"/>
              <a:gd name="connsiteY5" fmla="*/ 233420 h 2588914"/>
              <a:gd name="connsiteX6" fmla="*/ 4344149 w 5824982"/>
              <a:gd name="connsiteY6" fmla="*/ 463437 h 2588914"/>
              <a:gd name="connsiteX7" fmla="*/ 4114143 w 5824982"/>
              <a:gd name="connsiteY7" fmla="*/ 693454 h 2588914"/>
              <a:gd name="connsiteX8" fmla="*/ 3144116 w 5824982"/>
              <a:gd name="connsiteY8" fmla="*/ 793461 h 2588914"/>
              <a:gd name="connsiteX9" fmla="*/ 2684104 w 5824982"/>
              <a:gd name="connsiteY9" fmla="*/ 933471 h 2588914"/>
              <a:gd name="connsiteX10" fmla="*/ 2244092 w 5824982"/>
              <a:gd name="connsiteY10" fmla="*/ 1023479 h 2588914"/>
              <a:gd name="connsiteX11" fmla="*/ 1946215 w 5824982"/>
              <a:gd name="connsiteY11" fmla="*/ 1133486 h 2588914"/>
              <a:gd name="connsiteX12" fmla="*/ 1434890 w 5824982"/>
              <a:gd name="connsiteY12" fmla="*/ 1573518 h 2588914"/>
              <a:gd name="connsiteX13" fmla="*/ 958484 w 5824982"/>
              <a:gd name="connsiteY13" fmla="*/ 1737101 h 2588914"/>
              <a:gd name="connsiteX14" fmla="*/ 296381 w 5824982"/>
              <a:gd name="connsiteY14" fmla="*/ 2009535 h 2588914"/>
              <a:gd name="connsiteX15" fmla="*/ 135017 w 5824982"/>
              <a:gd name="connsiteY15" fmla="*/ 2107297 h 2588914"/>
              <a:gd name="connsiteX16" fmla="*/ 34171 w 5824982"/>
              <a:gd name="connsiteY16" fmla="*/ 2198277 h 2588914"/>
              <a:gd name="connsiteX17" fmla="*/ 609 w 5824982"/>
              <a:gd name="connsiteY17" fmla="*/ 2357693 h 2588914"/>
              <a:gd name="connsiteX18" fmla="*/ 57453 w 5824982"/>
              <a:gd name="connsiteY18" fmla="*/ 2471999 h 2588914"/>
              <a:gd name="connsiteX19" fmla="*/ 104033 w 5824982"/>
              <a:gd name="connsiteY19" fmla="*/ 2576584 h 2588914"/>
              <a:gd name="connsiteX20" fmla="*/ 150165 w 5824982"/>
              <a:gd name="connsiteY20" fmla="*/ 2586866 h 2588914"/>
              <a:gd name="connsiteX0" fmla="*/ 4764137 w 5824958"/>
              <a:gd name="connsiteY0" fmla="*/ 1023478 h 2588627"/>
              <a:gd name="connsiteX1" fmla="*/ 5264150 w 5824958"/>
              <a:gd name="connsiteY1" fmla="*/ 713455 h 2588627"/>
              <a:gd name="connsiteX2" fmla="*/ 5544158 w 5824958"/>
              <a:gd name="connsiteY2" fmla="*/ 403433 h 2588627"/>
              <a:gd name="connsiteX3" fmla="*/ 5824166 w 5824958"/>
              <a:gd name="connsiteY3" fmla="*/ 13404 h 2588627"/>
              <a:gd name="connsiteX4" fmla="*/ 5454156 w 5824958"/>
              <a:gd name="connsiteY4" fmla="*/ 103411 h 2588627"/>
              <a:gd name="connsiteX5" fmla="*/ 4644133 w 5824958"/>
              <a:gd name="connsiteY5" fmla="*/ 233420 h 2588627"/>
              <a:gd name="connsiteX6" fmla="*/ 4344125 w 5824958"/>
              <a:gd name="connsiteY6" fmla="*/ 463437 h 2588627"/>
              <a:gd name="connsiteX7" fmla="*/ 4114119 w 5824958"/>
              <a:gd name="connsiteY7" fmla="*/ 693454 h 2588627"/>
              <a:gd name="connsiteX8" fmla="*/ 3144092 w 5824958"/>
              <a:gd name="connsiteY8" fmla="*/ 793461 h 2588627"/>
              <a:gd name="connsiteX9" fmla="*/ 2684080 w 5824958"/>
              <a:gd name="connsiteY9" fmla="*/ 933471 h 2588627"/>
              <a:gd name="connsiteX10" fmla="*/ 2244068 w 5824958"/>
              <a:gd name="connsiteY10" fmla="*/ 1023479 h 2588627"/>
              <a:gd name="connsiteX11" fmla="*/ 1946191 w 5824958"/>
              <a:gd name="connsiteY11" fmla="*/ 1133486 h 2588627"/>
              <a:gd name="connsiteX12" fmla="*/ 1434866 w 5824958"/>
              <a:gd name="connsiteY12" fmla="*/ 1573518 h 2588627"/>
              <a:gd name="connsiteX13" fmla="*/ 958460 w 5824958"/>
              <a:gd name="connsiteY13" fmla="*/ 1737101 h 2588627"/>
              <a:gd name="connsiteX14" fmla="*/ 296357 w 5824958"/>
              <a:gd name="connsiteY14" fmla="*/ 2009535 h 2588627"/>
              <a:gd name="connsiteX15" fmla="*/ 134993 w 5824958"/>
              <a:gd name="connsiteY15" fmla="*/ 2107297 h 2588627"/>
              <a:gd name="connsiteX16" fmla="*/ 34147 w 5824958"/>
              <a:gd name="connsiteY16" fmla="*/ 2198277 h 2588627"/>
              <a:gd name="connsiteX17" fmla="*/ 585 w 5824958"/>
              <a:gd name="connsiteY17" fmla="*/ 2357693 h 2588627"/>
              <a:gd name="connsiteX18" fmla="*/ 19954 w 5824958"/>
              <a:gd name="connsiteY18" fmla="*/ 2476858 h 2588627"/>
              <a:gd name="connsiteX19" fmla="*/ 104009 w 5824958"/>
              <a:gd name="connsiteY19" fmla="*/ 2576584 h 2588627"/>
              <a:gd name="connsiteX20" fmla="*/ 150141 w 5824958"/>
              <a:gd name="connsiteY20" fmla="*/ 2586866 h 2588627"/>
              <a:gd name="connsiteX0" fmla="*/ 4764137 w 5824958"/>
              <a:gd name="connsiteY0" fmla="*/ 1023478 h 2608734"/>
              <a:gd name="connsiteX1" fmla="*/ 5264150 w 5824958"/>
              <a:gd name="connsiteY1" fmla="*/ 713455 h 2608734"/>
              <a:gd name="connsiteX2" fmla="*/ 5544158 w 5824958"/>
              <a:gd name="connsiteY2" fmla="*/ 403433 h 2608734"/>
              <a:gd name="connsiteX3" fmla="*/ 5824166 w 5824958"/>
              <a:gd name="connsiteY3" fmla="*/ 13404 h 2608734"/>
              <a:gd name="connsiteX4" fmla="*/ 5454156 w 5824958"/>
              <a:gd name="connsiteY4" fmla="*/ 103411 h 2608734"/>
              <a:gd name="connsiteX5" fmla="*/ 4644133 w 5824958"/>
              <a:gd name="connsiteY5" fmla="*/ 233420 h 2608734"/>
              <a:gd name="connsiteX6" fmla="*/ 4344125 w 5824958"/>
              <a:gd name="connsiteY6" fmla="*/ 463437 h 2608734"/>
              <a:gd name="connsiteX7" fmla="*/ 4114119 w 5824958"/>
              <a:gd name="connsiteY7" fmla="*/ 693454 h 2608734"/>
              <a:gd name="connsiteX8" fmla="*/ 3144092 w 5824958"/>
              <a:gd name="connsiteY8" fmla="*/ 793461 h 2608734"/>
              <a:gd name="connsiteX9" fmla="*/ 2684080 w 5824958"/>
              <a:gd name="connsiteY9" fmla="*/ 933471 h 2608734"/>
              <a:gd name="connsiteX10" fmla="*/ 2244068 w 5824958"/>
              <a:gd name="connsiteY10" fmla="*/ 1023479 h 2608734"/>
              <a:gd name="connsiteX11" fmla="*/ 1946191 w 5824958"/>
              <a:gd name="connsiteY11" fmla="*/ 1133486 h 2608734"/>
              <a:gd name="connsiteX12" fmla="*/ 1434866 w 5824958"/>
              <a:gd name="connsiteY12" fmla="*/ 1573518 h 2608734"/>
              <a:gd name="connsiteX13" fmla="*/ 958460 w 5824958"/>
              <a:gd name="connsiteY13" fmla="*/ 1737101 h 2608734"/>
              <a:gd name="connsiteX14" fmla="*/ 296357 w 5824958"/>
              <a:gd name="connsiteY14" fmla="*/ 2009535 h 2608734"/>
              <a:gd name="connsiteX15" fmla="*/ 134993 w 5824958"/>
              <a:gd name="connsiteY15" fmla="*/ 2107297 h 2608734"/>
              <a:gd name="connsiteX16" fmla="*/ 34147 w 5824958"/>
              <a:gd name="connsiteY16" fmla="*/ 2198277 h 2608734"/>
              <a:gd name="connsiteX17" fmla="*/ 585 w 5824958"/>
              <a:gd name="connsiteY17" fmla="*/ 2357693 h 2608734"/>
              <a:gd name="connsiteX18" fmla="*/ 19954 w 5824958"/>
              <a:gd name="connsiteY18" fmla="*/ 2476858 h 2608734"/>
              <a:gd name="connsiteX19" fmla="*/ 104009 w 5824958"/>
              <a:gd name="connsiteY19" fmla="*/ 2576584 h 2608734"/>
              <a:gd name="connsiteX20" fmla="*/ 150141 w 5824958"/>
              <a:gd name="connsiteY20" fmla="*/ 2608734 h 2608734"/>
              <a:gd name="connsiteX0" fmla="*/ 5264150 w 5824958"/>
              <a:gd name="connsiteY0" fmla="*/ 713455 h 2608734"/>
              <a:gd name="connsiteX1" fmla="*/ 5544158 w 5824958"/>
              <a:gd name="connsiteY1" fmla="*/ 403433 h 2608734"/>
              <a:gd name="connsiteX2" fmla="*/ 5824166 w 5824958"/>
              <a:gd name="connsiteY2" fmla="*/ 13404 h 2608734"/>
              <a:gd name="connsiteX3" fmla="*/ 5454156 w 5824958"/>
              <a:gd name="connsiteY3" fmla="*/ 103411 h 2608734"/>
              <a:gd name="connsiteX4" fmla="*/ 4644133 w 5824958"/>
              <a:gd name="connsiteY4" fmla="*/ 233420 h 2608734"/>
              <a:gd name="connsiteX5" fmla="*/ 4344125 w 5824958"/>
              <a:gd name="connsiteY5" fmla="*/ 463437 h 2608734"/>
              <a:gd name="connsiteX6" fmla="*/ 4114119 w 5824958"/>
              <a:gd name="connsiteY6" fmla="*/ 693454 h 2608734"/>
              <a:gd name="connsiteX7" fmla="*/ 3144092 w 5824958"/>
              <a:gd name="connsiteY7" fmla="*/ 793461 h 2608734"/>
              <a:gd name="connsiteX8" fmla="*/ 2684080 w 5824958"/>
              <a:gd name="connsiteY8" fmla="*/ 933471 h 2608734"/>
              <a:gd name="connsiteX9" fmla="*/ 2244068 w 5824958"/>
              <a:gd name="connsiteY9" fmla="*/ 1023479 h 2608734"/>
              <a:gd name="connsiteX10" fmla="*/ 1946191 w 5824958"/>
              <a:gd name="connsiteY10" fmla="*/ 1133486 h 2608734"/>
              <a:gd name="connsiteX11" fmla="*/ 1434866 w 5824958"/>
              <a:gd name="connsiteY11" fmla="*/ 1573518 h 2608734"/>
              <a:gd name="connsiteX12" fmla="*/ 958460 w 5824958"/>
              <a:gd name="connsiteY12" fmla="*/ 1737101 h 2608734"/>
              <a:gd name="connsiteX13" fmla="*/ 296357 w 5824958"/>
              <a:gd name="connsiteY13" fmla="*/ 2009535 h 2608734"/>
              <a:gd name="connsiteX14" fmla="*/ 134993 w 5824958"/>
              <a:gd name="connsiteY14" fmla="*/ 2107297 h 2608734"/>
              <a:gd name="connsiteX15" fmla="*/ 34147 w 5824958"/>
              <a:gd name="connsiteY15" fmla="*/ 2198277 h 2608734"/>
              <a:gd name="connsiteX16" fmla="*/ 585 w 5824958"/>
              <a:gd name="connsiteY16" fmla="*/ 2357693 h 2608734"/>
              <a:gd name="connsiteX17" fmla="*/ 19954 w 5824958"/>
              <a:gd name="connsiteY17" fmla="*/ 2476858 h 2608734"/>
              <a:gd name="connsiteX18" fmla="*/ 104009 w 5824958"/>
              <a:gd name="connsiteY18" fmla="*/ 2576584 h 2608734"/>
              <a:gd name="connsiteX19" fmla="*/ 150141 w 5824958"/>
              <a:gd name="connsiteY19" fmla="*/ 2608734 h 2608734"/>
              <a:gd name="connsiteX0" fmla="*/ 5029716 w 5825132"/>
              <a:gd name="connsiteY0" fmla="*/ 946128 h 2608734"/>
              <a:gd name="connsiteX1" fmla="*/ 5544158 w 5825132"/>
              <a:gd name="connsiteY1" fmla="*/ 403433 h 2608734"/>
              <a:gd name="connsiteX2" fmla="*/ 5824166 w 5825132"/>
              <a:gd name="connsiteY2" fmla="*/ 13404 h 2608734"/>
              <a:gd name="connsiteX3" fmla="*/ 5454156 w 5825132"/>
              <a:gd name="connsiteY3" fmla="*/ 103411 h 2608734"/>
              <a:gd name="connsiteX4" fmla="*/ 4644133 w 5825132"/>
              <a:gd name="connsiteY4" fmla="*/ 233420 h 2608734"/>
              <a:gd name="connsiteX5" fmla="*/ 4344125 w 5825132"/>
              <a:gd name="connsiteY5" fmla="*/ 463437 h 2608734"/>
              <a:gd name="connsiteX6" fmla="*/ 4114119 w 5825132"/>
              <a:gd name="connsiteY6" fmla="*/ 693454 h 2608734"/>
              <a:gd name="connsiteX7" fmla="*/ 3144092 w 5825132"/>
              <a:gd name="connsiteY7" fmla="*/ 793461 h 2608734"/>
              <a:gd name="connsiteX8" fmla="*/ 2684080 w 5825132"/>
              <a:gd name="connsiteY8" fmla="*/ 933471 h 2608734"/>
              <a:gd name="connsiteX9" fmla="*/ 2244068 w 5825132"/>
              <a:gd name="connsiteY9" fmla="*/ 1023479 h 2608734"/>
              <a:gd name="connsiteX10" fmla="*/ 1946191 w 5825132"/>
              <a:gd name="connsiteY10" fmla="*/ 1133486 h 2608734"/>
              <a:gd name="connsiteX11" fmla="*/ 1434866 w 5825132"/>
              <a:gd name="connsiteY11" fmla="*/ 1573518 h 2608734"/>
              <a:gd name="connsiteX12" fmla="*/ 958460 w 5825132"/>
              <a:gd name="connsiteY12" fmla="*/ 1737101 h 2608734"/>
              <a:gd name="connsiteX13" fmla="*/ 296357 w 5825132"/>
              <a:gd name="connsiteY13" fmla="*/ 2009535 h 2608734"/>
              <a:gd name="connsiteX14" fmla="*/ 134993 w 5825132"/>
              <a:gd name="connsiteY14" fmla="*/ 2107297 h 2608734"/>
              <a:gd name="connsiteX15" fmla="*/ 34147 w 5825132"/>
              <a:gd name="connsiteY15" fmla="*/ 2198277 h 2608734"/>
              <a:gd name="connsiteX16" fmla="*/ 585 w 5825132"/>
              <a:gd name="connsiteY16" fmla="*/ 2357693 h 2608734"/>
              <a:gd name="connsiteX17" fmla="*/ 19954 w 5825132"/>
              <a:gd name="connsiteY17" fmla="*/ 2476858 h 2608734"/>
              <a:gd name="connsiteX18" fmla="*/ 104009 w 5825132"/>
              <a:gd name="connsiteY18" fmla="*/ 2576584 h 2608734"/>
              <a:gd name="connsiteX19" fmla="*/ 150141 w 5825132"/>
              <a:gd name="connsiteY19" fmla="*/ 2608734 h 260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825132" h="2608734">
                <a:moveTo>
                  <a:pt x="5029716" y="946128"/>
                </a:moveTo>
                <a:cubicBezTo>
                  <a:pt x="5159719" y="842787"/>
                  <a:pt x="5411750" y="558887"/>
                  <a:pt x="5544158" y="403433"/>
                </a:cubicBezTo>
                <a:cubicBezTo>
                  <a:pt x="5676566" y="247979"/>
                  <a:pt x="5839166" y="63408"/>
                  <a:pt x="5824166" y="13404"/>
                </a:cubicBezTo>
                <a:cubicBezTo>
                  <a:pt x="5809166" y="-36600"/>
                  <a:pt x="5650828" y="66742"/>
                  <a:pt x="5454156" y="103411"/>
                </a:cubicBezTo>
                <a:cubicBezTo>
                  <a:pt x="5257484" y="140080"/>
                  <a:pt x="4829138" y="173416"/>
                  <a:pt x="4644133" y="233420"/>
                </a:cubicBezTo>
                <a:cubicBezTo>
                  <a:pt x="4459128" y="293424"/>
                  <a:pt x="4432461" y="386765"/>
                  <a:pt x="4344125" y="463437"/>
                </a:cubicBezTo>
                <a:cubicBezTo>
                  <a:pt x="4255789" y="540109"/>
                  <a:pt x="4314124" y="638450"/>
                  <a:pt x="4114119" y="693454"/>
                </a:cubicBezTo>
                <a:cubicBezTo>
                  <a:pt x="3914113" y="748458"/>
                  <a:pt x="3382432" y="753458"/>
                  <a:pt x="3144092" y="793461"/>
                </a:cubicBezTo>
                <a:cubicBezTo>
                  <a:pt x="2905752" y="833464"/>
                  <a:pt x="2834084" y="895135"/>
                  <a:pt x="2684080" y="933471"/>
                </a:cubicBezTo>
                <a:cubicBezTo>
                  <a:pt x="2534076" y="971807"/>
                  <a:pt x="2367050" y="990143"/>
                  <a:pt x="2244068" y="1023479"/>
                </a:cubicBezTo>
                <a:cubicBezTo>
                  <a:pt x="2121086" y="1056815"/>
                  <a:pt x="2081058" y="1041813"/>
                  <a:pt x="1946191" y="1133486"/>
                </a:cubicBezTo>
                <a:cubicBezTo>
                  <a:pt x="1811324" y="1225159"/>
                  <a:pt x="1599488" y="1472916"/>
                  <a:pt x="1434866" y="1573518"/>
                </a:cubicBezTo>
                <a:cubicBezTo>
                  <a:pt x="1270244" y="1674120"/>
                  <a:pt x="1148211" y="1664432"/>
                  <a:pt x="958460" y="1737101"/>
                </a:cubicBezTo>
                <a:cubicBezTo>
                  <a:pt x="768709" y="1809770"/>
                  <a:pt x="433601" y="1947836"/>
                  <a:pt x="296357" y="2009535"/>
                </a:cubicBezTo>
                <a:cubicBezTo>
                  <a:pt x="159113" y="2071234"/>
                  <a:pt x="178695" y="2075840"/>
                  <a:pt x="134993" y="2107297"/>
                </a:cubicBezTo>
                <a:cubicBezTo>
                  <a:pt x="91291" y="2138754"/>
                  <a:pt x="56548" y="2156544"/>
                  <a:pt x="34147" y="2198277"/>
                </a:cubicBezTo>
                <a:cubicBezTo>
                  <a:pt x="11746" y="2240010"/>
                  <a:pt x="2950" y="2311263"/>
                  <a:pt x="585" y="2357693"/>
                </a:cubicBezTo>
                <a:cubicBezTo>
                  <a:pt x="-1780" y="2404123"/>
                  <a:pt x="2717" y="2440376"/>
                  <a:pt x="19954" y="2476858"/>
                </a:cubicBezTo>
                <a:cubicBezTo>
                  <a:pt x="37191" y="2513340"/>
                  <a:pt x="82311" y="2554605"/>
                  <a:pt x="104009" y="2576584"/>
                </a:cubicBezTo>
                <a:cubicBezTo>
                  <a:pt x="125707" y="2598563"/>
                  <a:pt x="150141" y="2608734"/>
                  <a:pt x="150141" y="2608734"/>
                </a:cubicBezTo>
              </a:path>
            </a:pathLst>
          </a:cu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809218" y="3527839"/>
            <a:ext cx="7784705" cy="3120095"/>
          </a:xfrm>
          <a:custGeom>
            <a:avLst/>
            <a:gdLst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060111 w 5530663"/>
              <a:gd name="connsiteY8" fmla="*/ 1860135 h 2528939"/>
              <a:gd name="connsiteX9" fmla="*/ 3990109 w 5530663"/>
              <a:gd name="connsiteY9" fmla="*/ 1630118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060111 w 5530663"/>
              <a:gd name="connsiteY8" fmla="*/ 1860135 h 2528939"/>
              <a:gd name="connsiteX9" fmla="*/ 4071259 w 5530663"/>
              <a:gd name="connsiteY9" fmla="*/ 1492355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200280 w 5530663"/>
              <a:gd name="connsiteY8" fmla="*/ 1860135 h 2528939"/>
              <a:gd name="connsiteX9" fmla="*/ 4071259 w 5530663"/>
              <a:gd name="connsiteY9" fmla="*/ 1492355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200280 w 5530663"/>
              <a:gd name="connsiteY8" fmla="*/ 1860135 h 2528939"/>
              <a:gd name="connsiteX9" fmla="*/ 4004863 w 5530663"/>
              <a:gd name="connsiteY9" fmla="*/ 1500008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760021 w 5530663"/>
              <a:gd name="connsiteY12" fmla="*/ 540039 h 2528939"/>
              <a:gd name="connsiteX13" fmla="*/ 370010 w 5530663"/>
              <a:gd name="connsiteY13" fmla="*/ 350025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370010 w 5530663"/>
              <a:gd name="connsiteY13" fmla="*/ 350025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443782 w 5530663"/>
              <a:gd name="connsiteY13" fmla="*/ 273490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443782 w 5530663"/>
              <a:gd name="connsiteY13" fmla="*/ 273490 h 2528939"/>
              <a:gd name="connsiteX14" fmla="*/ 224269 w 5530663"/>
              <a:gd name="connsiteY14" fmla="*/ 150523 h 2528939"/>
              <a:gd name="connsiteX15" fmla="*/ 0 w 5530663"/>
              <a:gd name="connsiteY15" fmla="*/ 0 h 2528939"/>
              <a:gd name="connsiteX0" fmla="*/ 4650127 w 5530685"/>
              <a:gd name="connsiteY0" fmla="*/ 1470107 h 2528939"/>
              <a:gd name="connsiteX1" fmla="*/ 4990137 w 5530685"/>
              <a:gd name="connsiteY1" fmla="*/ 1790130 h 2528939"/>
              <a:gd name="connsiteX2" fmla="*/ 5150141 w 5530685"/>
              <a:gd name="connsiteY2" fmla="*/ 2230162 h 2528939"/>
              <a:gd name="connsiteX3" fmla="*/ 5530151 w 5530685"/>
              <a:gd name="connsiteY3" fmla="*/ 2460179 h 2528939"/>
              <a:gd name="connsiteX4" fmla="*/ 5060139 w 5530685"/>
              <a:gd name="connsiteY4" fmla="*/ 2520183 h 2528939"/>
              <a:gd name="connsiteX5" fmla="*/ 4420121 w 5530685"/>
              <a:gd name="connsiteY5" fmla="*/ 2300167 h 2528939"/>
              <a:gd name="connsiteX6" fmla="*/ 4200280 w 5530685"/>
              <a:gd name="connsiteY6" fmla="*/ 1860135 h 2528939"/>
              <a:gd name="connsiteX7" fmla="*/ 4004863 w 5530685"/>
              <a:gd name="connsiteY7" fmla="*/ 1500008 h 2528939"/>
              <a:gd name="connsiteX8" fmla="*/ 2950081 w 5530685"/>
              <a:gd name="connsiteY8" fmla="*/ 1330097 h 2528939"/>
              <a:gd name="connsiteX9" fmla="*/ 2240061 w 5530685"/>
              <a:gd name="connsiteY9" fmla="*/ 1130082 h 2528939"/>
              <a:gd name="connsiteX10" fmla="*/ 1470040 w 5530685"/>
              <a:gd name="connsiteY10" fmla="*/ 900065 h 2528939"/>
              <a:gd name="connsiteX11" fmla="*/ 951830 w 5530685"/>
              <a:gd name="connsiteY11" fmla="*/ 501772 h 2528939"/>
              <a:gd name="connsiteX12" fmla="*/ 443782 w 5530685"/>
              <a:gd name="connsiteY12" fmla="*/ 273490 h 2528939"/>
              <a:gd name="connsiteX13" fmla="*/ 224269 w 5530685"/>
              <a:gd name="connsiteY13" fmla="*/ 150523 h 2528939"/>
              <a:gd name="connsiteX14" fmla="*/ 0 w 5530685"/>
              <a:gd name="connsiteY14" fmla="*/ 0 h 2528939"/>
              <a:gd name="connsiteX0" fmla="*/ 4650127 w 5530484"/>
              <a:gd name="connsiteY0" fmla="*/ 1470107 h 2546218"/>
              <a:gd name="connsiteX1" fmla="*/ 4990137 w 5530484"/>
              <a:gd name="connsiteY1" fmla="*/ 1790130 h 2546218"/>
              <a:gd name="connsiteX2" fmla="*/ 5530151 w 5530484"/>
              <a:gd name="connsiteY2" fmla="*/ 2460179 h 2546218"/>
              <a:gd name="connsiteX3" fmla="*/ 5060139 w 5530484"/>
              <a:gd name="connsiteY3" fmla="*/ 2520183 h 2546218"/>
              <a:gd name="connsiteX4" fmla="*/ 4420121 w 5530484"/>
              <a:gd name="connsiteY4" fmla="*/ 2300167 h 2546218"/>
              <a:gd name="connsiteX5" fmla="*/ 4200280 w 5530484"/>
              <a:gd name="connsiteY5" fmla="*/ 1860135 h 2546218"/>
              <a:gd name="connsiteX6" fmla="*/ 4004863 w 5530484"/>
              <a:gd name="connsiteY6" fmla="*/ 1500008 h 2546218"/>
              <a:gd name="connsiteX7" fmla="*/ 2950081 w 5530484"/>
              <a:gd name="connsiteY7" fmla="*/ 1330097 h 2546218"/>
              <a:gd name="connsiteX8" fmla="*/ 2240061 w 5530484"/>
              <a:gd name="connsiteY8" fmla="*/ 1130082 h 2546218"/>
              <a:gd name="connsiteX9" fmla="*/ 1470040 w 5530484"/>
              <a:gd name="connsiteY9" fmla="*/ 900065 h 2546218"/>
              <a:gd name="connsiteX10" fmla="*/ 951830 w 5530484"/>
              <a:gd name="connsiteY10" fmla="*/ 501772 h 2546218"/>
              <a:gd name="connsiteX11" fmla="*/ 443782 w 5530484"/>
              <a:gd name="connsiteY11" fmla="*/ 273490 h 2546218"/>
              <a:gd name="connsiteX12" fmla="*/ 224269 w 5530484"/>
              <a:gd name="connsiteY12" fmla="*/ 150523 h 2546218"/>
              <a:gd name="connsiteX13" fmla="*/ 0 w 5530484"/>
              <a:gd name="connsiteY13" fmla="*/ 0 h 2546218"/>
              <a:gd name="connsiteX0" fmla="*/ 4650127 w 5530484"/>
              <a:gd name="connsiteY0" fmla="*/ 1470107 h 2539014"/>
              <a:gd name="connsiteX1" fmla="*/ 4990137 w 5530484"/>
              <a:gd name="connsiteY1" fmla="*/ 1927892 h 2539014"/>
              <a:gd name="connsiteX2" fmla="*/ 5530151 w 5530484"/>
              <a:gd name="connsiteY2" fmla="*/ 2460179 h 2539014"/>
              <a:gd name="connsiteX3" fmla="*/ 5060139 w 5530484"/>
              <a:gd name="connsiteY3" fmla="*/ 2520183 h 2539014"/>
              <a:gd name="connsiteX4" fmla="*/ 4420121 w 5530484"/>
              <a:gd name="connsiteY4" fmla="*/ 2300167 h 2539014"/>
              <a:gd name="connsiteX5" fmla="*/ 4200280 w 5530484"/>
              <a:gd name="connsiteY5" fmla="*/ 1860135 h 2539014"/>
              <a:gd name="connsiteX6" fmla="*/ 4004863 w 5530484"/>
              <a:gd name="connsiteY6" fmla="*/ 1500008 h 2539014"/>
              <a:gd name="connsiteX7" fmla="*/ 2950081 w 5530484"/>
              <a:gd name="connsiteY7" fmla="*/ 1330097 h 2539014"/>
              <a:gd name="connsiteX8" fmla="*/ 2240061 w 5530484"/>
              <a:gd name="connsiteY8" fmla="*/ 1130082 h 2539014"/>
              <a:gd name="connsiteX9" fmla="*/ 1470040 w 5530484"/>
              <a:gd name="connsiteY9" fmla="*/ 900065 h 2539014"/>
              <a:gd name="connsiteX10" fmla="*/ 951830 w 5530484"/>
              <a:gd name="connsiteY10" fmla="*/ 501772 h 2539014"/>
              <a:gd name="connsiteX11" fmla="*/ 443782 w 5530484"/>
              <a:gd name="connsiteY11" fmla="*/ 273490 h 2539014"/>
              <a:gd name="connsiteX12" fmla="*/ 224269 w 5530484"/>
              <a:gd name="connsiteY12" fmla="*/ 150523 h 2539014"/>
              <a:gd name="connsiteX13" fmla="*/ 0 w 5530484"/>
              <a:gd name="connsiteY13" fmla="*/ 0 h 2539014"/>
              <a:gd name="connsiteX0" fmla="*/ 4650127 w 5530469"/>
              <a:gd name="connsiteY0" fmla="*/ 1470107 h 2541230"/>
              <a:gd name="connsiteX1" fmla="*/ 4990137 w 5530469"/>
              <a:gd name="connsiteY1" fmla="*/ 1927892 h 2541230"/>
              <a:gd name="connsiteX2" fmla="*/ 5530151 w 5530469"/>
              <a:gd name="connsiteY2" fmla="*/ 2460179 h 2541230"/>
              <a:gd name="connsiteX3" fmla="*/ 5060139 w 5530469"/>
              <a:gd name="connsiteY3" fmla="*/ 2520183 h 2541230"/>
              <a:gd name="connsiteX4" fmla="*/ 4508648 w 5530469"/>
              <a:gd name="connsiteY4" fmla="*/ 2269554 h 2541230"/>
              <a:gd name="connsiteX5" fmla="*/ 4200280 w 5530469"/>
              <a:gd name="connsiteY5" fmla="*/ 1860135 h 2541230"/>
              <a:gd name="connsiteX6" fmla="*/ 4004863 w 5530469"/>
              <a:gd name="connsiteY6" fmla="*/ 1500008 h 2541230"/>
              <a:gd name="connsiteX7" fmla="*/ 2950081 w 5530469"/>
              <a:gd name="connsiteY7" fmla="*/ 1330097 h 2541230"/>
              <a:gd name="connsiteX8" fmla="*/ 2240061 w 5530469"/>
              <a:gd name="connsiteY8" fmla="*/ 1130082 h 2541230"/>
              <a:gd name="connsiteX9" fmla="*/ 1470040 w 5530469"/>
              <a:gd name="connsiteY9" fmla="*/ 900065 h 2541230"/>
              <a:gd name="connsiteX10" fmla="*/ 951830 w 5530469"/>
              <a:gd name="connsiteY10" fmla="*/ 501772 h 2541230"/>
              <a:gd name="connsiteX11" fmla="*/ 443782 w 5530469"/>
              <a:gd name="connsiteY11" fmla="*/ 273490 h 2541230"/>
              <a:gd name="connsiteX12" fmla="*/ 224269 w 5530469"/>
              <a:gd name="connsiteY12" fmla="*/ 150523 h 2541230"/>
              <a:gd name="connsiteX13" fmla="*/ 0 w 5530469"/>
              <a:gd name="connsiteY13" fmla="*/ 0 h 2541230"/>
              <a:gd name="connsiteX0" fmla="*/ 4650127 w 5530159"/>
              <a:gd name="connsiteY0" fmla="*/ 1470107 h 2544218"/>
              <a:gd name="connsiteX1" fmla="*/ 5071287 w 5530159"/>
              <a:gd name="connsiteY1" fmla="*/ 1866664 h 2544218"/>
              <a:gd name="connsiteX2" fmla="*/ 5530151 w 5530159"/>
              <a:gd name="connsiteY2" fmla="*/ 2460179 h 2544218"/>
              <a:gd name="connsiteX3" fmla="*/ 5060139 w 5530159"/>
              <a:gd name="connsiteY3" fmla="*/ 2520183 h 2544218"/>
              <a:gd name="connsiteX4" fmla="*/ 4508648 w 5530159"/>
              <a:gd name="connsiteY4" fmla="*/ 2269554 h 2544218"/>
              <a:gd name="connsiteX5" fmla="*/ 4200280 w 5530159"/>
              <a:gd name="connsiteY5" fmla="*/ 1860135 h 2544218"/>
              <a:gd name="connsiteX6" fmla="*/ 4004863 w 5530159"/>
              <a:gd name="connsiteY6" fmla="*/ 1500008 h 2544218"/>
              <a:gd name="connsiteX7" fmla="*/ 2950081 w 5530159"/>
              <a:gd name="connsiteY7" fmla="*/ 1330097 h 2544218"/>
              <a:gd name="connsiteX8" fmla="*/ 2240061 w 5530159"/>
              <a:gd name="connsiteY8" fmla="*/ 1130082 h 2544218"/>
              <a:gd name="connsiteX9" fmla="*/ 1470040 w 5530159"/>
              <a:gd name="connsiteY9" fmla="*/ 900065 h 2544218"/>
              <a:gd name="connsiteX10" fmla="*/ 951830 w 5530159"/>
              <a:gd name="connsiteY10" fmla="*/ 501772 h 2544218"/>
              <a:gd name="connsiteX11" fmla="*/ 443782 w 5530159"/>
              <a:gd name="connsiteY11" fmla="*/ 273490 h 2544218"/>
              <a:gd name="connsiteX12" fmla="*/ 224269 w 5530159"/>
              <a:gd name="connsiteY12" fmla="*/ 150523 h 2544218"/>
              <a:gd name="connsiteX13" fmla="*/ 0 w 5530159"/>
              <a:gd name="connsiteY13" fmla="*/ 0 h 2544218"/>
              <a:gd name="connsiteX0" fmla="*/ 4650127 w 5530176"/>
              <a:gd name="connsiteY0" fmla="*/ 1470107 h 2503141"/>
              <a:gd name="connsiteX1" fmla="*/ 5071287 w 5530176"/>
              <a:gd name="connsiteY1" fmla="*/ 1866664 h 2503141"/>
              <a:gd name="connsiteX2" fmla="*/ 5530151 w 5530176"/>
              <a:gd name="connsiteY2" fmla="*/ 2460179 h 2503141"/>
              <a:gd name="connsiteX3" fmla="*/ 5089648 w 5530176"/>
              <a:gd name="connsiteY3" fmla="*/ 2435995 h 2503141"/>
              <a:gd name="connsiteX4" fmla="*/ 4508648 w 5530176"/>
              <a:gd name="connsiteY4" fmla="*/ 2269554 h 2503141"/>
              <a:gd name="connsiteX5" fmla="*/ 4200280 w 5530176"/>
              <a:gd name="connsiteY5" fmla="*/ 1860135 h 2503141"/>
              <a:gd name="connsiteX6" fmla="*/ 4004863 w 5530176"/>
              <a:gd name="connsiteY6" fmla="*/ 1500008 h 2503141"/>
              <a:gd name="connsiteX7" fmla="*/ 2950081 w 5530176"/>
              <a:gd name="connsiteY7" fmla="*/ 1330097 h 2503141"/>
              <a:gd name="connsiteX8" fmla="*/ 2240061 w 5530176"/>
              <a:gd name="connsiteY8" fmla="*/ 1130082 h 2503141"/>
              <a:gd name="connsiteX9" fmla="*/ 1470040 w 5530176"/>
              <a:gd name="connsiteY9" fmla="*/ 900065 h 2503141"/>
              <a:gd name="connsiteX10" fmla="*/ 951830 w 5530176"/>
              <a:gd name="connsiteY10" fmla="*/ 501772 h 2503141"/>
              <a:gd name="connsiteX11" fmla="*/ 443782 w 5530176"/>
              <a:gd name="connsiteY11" fmla="*/ 273490 h 2503141"/>
              <a:gd name="connsiteX12" fmla="*/ 224269 w 5530176"/>
              <a:gd name="connsiteY12" fmla="*/ 150523 h 2503141"/>
              <a:gd name="connsiteX13" fmla="*/ 0 w 5530176"/>
              <a:gd name="connsiteY13" fmla="*/ 0 h 2503141"/>
              <a:gd name="connsiteX0" fmla="*/ 4770896 w 5530176"/>
              <a:gd name="connsiteY0" fmla="*/ 1277549 h 2503141"/>
              <a:gd name="connsiteX1" fmla="*/ 5071287 w 5530176"/>
              <a:gd name="connsiteY1" fmla="*/ 1866664 h 2503141"/>
              <a:gd name="connsiteX2" fmla="*/ 5530151 w 5530176"/>
              <a:gd name="connsiteY2" fmla="*/ 2460179 h 2503141"/>
              <a:gd name="connsiteX3" fmla="*/ 5089648 w 5530176"/>
              <a:gd name="connsiteY3" fmla="*/ 2435995 h 2503141"/>
              <a:gd name="connsiteX4" fmla="*/ 4508648 w 5530176"/>
              <a:gd name="connsiteY4" fmla="*/ 2269554 h 2503141"/>
              <a:gd name="connsiteX5" fmla="*/ 4200280 w 5530176"/>
              <a:gd name="connsiteY5" fmla="*/ 1860135 h 2503141"/>
              <a:gd name="connsiteX6" fmla="*/ 4004863 w 5530176"/>
              <a:gd name="connsiteY6" fmla="*/ 1500008 h 2503141"/>
              <a:gd name="connsiteX7" fmla="*/ 2950081 w 5530176"/>
              <a:gd name="connsiteY7" fmla="*/ 1330097 h 2503141"/>
              <a:gd name="connsiteX8" fmla="*/ 2240061 w 5530176"/>
              <a:gd name="connsiteY8" fmla="*/ 1130082 h 2503141"/>
              <a:gd name="connsiteX9" fmla="*/ 1470040 w 5530176"/>
              <a:gd name="connsiteY9" fmla="*/ 900065 h 2503141"/>
              <a:gd name="connsiteX10" fmla="*/ 951830 w 5530176"/>
              <a:gd name="connsiteY10" fmla="*/ 501772 h 2503141"/>
              <a:gd name="connsiteX11" fmla="*/ 443782 w 5530176"/>
              <a:gd name="connsiteY11" fmla="*/ 273490 h 2503141"/>
              <a:gd name="connsiteX12" fmla="*/ 224269 w 5530176"/>
              <a:gd name="connsiteY12" fmla="*/ 150523 h 2503141"/>
              <a:gd name="connsiteX13" fmla="*/ 0 w 5530176"/>
              <a:gd name="connsiteY13" fmla="*/ 0 h 2503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30176" h="2503141">
                <a:moveTo>
                  <a:pt x="4770896" y="1277549"/>
                </a:moveTo>
                <a:cubicBezTo>
                  <a:pt x="4870899" y="1334220"/>
                  <a:pt x="4944745" y="1669559"/>
                  <a:pt x="5071287" y="1866664"/>
                </a:cubicBezTo>
                <a:cubicBezTo>
                  <a:pt x="5197829" y="2063769"/>
                  <a:pt x="5527091" y="2365291"/>
                  <a:pt x="5530151" y="2460179"/>
                </a:cubicBezTo>
                <a:cubicBezTo>
                  <a:pt x="5533211" y="2555067"/>
                  <a:pt x="5259899" y="2467766"/>
                  <a:pt x="5089648" y="2435995"/>
                </a:cubicBezTo>
                <a:cubicBezTo>
                  <a:pt x="4919398" y="2404224"/>
                  <a:pt x="4656876" y="2365531"/>
                  <a:pt x="4508648" y="2269554"/>
                </a:cubicBezTo>
                <a:cubicBezTo>
                  <a:pt x="4360420" y="2173577"/>
                  <a:pt x="4284244" y="1988393"/>
                  <a:pt x="4200280" y="1860135"/>
                </a:cubicBezTo>
                <a:cubicBezTo>
                  <a:pt x="4116316" y="1731877"/>
                  <a:pt x="4213229" y="1588348"/>
                  <a:pt x="4004863" y="1500008"/>
                </a:cubicBezTo>
                <a:cubicBezTo>
                  <a:pt x="3796497" y="1411668"/>
                  <a:pt x="3244215" y="1391751"/>
                  <a:pt x="2950081" y="1330097"/>
                </a:cubicBezTo>
                <a:cubicBezTo>
                  <a:pt x="2655947" y="1268443"/>
                  <a:pt x="2476734" y="1196754"/>
                  <a:pt x="2240061" y="1130082"/>
                </a:cubicBezTo>
                <a:cubicBezTo>
                  <a:pt x="1993387" y="1058410"/>
                  <a:pt x="1684745" y="1004783"/>
                  <a:pt x="1470040" y="900065"/>
                </a:cubicBezTo>
                <a:cubicBezTo>
                  <a:pt x="1255335" y="795347"/>
                  <a:pt x="1122873" y="606201"/>
                  <a:pt x="951830" y="501772"/>
                </a:cubicBezTo>
                <a:cubicBezTo>
                  <a:pt x="780787" y="397343"/>
                  <a:pt x="565042" y="332032"/>
                  <a:pt x="443782" y="273490"/>
                </a:cubicBezTo>
                <a:cubicBezTo>
                  <a:pt x="322522" y="214949"/>
                  <a:pt x="298233" y="196105"/>
                  <a:pt x="224269" y="150523"/>
                </a:cubicBezTo>
                <a:cubicBezTo>
                  <a:pt x="150305" y="104941"/>
                  <a:pt x="0" y="0"/>
                  <a:pt x="0" y="0"/>
                </a:cubicBezTo>
              </a:path>
            </a:pathLst>
          </a:cu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 rot="20815258">
            <a:off x="2346680" y="2027310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 rot="14277003">
            <a:off x="2398766" y="4128154"/>
            <a:ext cx="804360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980027" y="1170086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502436" y="1139566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273837" y="1213108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 rot="21259661">
            <a:off x="1131765" y="2698726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1947986">
            <a:off x="1041548" y="3640245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734285" y="3681268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09670" y="1431501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442435" y="37599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1350037" y="3708303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1115877" y="3708303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4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874" y="2083974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664375" y="1352440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4058822" y="2654624"/>
                  <a:ext cx="2033429" cy="870628"/>
                  <a:chOff x="3995920" y="2579384"/>
                  <a:chExt cx="2033429" cy="870628"/>
                </a:xfrm>
                <a:solidFill>
                  <a:schemeClr val="tx1"/>
                </a:solidFill>
              </p:grpSpPr>
              <p:sp>
                <p:nvSpPr>
                  <p:cNvPr id="14" name="Oval 13"/>
                  <p:cNvSpPr/>
                  <p:nvPr/>
                </p:nvSpPr>
                <p:spPr>
                  <a:xfrm>
                    <a:off x="5800750" y="3221413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1" name="Oval 90"/>
                  <p:cNvSpPr/>
                  <p:nvPr/>
                </p:nvSpPr>
                <p:spPr>
                  <a:xfrm>
                    <a:off x="4586757" y="3126047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Oval 91"/>
                  <p:cNvSpPr/>
                  <p:nvPr/>
                </p:nvSpPr>
                <p:spPr>
                  <a:xfrm>
                    <a:off x="3995920" y="2579384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80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/>
        </p:nvGrpSpPr>
        <p:grpSpPr>
          <a:xfrm>
            <a:off x="2304164" y="719583"/>
            <a:ext cx="4628801" cy="2450648"/>
            <a:chOff x="4763408" y="4265092"/>
            <a:chExt cx="4220164" cy="2426776"/>
          </a:xfrm>
        </p:grpSpPr>
        <p:grpSp>
          <p:nvGrpSpPr>
            <p:cNvPr id="108" name="Group 107"/>
            <p:cNvGrpSpPr/>
            <p:nvPr/>
          </p:nvGrpSpPr>
          <p:grpSpPr>
            <a:xfrm>
              <a:off x="4763408" y="4265092"/>
              <a:ext cx="4220164" cy="2426776"/>
              <a:chOff x="3343406" y="2701151"/>
              <a:chExt cx="4220162" cy="2426777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0" name="Freeform 109"/>
              <p:cNvSpPr/>
              <p:nvPr/>
            </p:nvSpPr>
            <p:spPr>
              <a:xfrm>
                <a:off x="5492488" y="2984391"/>
                <a:ext cx="2071080" cy="1825623"/>
              </a:xfrm>
              <a:custGeom>
                <a:avLst/>
                <a:gdLst>
                  <a:gd name="connsiteX0" fmla="*/ 1446825 w 2572158"/>
                  <a:gd name="connsiteY0" fmla="*/ 73693 h 2309446"/>
                  <a:gd name="connsiteX1" fmla="*/ 1728148 w 2572158"/>
                  <a:gd name="connsiteY1" fmla="*/ 1356 h 2309446"/>
                  <a:gd name="connsiteX2" fmla="*/ 2162189 w 2572158"/>
                  <a:gd name="connsiteY2" fmla="*/ 129956 h 2309446"/>
                  <a:gd name="connsiteX3" fmla="*/ 2427436 w 2572158"/>
                  <a:gd name="connsiteY3" fmla="*/ 355006 h 2309446"/>
                  <a:gd name="connsiteX4" fmla="*/ 2491739 w 2572158"/>
                  <a:gd name="connsiteY4" fmla="*/ 580056 h 2309446"/>
                  <a:gd name="connsiteX5" fmla="*/ 2411361 w 2572158"/>
                  <a:gd name="connsiteY5" fmla="*/ 748844 h 2309446"/>
                  <a:gd name="connsiteX6" fmla="*/ 2515852 w 2572158"/>
                  <a:gd name="connsiteY6" fmla="*/ 877444 h 2309446"/>
                  <a:gd name="connsiteX7" fmla="*/ 2572116 w 2572158"/>
                  <a:gd name="connsiteY7" fmla="*/ 1166794 h 2309446"/>
                  <a:gd name="connsiteX8" fmla="*/ 2507814 w 2572158"/>
                  <a:gd name="connsiteY8" fmla="*/ 1391844 h 2309446"/>
                  <a:gd name="connsiteX9" fmla="*/ 2371172 w 2572158"/>
                  <a:gd name="connsiteY9" fmla="*/ 1512407 h 2309446"/>
                  <a:gd name="connsiteX10" fmla="*/ 2467625 w 2572158"/>
                  <a:gd name="connsiteY10" fmla="*/ 1641007 h 2309446"/>
                  <a:gd name="connsiteX11" fmla="*/ 2443512 w 2572158"/>
                  <a:gd name="connsiteY11" fmla="*/ 1914282 h 2309446"/>
                  <a:gd name="connsiteX12" fmla="*/ 2138075 w 2572158"/>
                  <a:gd name="connsiteY12" fmla="*/ 2203632 h 2309446"/>
                  <a:gd name="connsiteX13" fmla="*/ 1800488 w 2572158"/>
                  <a:gd name="connsiteY13" fmla="*/ 2308119 h 2309446"/>
                  <a:gd name="connsiteX14" fmla="*/ 1462900 w 2572158"/>
                  <a:gd name="connsiteY14" fmla="*/ 2259894 h 2309446"/>
                  <a:gd name="connsiteX15" fmla="*/ 1390560 w 2572158"/>
                  <a:gd name="connsiteY15" fmla="*/ 2219707 h 2309446"/>
                  <a:gd name="connsiteX16" fmla="*/ 819877 w 2572158"/>
                  <a:gd name="connsiteY16" fmla="*/ 1761569 h 2309446"/>
                  <a:gd name="connsiteX17" fmla="*/ 21 w 2572158"/>
                  <a:gd name="connsiteY17" fmla="*/ 732769 h 2309446"/>
                  <a:gd name="connsiteX18" fmla="*/ 795763 w 2572158"/>
                  <a:gd name="connsiteY18" fmla="*/ 379119 h 2309446"/>
                  <a:gd name="connsiteX19" fmla="*/ 1495052 w 2572158"/>
                  <a:gd name="connsiteY19" fmla="*/ 49581 h 2309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72158" h="2309446">
                    <a:moveTo>
                      <a:pt x="1446825" y="73693"/>
                    </a:moveTo>
                    <a:cubicBezTo>
                      <a:pt x="1527873" y="32836"/>
                      <a:pt x="1608921" y="-8021"/>
                      <a:pt x="1728148" y="1356"/>
                    </a:cubicBezTo>
                    <a:cubicBezTo>
                      <a:pt x="1847375" y="10733"/>
                      <a:pt x="2045641" y="71014"/>
                      <a:pt x="2162189" y="129956"/>
                    </a:cubicBezTo>
                    <a:cubicBezTo>
                      <a:pt x="2278737" y="188898"/>
                      <a:pt x="2372511" y="279989"/>
                      <a:pt x="2427436" y="355006"/>
                    </a:cubicBezTo>
                    <a:cubicBezTo>
                      <a:pt x="2482361" y="430023"/>
                      <a:pt x="2494418" y="514416"/>
                      <a:pt x="2491739" y="580056"/>
                    </a:cubicBezTo>
                    <a:cubicBezTo>
                      <a:pt x="2489060" y="645696"/>
                      <a:pt x="2407342" y="699279"/>
                      <a:pt x="2411361" y="748844"/>
                    </a:cubicBezTo>
                    <a:cubicBezTo>
                      <a:pt x="2415380" y="798409"/>
                      <a:pt x="2489060" y="807786"/>
                      <a:pt x="2515852" y="877444"/>
                    </a:cubicBezTo>
                    <a:cubicBezTo>
                      <a:pt x="2542644" y="947102"/>
                      <a:pt x="2573456" y="1081061"/>
                      <a:pt x="2572116" y="1166794"/>
                    </a:cubicBezTo>
                    <a:cubicBezTo>
                      <a:pt x="2570776" y="1252527"/>
                      <a:pt x="2541305" y="1334242"/>
                      <a:pt x="2507814" y="1391844"/>
                    </a:cubicBezTo>
                    <a:cubicBezTo>
                      <a:pt x="2474323" y="1449446"/>
                      <a:pt x="2377870" y="1470880"/>
                      <a:pt x="2371172" y="1512407"/>
                    </a:cubicBezTo>
                    <a:cubicBezTo>
                      <a:pt x="2364474" y="1553934"/>
                      <a:pt x="2455568" y="1574028"/>
                      <a:pt x="2467625" y="1641007"/>
                    </a:cubicBezTo>
                    <a:cubicBezTo>
                      <a:pt x="2479682" y="1707986"/>
                      <a:pt x="2498437" y="1820511"/>
                      <a:pt x="2443512" y="1914282"/>
                    </a:cubicBezTo>
                    <a:cubicBezTo>
                      <a:pt x="2388587" y="2008053"/>
                      <a:pt x="2245246" y="2137993"/>
                      <a:pt x="2138075" y="2203632"/>
                    </a:cubicBezTo>
                    <a:cubicBezTo>
                      <a:pt x="2030904" y="2269271"/>
                      <a:pt x="1913017" y="2298742"/>
                      <a:pt x="1800488" y="2308119"/>
                    </a:cubicBezTo>
                    <a:cubicBezTo>
                      <a:pt x="1687959" y="2317496"/>
                      <a:pt x="1531221" y="2274629"/>
                      <a:pt x="1462900" y="2259894"/>
                    </a:cubicBezTo>
                    <a:cubicBezTo>
                      <a:pt x="1394579" y="2245159"/>
                      <a:pt x="1497731" y="2302761"/>
                      <a:pt x="1390560" y="2219707"/>
                    </a:cubicBezTo>
                    <a:cubicBezTo>
                      <a:pt x="1283389" y="2136653"/>
                      <a:pt x="1051633" y="2009392"/>
                      <a:pt x="819877" y="1761569"/>
                    </a:cubicBezTo>
                    <a:cubicBezTo>
                      <a:pt x="588121" y="1513746"/>
                      <a:pt x="4040" y="963177"/>
                      <a:pt x="21" y="732769"/>
                    </a:cubicBezTo>
                    <a:cubicBezTo>
                      <a:pt x="-3998" y="502361"/>
                      <a:pt x="546591" y="492984"/>
                      <a:pt x="795763" y="379119"/>
                    </a:cubicBezTo>
                    <a:cubicBezTo>
                      <a:pt x="1044935" y="265254"/>
                      <a:pt x="1369127" y="104504"/>
                      <a:pt x="1495052" y="49581"/>
                    </a:cubicBezTo>
                  </a:path>
                </a:pathLst>
              </a:custGeom>
              <a:grpFill/>
              <a:ln w="12700" cmpd="sng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/>
            </p:nvSpPr>
            <p:spPr>
              <a:xfrm flipV="1">
                <a:off x="3343406" y="3856112"/>
                <a:ext cx="918114" cy="514966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3343406" y="3418457"/>
                <a:ext cx="918114" cy="516502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/>
              <p:cNvSpPr/>
              <p:nvPr/>
            </p:nvSpPr>
            <p:spPr>
              <a:xfrm flipV="1">
                <a:off x="4133101" y="2701151"/>
                <a:ext cx="2776137" cy="1220885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485899 w 2186459"/>
                  <a:gd name="connsiteY7" fmla="*/ 24113 h 1033291"/>
                  <a:gd name="connsiteX8" fmla="*/ 75971 w 2186459"/>
                  <a:gd name="connsiteY8" fmla="*/ 8038 h 1033291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75971 w 2186459"/>
                  <a:gd name="connsiteY7" fmla="*/ 8038 h 1033291"/>
                  <a:gd name="connsiteX0" fmla="*/ 75971 w 2184006"/>
                  <a:gd name="connsiteY0" fmla="*/ 8038 h 1033475"/>
                  <a:gd name="connsiteX1" fmla="*/ 11669 w 2184006"/>
                  <a:gd name="connsiteY1" fmla="*/ 329537 h 1033475"/>
                  <a:gd name="connsiteX2" fmla="*/ 309067 w 2184006"/>
                  <a:gd name="connsiteY2" fmla="*/ 699263 h 1033475"/>
                  <a:gd name="connsiteX3" fmla="*/ 1136961 w 2184006"/>
                  <a:gd name="connsiteY3" fmla="*/ 1028801 h 1033475"/>
                  <a:gd name="connsiteX4" fmla="*/ 2133648 w 2184006"/>
                  <a:gd name="connsiteY4" fmla="*/ 860014 h 1033475"/>
                  <a:gd name="connsiteX5" fmla="*/ 2002532 w 2184006"/>
                  <a:gd name="connsiteY5" fmla="*/ 411246 h 1033475"/>
                  <a:gd name="connsiteX6" fmla="*/ 1707643 w 2184006"/>
                  <a:gd name="connsiteY6" fmla="*/ 0 h 1033475"/>
                  <a:gd name="connsiteX7" fmla="*/ 75971 w 2184006"/>
                  <a:gd name="connsiteY7" fmla="*/ 8038 h 1033475"/>
                  <a:gd name="connsiteX0" fmla="*/ 75971 w 2186316"/>
                  <a:gd name="connsiteY0" fmla="*/ 8038 h 1033475"/>
                  <a:gd name="connsiteX1" fmla="*/ 11669 w 2186316"/>
                  <a:gd name="connsiteY1" fmla="*/ 329537 h 1033475"/>
                  <a:gd name="connsiteX2" fmla="*/ 309067 w 2186316"/>
                  <a:gd name="connsiteY2" fmla="*/ 699263 h 1033475"/>
                  <a:gd name="connsiteX3" fmla="*/ 1136961 w 2186316"/>
                  <a:gd name="connsiteY3" fmla="*/ 1028801 h 1033475"/>
                  <a:gd name="connsiteX4" fmla="*/ 2133648 w 2186316"/>
                  <a:gd name="connsiteY4" fmla="*/ 860014 h 1033475"/>
                  <a:gd name="connsiteX5" fmla="*/ 2002532 w 2186316"/>
                  <a:gd name="connsiteY5" fmla="*/ 411246 h 1033475"/>
                  <a:gd name="connsiteX6" fmla="*/ 1707643 w 2186316"/>
                  <a:gd name="connsiteY6" fmla="*/ 0 h 1033475"/>
                  <a:gd name="connsiteX7" fmla="*/ 75971 w 2186316"/>
                  <a:gd name="connsiteY7" fmla="*/ 8038 h 10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6316" h="1033475">
                    <a:moveTo>
                      <a:pt x="75971" y="8038"/>
                    </a:moveTo>
                    <a:cubicBezTo>
                      <a:pt x="40471" y="127261"/>
                      <a:pt x="-27180" y="214333"/>
                      <a:pt x="11669" y="329537"/>
                    </a:cubicBezTo>
                    <a:cubicBezTo>
                      <a:pt x="50518" y="444741"/>
                      <a:pt x="121518" y="582719"/>
                      <a:pt x="309067" y="699263"/>
                    </a:cubicBezTo>
                    <a:cubicBezTo>
                      <a:pt x="496616" y="815807"/>
                      <a:pt x="832864" y="1002009"/>
                      <a:pt x="1136961" y="1028801"/>
                    </a:cubicBezTo>
                    <a:cubicBezTo>
                      <a:pt x="1441058" y="1055593"/>
                      <a:pt x="1989386" y="962940"/>
                      <a:pt x="2133648" y="860014"/>
                    </a:cubicBezTo>
                    <a:cubicBezTo>
                      <a:pt x="2277910" y="757088"/>
                      <a:pt x="2089357" y="554582"/>
                      <a:pt x="2002532" y="411246"/>
                    </a:cubicBezTo>
                    <a:cubicBezTo>
                      <a:pt x="1915707" y="267910"/>
                      <a:pt x="1801417" y="66979"/>
                      <a:pt x="1707643" y="0"/>
                    </a:cubicBezTo>
                    <a:lnTo>
                      <a:pt x="75971" y="8038"/>
                    </a:ln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>
              <a:xfrm>
                <a:off x="4139103" y="3916755"/>
                <a:ext cx="2785478" cy="1211173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16075 h 1041328"/>
                  <a:gd name="connsiteX1" fmla="*/ 11669 w 2186660"/>
                  <a:gd name="connsiteY1" fmla="*/ 337574 h 1041328"/>
                  <a:gd name="connsiteX2" fmla="*/ 309067 w 2186660"/>
                  <a:gd name="connsiteY2" fmla="*/ 707300 h 1041328"/>
                  <a:gd name="connsiteX3" fmla="*/ 1136961 w 2186660"/>
                  <a:gd name="connsiteY3" fmla="*/ 1036838 h 1041328"/>
                  <a:gd name="connsiteX4" fmla="*/ 2133648 w 2186660"/>
                  <a:gd name="connsiteY4" fmla="*/ 868051 h 1041328"/>
                  <a:gd name="connsiteX5" fmla="*/ 2013081 w 2186660"/>
                  <a:gd name="connsiteY5" fmla="*/ 450100 h 1041328"/>
                  <a:gd name="connsiteX6" fmla="*/ 1699606 w 2186660"/>
                  <a:gd name="connsiteY6" fmla="*/ 16075 h 1041328"/>
                  <a:gd name="connsiteX7" fmla="*/ 485899 w 2186660"/>
                  <a:gd name="connsiteY7" fmla="*/ 0 h 1041328"/>
                  <a:gd name="connsiteX8" fmla="*/ 75971 w 2186660"/>
                  <a:gd name="connsiteY8" fmla="*/ 16075 h 1041328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75971 w 2186660"/>
                  <a:gd name="connsiteY7" fmla="*/ 0 h 1025253"/>
                  <a:gd name="connsiteX0" fmla="*/ 75971 w 2193673"/>
                  <a:gd name="connsiteY0" fmla="*/ 0 h 1025253"/>
                  <a:gd name="connsiteX1" fmla="*/ 11669 w 2193673"/>
                  <a:gd name="connsiteY1" fmla="*/ 321499 h 1025253"/>
                  <a:gd name="connsiteX2" fmla="*/ 309067 w 2193673"/>
                  <a:gd name="connsiteY2" fmla="*/ 691225 h 1025253"/>
                  <a:gd name="connsiteX3" fmla="*/ 1136961 w 2193673"/>
                  <a:gd name="connsiteY3" fmla="*/ 1020763 h 1025253"/>
                  <a:gd name="connsiteX4" fmla="*/ 2133648 w 2193673"/>
                  <a:gd name="connsiteY4" fmla="*/ 851976 h 1025253"/>
                  <a:gd name="connsiteX5" fmla="*/ 2013081 w 2193673"/>
                  <a:gd name="connsiteY5" fmla="*/ 434025 h 1025253"/>
                  <a:gd name="connsiteX6" fmla="*/ 1699606 w 2193673"/>
                  <a:gd name="connsiteY6" fmla="*/ 0 h 1025253"/>
                  <a:gd name="connsiteX7" fmla="*/ 75971 w 2193673"/>
                  <a:gd name="connsiteY7" fmla="*/ 0 h 102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3673" h="1025253">
                    <a:moveTo>
                      <a:pt x="75971" y="0"/>
                    </a:moveTo>
                    <a:cubicBezTo>
                      <a:pt x="40471" y="119223"/>
                      <a:pt x="-27180" y="206295"/>
                      <a:pt x="11669" y="321499"/>
                    </a:cubicBezTo>
                    <a:cubicBezTo>
                      <a:pt x="50518" y="436703"/>
                      <a:pt x="121518" y="574681"/>
                      <a:pt x="309067" y="691225"/>
                    </a:cubicBezTo>
                    <a:cubicBezTo>
                      <a:pt x="496616" y="807769"/>
                      <a:pt x="832864" y="993971"/>
                      <a:pt x="1136961" y="1020763"/>
                    </a:cubicBezTo>
                    <a:cubicBezTo>
                      <a:pt x="1441058" y="1047555"/>
                      <a:pt x="1987628" y="949766"/>
                      <a:pt x="2133648" y="851976"/>
                    </a:cubicBezTo>
                    <a:cubicBezTo>
                      <a:pt x="2279668" y="754186"/>
                      <a:pt x="2127619" y="617111"/>
                      <a:pt x="2013081" y="434025"/>
                    </a:cubicBezTo>
                    <a:cubicBezTo>
                      <a:pt x="1898543" y="250939"/>
                      <a:pt x="1793380" y="66979"/>
                      <a:pt x="1699606" y="0"/>
                    </a:cubicBezTo>
                    <a:lnTo>
                      <a:pt x="75971" y="0"/>
                    </a:ln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Freeform 108"/>
            <p:cNvSpPr/>
            <p:nvPr/>
          </p:nvSpPr>
          <p:spPr>
            <a:xfrm>
              <a:off x="6237926" y="5575307"/>
              <a:ext cx="827297" cy="719426"/>
            </a:xfrm>
            <a:custGeom>
              <a:avLst/>
              <a:gdLst>
                <a:gd name="connsiteX0" fmla="*/ 153736 w 668341"/>
                <a:gd name="connsiteY0" fmla="*/ 14742 h 743418"/>
                <a:gd name="connsiteX1" fmla="*/ 443097 w 668341"/>
                <a:gd name="connsiteY1" fmla="*/ 71004 h 743418"/>
                <a:gd name="connsiteX2" fmla="*/ 668155 w 668341"/>
                <a:gd name="connsiteY2" fmla="*/ 360354 h 743418"/>
                <a:gd name="connsiteX3" fmla="*/ 475248 w 668341"/>
                <a:gd name="connsiteY3" fmla="*/ 730079 h 743418"/>
                <a:gd name="connsiteX4" fmla="*/ 145698 w 668341"/>
                <a:gd name="connsiteY4" fmla="*/ 657742 h 743418"/>
                <a:gd name="connsiteX5" fmla="*/ 17094 w 668341"/>
                <a:gd name="connsiteY5" fmla="*/ 617554 h 743418"/>
                <a:gd name="connsiteX6" fmla="*/ 17094 w 668341"/>
                <a:gd name="connsiteY6" fmla="*/ 288017 h 743418"/>
                <a:gd name="connsiteX7" fmla="*/ 153736 w 668341"/>
                <a:gd name="connsiteY7" fmla="*/ 14742 h 743418"/>
                <a:gd name="connsiteX0" fmla="*/ 153736 w 668345"/>
                <a:gd name="connsiteY0" fmla="*/ 14742 h 753352"/>
                <a:gd name="connsiteX1" fmla="*/ 443097 w 668345"/>
                <a:gd name="connsiteY1" fmla="*/ 71004 h 753352"/>
                <a:gd name="connsiteX2" fmla="*/ 668155 w 668345"/>
                <a:gd name="connsiteY2" fmla="*/ 360354 h 753352"/>
                <a:gd name="connsiteX3" fmla="*/ 475248 w 668345"/>
                <a:gd name="connsiteY3" fmla="*/ 730079 h 753352"/>
                <a:gd name="connsiteX4" fmla="*/ 130630 w 668345"/>
                <a:gd name="connsiteY4" fmla="*/ 708702 h 753352"/>
                <a:gd name="connsiteX5" fmla="*/ 145698 w 668345"/>
                <a:gd name="connsiteY5" fmla="*/ 657742 h 753352"/>
                <a:gd name="connsiteX6" fmla="*/ 17094 w 668345"/>
                <a:gd name="connsiteY6" fmla="*/ 617554 h 753352"/>
                <a:gd name="connsiteX7" fmla="*/ 17094 w 668345"/>
                <a:gd name="connsiteY7" fmla="*/ 288017 h 753352"/>
                <a:gd name="connsiteX8" fmla="*/ 153736 w 668345"/>
                <a:gd name="connsiteY8" fmla="*/ 14742 h 753352"/>
                <a:gd name="connsiteX0" fmla="*/ 152839 w 667448"/>
                <a:gd name="connsiteY0" fmla="*/ 14742 h 754627"/>
                <a:gd name="connsiteX1" fmla="*/ 442200 w 667448"/>
                <a:gd name="connsiteY1" fmla="*/ 71004 h 754627"/>
                <a:gd name="connsiteX2" fmla="*/ 667258 w 667448"/>
                <a:gd name="connsiteY2" fmla="*/ 360354 h 754627"/>
                <a:gd name="connsiteX3" fmla="*/ 474351 w 667448"/>
                <a:gd name="connsiteY3" fmla="*/ 730079 h 754627"/>
                <a:gd name="connsiteX4" fmla="*/ 129733 w 667448"/>
                <a:gd name="connsiteY4" fmla="*/ 708702 h 754627"/>
                <a:gd name="connsiteX5" fmla="*/ 16197 w 667448"/>
                <a:gd name="connsiteY5" fmla="*/ 617554 h 754627"/>
                <a:gd name="connsiteX6" fmla="*/ 16197 w 667448"/>
                <a:gd name="connsiteY6" fmla="*/ 288017 h 754627"/>
                <a:gd name="connsiteX7" fmla="*/ 152839 w 667448"/>
                <a:gd name="connsiteY7" fmla="*/ 14742 h 7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7448" h="754627">
                  <a:moveTo>
                    <a:pt x="152839" y="14742"/>
                  </a:moveTo>
                  <a:cubicBezTo>
                    <a:pt x="223839" y="-21427"/>
                    <a:pt x="356464" y="13402"/>
                    <a:pt x="442200" y="71004"/>
                  </a:cubicBezTo>
                  <a:cubicBezTo>
                    <a:pt x="527937" y="128606"/>
                    <a:pt x="661900" y="250508"/>
                    <a:pt x="667258" y="360354"/>
                  </a:cubicBezTo>
                  <a:cubicBezTo>
                    <a:pt x="672616" y="470200"/>
                    <a:pt x="563938" y="672021"/>
                    <a:pt x="474351" y="730079"/>
                  </a:cubicBezTo>
                  <a:cubicBezTo>
                    <a:pt x="384764" y="788137"/>
                    <a:pt x="206092" y="727456"/>
                    <a:pt x="129733" y="708702"/>
                  </a:cubicBezTo>
                  <a:cubicBezTo>
                    <a:pt x="53374" y="689948"/>
                    <a:pt x="35120" y="687668"/>
                    <a:pt x="16197" y="617554"/>
                  </a:cubicBezTo>
                  <a:cubicBezTo>
                    <a:pt x="-2726" y="547440"/>
                    <a:pt x="-7916" y="388486"/>
                    <a:pt x="16197" y="288017"/>
                  </a:cubicBezTo>
                  <a:cubicBezTo>
                    <a:pt x="40310" y="187548"/>
                    <a:pt x="81839" y="50911"/>
                    <a:pt x="152839" y="1474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346941" y="3772194"/>
            <a:ext cx="4628801" cy="2450648"/>
            <a:chOff x="4763407" y="4265092"/>
            <a:chExt cx="4220163" cy="2426776"/>
          </a:xfrm>
        </p:grpSpPr>
        <p:grpSp>
          <p:nvGrpSpPr>
            <p:cNvPr id="48" name="Group 47"/>
            <p:cNvGrpSpPr/>
            <p:nvPr/>
          </p:nvGrpSpPr>
          <p:grpSpPr>
            <a:xfrm>
              <a:off x="4763407" y="4265092"/>
              <a:ext cx="4220163" cy="2426776"/>
              <a:chOff x="3343406" y="2701151"/>
              <a:chExt cx="4220162" cy="2426777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" name="Freeform 49"/>
              <p:cNvSpPr/>
              <p:nvPr/>
            </p:nvSpPr>
            <p:spPr>
              <a:xfrm>
                <a:off x="5492488" y="2984391"/>
                <a:ext cx="2071080" cy="1825623"/>
              </a:xfrm>
              <a:custGeom>
                <a:avLst/>
                <a:gdLst>
                  <a:gd name="connsiteX0" fmla="*/ 1446825 w 2572158"/>
                  <a:gd name="connsiteY0" fmla="*/ 73693 h 2309446"/>
                  <a:gd name="connsiteX1" fmla="*/ 1728148 w 2572158"/>
                  <a:gd name="connsiteY1" fmla="*/ 1356 h 2309446"/>
                  <a:gd name="connsiteX2" fmla="*/ 2162189 w 2572158"/>
                  <a:gd name="connsiteY2" fmla="*/ 129956 h 2309446"/>
                  <a:gd name="connsiteX3" fmla="*/ 2427436 w 2572158"/>
                  <a:gd name="connsiteY3" fmla="*/ 355006 h 2309446"/>
                  <a:gd name="connsiteX4" fmla="*/ 2491739 w 2572158"/>
                  <a:gd name="connsiteY4" fmla="*/ 580056 h 2309446"/>
                  <a:gd name="connsiteX5" fmla="*/ 2411361 w 2572158"/>
                  <a:gd name="connsiteY5" fmla="*/ 748844 h 2309446"/>
                  <a:gd name="connsiteX6" fmla="*/ 2515852 w 2572158"/>
                  <a:gd name="connsiteY6" fmla="*/ 877444 h 2309446"/>
                  <a:gd name="connsiteX7" fmla="*/ 2572116 w 2572158"/>
                  <a:gd name="connsiteY7" fmla="*/ 1166794 h 2309446"/>
                  <a:gd name="connsiteX8" fmla="*/ 2507814 w 2572158"/>
                  <a:gd name="connsiteY8" fmla="*/ 1391844 h 2309446"/>
                  <a:gd name="connsiteX9" fmla="*/ 2371172 w 2572158"/>
                  <a:gd name="connsiteY9" fmla="*/ 1512407 h 2309446"/>
                  <a:gd name="connsiteX10" fmla="*/ 2467625 w 2572158"/>
                  <a:gd name="connsiteY10" fmla="*/ 1641007 h 2309446"/>
                  <a:gd name="connsiteX11" fmla="*/ 2443512 w 2572158"/>
                  <a:gd name="connsiteY11" fmla="*/ 1914282 h 2309446"/>
                  <a:gd name="connsiteX12" fmla="*/ 2138075 w 2572158"/>
                  <a:gd name="connsiteY12" fmla="*/ 2203632 h 2309446"/>
                  <a:gd name="connsiteX13" fmla="*/ 1800488 w 2572158"/>
                  <a:gd name="connsiteY13" fmla="*/ 2308119 h 2309446"/>
                  <a:gd name="connsiteX14" fmla="*/ 1462900 w 2572158"/>
                  <a:gd name="connsiteY14" fmla="*/ 2259894 h 2309446"/>
                  <a:gd name="connsiteX15" fmla="*/ 1390560 w 2572158"/>
                  <a:gd name="connsiteY15" fmla="*/ 2219707 h 2309446"/>
                  <a:gd name="connsiteX16" fmla="*/ 819877 w 2572158"/>
                  <a:gd name="connsiteY16" fmla="*/ 1761569 h 2309446"/>
                  <a:gd name="connsiteX17" fmla="*/ 21 w 2572158"/>
                  <a:gd name="connsiteY17" fmla="*/ 732769 h 2309446"/>
                  <a:gd name="connsiteX18" fmla="*/ 795763 w 2572158"/>
                  <a:gd name="connsiteY18" fmla="*/ 379119 h 2309446"/>
                  <a:gd name="connsiteX19" fmla="*/ 1495052 w 2572158"/>
                  <a:gd name="connsiteY19" fmla="*/ 49581 h 2309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72158" h="2309446">
                    <a:moveTo>
                      <a:pt x="1446825" y="73693"/>
                    </a:moveTo>
                    <a:cubicBezTo>
                      <a:pt x="1527873" y="32836"/>
                      <a:pt x="1608921" y="-8021"/>
                      <a:pt x="1728148" y="1356"/>
                    </a:cubicBezTo>
                    <a:cubicBezTo>
                      <a:pt x="1847375" y="10733"/>
                      <a:pt x="2045641" y="71014"/>
                      <a:pt x="2162189" y="129956"/>
                    </a:cubicBezTo>
                    <a:cubicBezTo>
                      <a:pt x="2278737" y="188898"/>
                      <a:pt x="2372511" y="279989"/>
                      <a:pt x="2427436" y="355006"/>
                    </a:cubicBezTo>
                    <a:cubicBezTo>
                      <a:pt x="2482361" y="430023"/>
                      <a:pt x="2494418" y="514416"/>
                      <a:pt x="2491739" y="580056"/>
                    </a:cubicBezTo>
                    <a:cubicBezTo>
                      <a:pt x="2489060" y="645696"/>
                      <a:pt x="2407342" y="699279"/>
                      <a:pt x="2411361" y="748844"/>
                    </a:cubicBezTo>
                    <a:cubicBezTo>
                      <a:pt x="2415380" y="798409"/>
                      <a:pt x="2489060" y="807786"/>
                      <a:pt x="2515852" y="877444"/>
                    </a:cubicBezTo>
                    <a:cubicBezTo>
                      <a:pt x="2542644" y="947102"/>
                      <a:pt x="2573456" y="1081061"/>
                      <a:pt x="2572116" y="1166794"/>
                    </a:cubicBezTo>
                    <a:cubicBezTo>
                      <a:pt x="2570776" y="1252527"/>
                      <a:pt x="2541305" y="1334242"/>
                      <a:pt x="2507814" y="1391844"/>
                    </a:cubicBezTo>
                    <a:cubicBezTo>
                      <a:pt x="2474323" y="1449446"/>
                      <a:pt x="2377870" y="1470880"/>
                      <a:pt x="2371172" y="1512407"/>
                    </a:cubicBezTo>
                    <a:cubicBezTo>
                      <a:pt x="2364474" y="1553934"/>
                      <a:pt x="2455568" y="1574028"/>
                      <a:pt x="2467625" y="1641007"/>
                    </a:cubicBezTo>
                    <a:cubicBezTo>
                      <a:pt x="2479682" y="1707986"/>
                      <a:pt x="2498437" y="1820511"/>
                      <a:pt x="2443512" y="1914282"/>
                    </a:cubicBezTo>
                    <a:cubicBezTo>
                      <a:pt x="2388587" y="2008053"/>
                      <a:pt x="2245246" y="2137993"/>
                      <a:pt x="2138075" y="2203632"/>
                    </a:cubicBezTo>
                    <a:cubicBezTo>
                      <a:pt x="2030904" y="2269271"/>
                      <a:pt x="1913017" y="2298742"/>
                      <a:pt x="1800488" y="2308119"/>
                    </a:cubicBezTo>
                    <a:cubicBezTo>
                      <a:pt x="1687959" y="2317496"/>
                      <a:pt x="1531221" y="2274629"/>
                      <a:pt x="1462900" y="2259894"/>
                    </a:cubicBezTo>
                    <a:cubicBezTo>
                      <a:pt x="1394579" y="2245159"/>
                      <a:pt x="1497731" y="2302761"/>
                      <a:pt x="1390560" y="2219707"/>
                    </a:cubicBezTo>
                    <a:cubicBezTo>
                      <a:pt x="1283389" y="2136653"/>
                      <a:pt x="1051633" y="2009392"/>
                      <a:pt x="819877" y="1761569"/>
                    </a:cubicBezTo>
                    <a:cubicBezTo>
                      <a:pt x="588121" y="1513746"/>
                      <a:pt x="4040" y="963177"/>
                      <a:pt x="21" y="732769"/>
                    </a:cubicBezTo>
                    <a:cubicBezTo>
                      <a:pt x="-3998" y="502361"/>
                      <a:pt x="546591" y="492984"/>
                      <a:pt x="795763" y="379119"/>
                    </a:cubicBezTo>
                    <a:cubicBezTo>
                      <a:pt x="1044935" y="265254"/>
                      <a:pt x="1369127" y="104504"/>
                      <a:pt x="1495052" y="49581"/>
                    </a:cubicBezTo>
                  </a:path>
                </a:pathLst>
              </a:custGeom>
              <a:grpFill/>
              <a:ln w="12700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/>
            </p:nvSpPr>
            <p:spPr>
              <a:xfrm flipV="1">
                <a:off x="3343406" y="3856112"/>
                <a:ext cx="918114" cy="514966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51"/>
              <p:cNvSpPr/>
              <p:nvPr/>
            </p:nvSpPr>
            <p:spPr>
              <a:xfrm>
                <a:off x="3343406" y="3418457"/>
                <a:ext cx="918114" cy="516502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/>
            </p:nvSpPr>
            <p:spPr>
              <a:xfrm flipV="1">
                <a:off x="4133101" y="2701151"/>
                <a:ext cx="2776137" cy="1220885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485899 w 2186459"/>
                  <a:gd name="connsiteY7" fmla="*/ 24113 h 1033291"/>
                  <a:gd name="connsiteX8" fmla="*/ 75971 w 2186459"/>
                  <a:gd name="connsiteY8" fmla="*/ 8038 h 1033291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75971 w 2186459"/>
                  <a:gd name="connsiteY7" fmla="*/ 8038 h 1033291"/>
                  <a:gd name="connsiteX0" fmla="*/ 75971 w 2184006"/>
                  <a:gd name="connsiteY0" fmla="*/ 8038 h 1033475"/>
                  <a:gd name="connsiteX1" fmla="*/ 11669 w 2184006"/>
                  <a:gd name="connsiteY1" fmla="*/ 329537 h 1033475"/>
                  <a:gd name="connsiteX2" fmla="*/ 309067 w 2184006"/>
                  <a:gd name="connsiteY2" fmla="*/ 699263 h 1033475"/>
                  <a:gd name="connsiteX3" fmla="*/ 1136961 w 2184006"/>
                  <a:gd name="connsiteY3" fmla="*/ 1028801 h 1033475"/>
                  <a:gd name="connsiteX4" fmla="*/ 2133648 w 2184006"/>
                  <a:gd name="connsiteY4" fmla="*/ 860014 h 1033475"/>
                  <a:gd name="connsiteX5" fmla="*/ 2002532 w 2184006"/>
                  <a:gd name="connsiteY5" fmla="*/ 411246 h 1033475"/>
                  <a:gd name="connsiteX6" fmla="*/ 1707643 w 2184006"/>
                  <a:gd name="connsiteY6" fmla="*/ 0 h 1033475"/>
                  <a:gd name="connsiteX7" fmla="*/ 75971 w 2184006"/>
                  <a:gd name="connsiteY7" fmla="*/ 8038 h 1033475"/>
                  <a:gd name="connsiteX0" fmla="*/ 75971 w 2186316"/>
                  <a:gd name="connsiteY0" fmla="*/ 8038 h 1033475"/>
                  <a:gd name="connsiteX1" fmla="*/ 11669 w 2186316"/>
                  <a:gd name="connsiteY1" fmla="*/ 329537 h 1033475"/>
                  <a:gd name="connsiteX2" fmla="*/ 309067 w 2186316"/>
                  <a:gd name="connsiteY2" fmla="*/ 699263 h 1033475"/>
                  <a:gd name="connsiteX3" fmla="*/ 1136961 w 2186316"/>
                  <a:gd name="connsiteY3" fmla="*/ 1028801 h 1033475"/>
                  <a:gd name="connsiteX4" fmla="*/ 2133648 w 2186316"/>
                  <a:gd name="connsiteY4" fmla="*/ 860014 h 1033475"/>
                  <a:gd name="connsiteX5" fmla="*/ 2002532 w 2186316"/>
                  <a:gd name="connsiteY5" fmla="*/ 411246 h 1033475"/>
                  <a:gd name="connsiteX6" fmla="*/ 1707643 w 2186316"/>
                  <a:gd name="connsiteY6" fmla="*/ 0 h 1033475"/>
                  <a:gd name="connsiteX7" fmla="*/ 75971 w 2186316"/>
                  <a:gd name="connsiteY7" fmla="*/ 8038 h 10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6316" h="1033475">
                    <a:moveTo>
                      <a:pt x="75971" y="8038"/>
                    </a:moveTo>
                    <a:cubicBezTo>
                      <a:pt x="40471" y="127261"/>
                      <a:pt x="-27180" y="214333"/>
                      <a:pt x="11669" y="329537"/>
                    </a:cubicBezTo>
                    <a:cubicBezTo>
                      <a:pt x="50518" y="444741"/>
                      <a:pt x="121518" y="582719"/>
                      <a:pt x="309067" y="699263"/>
                    </a:cubicBezTo>
                    <a:cubicBezTo>
                      <a:pt x="496616" y="815807"/>
                      <a:pt x="832864" y="1002009"/>
                      <a:pt x="1136961" y="1028801"/>
                    </a:cubicBezTo>
                    <a:cubicBezTo>
                      <a:pt x="1441058" y="1055593"/>
                      <a:pt x="1989386" y="962940"/>
                      <a:pt x="2133648" y="860014"/>
                    </a:cubicBezTo>
                    <a:cubicBezTo>
                      <a:pt x="2277910" y="757088"/>
                      <a:pt x="2089357" y="554582"/>
                      <a:pt x="2002532" y="411246"/>
                    </a:cubicBezTo>
                    <a:cubicBezTo>
                      <a:pt x="1915707" y="267910"/>
                      <a:pt x="1801417" y="66979"/>
                      <a:pt x="1707643" y="0"/>
                    </a:cubicBezTo>
                    <a:lnTo>
                      <a:pt x="75971" y="8038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4139103" y="3916755"/>
                <a:ext cx="2785478" cy="1211173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16075 h 1041328"/>
                  <a:gd name="connsiteX1" fmla="*/ 11669 w 2186660"/>
                  <a:gd name="connsiteY1" fmla="*/ 337574 h 1041328"/>
                  <a:gd name="connsiteX2" fmla="*/ 309067 w 2186660"/>
                  <a:gd name="connsiteY2" fmla="*/ 707300 h 1041328"/>
                  <a:gd name="connsiteX3" fmla="*/ 1136961 w 2186660"/>
                  <a:gd name="connsiteY3" fmla="*/ 1036838 h 1041328"/>
                  <a:gd name="connsiteX4" fmla="*/ 2133648 w 2186660"/>
                  <a:gd name="connsiteY4" fmla="*/ 868051 h 1041328"/>
                  <a:gd name="connsiteX5" fmla="*/ 2013081 w 2186660"/>
                  <a:gd name="connsiteY5" fmla="*/ 450100 h 1041328"/>
                  <a:gd name="connsiteX6" fmla="*/ 1699606 w 2186660"/>
                  <a:gd name="connsiteY6" fmla="*/ 16075 h 1041328"/>
                  <a:gd name="connsiteX7" fmla="*/ 485899 w 2186660"/>
                  <a:gd name="connsiteY7" fmla="*/ 0 h 1041328"/>
                  <a:gd name="connsiteX8" fmla="*/ 75971 w 2186660"/>
                  <a:gd name="connsiteY8" fmla="*/ 16075 h 1041328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75971 w 2186660"/>
                  <a:gd name="connsiteY7" fmla="*/ 0 h 1025253"/>
                  <a:gd name="connsiteX0" fmla="*/ 75971 w 2193673"/>
                  <a:gd name="connsiteY0" fmla="*/ 0 h 1025253"/>
                  <a:gd name="connsiteX1" fmla="*/ 11669 w 2193673"/>
                  <a:gd name="connsiteY1" fmla="*/ 321499 h 1025253"/>
                  <a:gd name="connsiteX2" fmla="*/ 309067 w 2193673"/>
                  <a:gd name="connsiteY2" fmla="*/ 691225 h 1025253"/>
                  <a:gd name="connsiteX3" fmla="*/ 1136961 w 2193673"/>
                  <a:gd name="connsiteY3" fmla="*/ 1020763 h 1025253"/>
                  <a:gd name="connsiteX4" fmla="*/ 2133648 w 2193673"/>
                  <a:gd name="connsiteY4" fmla="*/ 851976 h 1025253"/>
                  <a:gd name="connsiteX5" fmla="*/ 2013081 w 2193673"/>
                  <a:gd name="connsiteY5" fmla="*/ 434025 h 1025253"/>
                  <a:gd name="connsiteX6" fmla="*/ 1699606 w 2193673"/>
                  <a:gd name="connsiteY6" fmla="*/ 0 h 1025253"/>
                  <a:gd name="connsiteX7" fmla="*/ 75971 w 2193673"/>
                  <a:gd name="connsiteY7" fmla="*/ 0 h 102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3673" h="1025253">
                    <a:moveTo>
                      <a:pt x="75971" y="0"/>
                    </a:moveTo>
                    <a:cubicBezTo>
                      <a:pt x="40471" y="119223"/>
                      <a:pt x="-27180" y="206295"/>
                      <a:pt x="11669" y="321499"/>
                    </a:cubicBezTo>
                    <a:cubicBezTo>
                      <a:pt x="50518" y="436703"/>
                      <a:pt x="121518" y="574681"/>
                      <a:pt x="309067" y="691225"/>
                    </a:cubicBezTo>
                    <a:cubicBezTo>
                      <a:pt x="496616" y="807769"/>
                      <a:pt x="832864" y="993971"/>
                      <a:pt x="1136961" y="1020763"/>
                    </a:cubicBezTo>
                    <a:cubicBezTo>
                      <a:pt x="1441058" y="1047555"/>
                      <a:pt x="1987628" y="949766"/>
                      <a:pt x="2133648" y="851976"/>
                    </a:cubicBezTo>
                    <a:cubicBezTo>
                      <a:pt x="2279668" y="754186"/>
                      <a:pt x="2127619" y="617111"/>
                      <a:pt x="2013081" y="434025"/>
                    </a:cubicBezTo>
                    <a:cubicBezTo>
                      <a:pt x="1898543" y="250939"/>
                      <a:pt x="1793380" y="66979"/>
                      <a:pt x="1699606" y="0"/>
                    </a:cubicBezTo>
                    <a:lnTo>
                      <a:pt x="75971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Freeform 48"/>
            <p:cNvSpPr/>
            <p:nvPr/>
          </p:nvSpPr>
          <p:spPr>
            <a:xfrm>
              <a:off x="6237926" y="5575307"/>
              <a:ext cx="827297" cy="719426"/>
            </a:xfrm>
            <a:custGeom>
              <a:avLst/>
              <a:gdLst>
                <a:gd name="connsiteX0" fmla="*/ 153736 w 668341"/>
                <a:gd name="connsiteY0" fmla="*/ 14742 h 743418"/>
                <a:gd name="connsiteX1" fmla="*/ 443097 w 668341"/>
                <a:gd name="connsiteY1" fmla="*/ 71004 h 743418"/>
                <a:gd name="connsiteX2" fmla="*/ 668155 w 668341"/>
                <a:gd name="connsiteY2" fmla="*/ 360354 h 743418"/>
                <a:gd name="connsiteX3" fmla="*/ 475248 w 668341"/>
                <a:gd name="connsiteY3" fmla="*/ 730079 h 743418"/>
                <a:gd name="connsiteX4" fmla="*/ 145698 w 668341"/>
                <a:gd name="connsiteY4" fmla="*/ 657742 h 743418"/>
                <a:gd name="connsiteX5" fmla="*/ 17094 w 668341"/>
                <a:gd name="connsiteY5" fmla="*/ 617554 h 743418"/>
                <a:gd name="connsiteX6" fmla="*/ 17094 w 668341"/>
                <a:gd name="connsiteY6" fmla="*/ 288017 h 743418"/>
                <a:gd name="connsiteX7" fmla="*/ 153736 w 668341"/>
                <a:gd name="connsiteY7" fmla="*/ 14742 h 743418"/>
                <a:gd name="connsiteX0" fmla="*/ 153736 w 668345"/>
                <a:gd name="connsiteY0" fmla="*/ 14742 h 753352"/>
                <a:gd name="connsiteX1" fmla="*/ 443097 w 668345"/>
                <a:gd name="connsiteY1" fmla="*/ 71004 h 753352"/>
                <a:gd name="connsiteX2" fmla="*/ 668155 w 668345"/>
                <a:gd name="connsiteY2" fmla="*/ 360354 h 753352"/>
                <a:gd name="connsiteX3" fmla="*/ 475248 w 668345"/>
                <a:gd name="connsiteY3" fmla="*/ 730079 h 753352"/>
                <a:gd name="connsiteX4" fmla="*/ 130630 w 668345"/>
                <a:gd name="connsiteY4" fmla="*/ 708702 h 753352"/>
                <a:gd name="connsiteX5" fmla="*/ 145698 w 668345"/>
                <a:gd name="connsiteY5" fmla="*/ 657742 h 753352"/>
                <a:gd name="connsiteX6" fmla="*/ 17094 w 668345"/>
                <a:gd name="connsiteY6" fmla="*/ 617554 h 753352"/>
                <a:gd name="connsiteX7" fmla="*/ 17094 w 668345"/>
                <a:gd name="connsiteY7" fmla="*/ 288017 h 753352"/>
                <a:gd name="connsiteX8" fmla="*/ 153736 w 668345"/>
                <a:gd name="connsiteY8" fmla="*/ 14742 h 753352"/>
                <a:gd name="connsiteX0" fmla="*/ 152839 w 667448"/>
                <a:gd name="connsiteY0" fmla="*/ 14742 h 754627"/>
                <a:gd name="connsiteX1" fmla="*/ 442200 w 667448"/>
                <a:gd name="connsiteY1" fmla="*/ 71004 h 754627"/>
                <a:gd name="connsiteX2" fmla="*/ 667258 w 667448"/>
                <a:gd name="connsiteY2" fmla="*/ 360354 h 754627"/>
                <a:gd name="connsiteX3" fmla="*/ 474351 w 667448"/>
                <a:gd name="connsiteY3" fmla="*/ 730079 h 754627"/>
                <a:gd name="connsiteX4" fmla="*/ 129733 w 667448"/>
                <a:gd name="connsiteY4" fmla="*/ 708702 h 754627"/>
                <a:gd name="connsiteX5" fmla="*/ 16197 w 667448"/>
                <a:gd name="connsiteY5" fmla="*/ 617554 h 754627"/>
                <a:gd name="connsiteX6" fmla="*/ 16197 w 667448"/>
                <a:gd name="connsiteY6" fmla="*/ 288017 h 754627"/>
                <a:gd name="connsiteX7" fmla="*/ 152839 w 667448"/>
                <a:gd name="connsiteY7" fmla="*/ 14742 h 7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7448" h="754627">
                  <a:moveTo>
                    <a:pt x="152839" y="14742"/>
                  </a:moveTo>
                  <a:cubicBezTo>
                    <a:pt x="223839" y="-21427"/>
                    <a:pt x="356464" y="13402"/>
                    <a:pt x="442200" y="71004"/>
                  </a:cubicBezTo>
                  <a:cubicBezTo>
                    <a:pt x="527937" y="128606"/>
                    <a:pt x="661900" y="250508"/>
                    <a:pt x="667258" y="360354"/>
                  </a:cubicBezTo>
                  <a:cubicBezTo>
                    <a:pt x="672616" y="470200"/>
                    <a:pt x="563938" y="672021"/>
                    <a:pt x="474351" y="730079"/>
                  </a:cubicBezTo>
                  <a:cubicBezTo>
                    <a:pt x="384764" y="788137"/>
                    <a:pt x="206092" y="727456"/>
                    <a:pt x="129733" y="708702"/>
                  </a:cubicBezTo>
                  <a:cubicBezTo>
                    <a:pt x="53374" y="689948"/>
                    <a:pt x="35120" y="687668"/>
                    <a:pt x="16197" y="617554"/>
                  </a:cubicBezTo>
                  <a:cubicBezTo>
                    <a:pt x="-2726" y="547440"/>
                    <a:pt x="-7916" y="388486"/>
                    <a:pt x="16197" y="288017"/>
                  </a:cubicBezTo>
                  <a:cubicBezTo>
                    <a:pt x="40310" y="187548"/>
                    <a:pt x="81839" y="50911"/>
                    <a:pt x="152839" y="14742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308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9C5C535-AE21-DD4A-87A4-C0FE226900C5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121" y="2304739"/>
            <a:ext cx="2679192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C35B86-22B7-7A48-BFE9-52D74E6715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421" y="2310824"/>
            <a:ext cx="267565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180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08B37338-7E0D-7745-ABFB-412B3EEE194B}"/>
              </a:ext>
            </a:extLst>
          </p:cNvPr>
          <p:cNvGrpSpPr/>
          <p:nvPr/>
        </p:nvGrpSpPr>
        <p:grpSpPr>
          <a:xfrm>
            <a:off x="1678500" y="1030330"/>
            <a:ext cx="6077221" cy="4855398"/>
            <a:chOff x="1678500" y="1030330"/>
            <a:chExt cx="6077221" cy="485539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7DFA3B73-6AC1-D04F-A388-11F2DD2F6CC3}"/>
                </a:ext>
              </a:extLst>
            </p:cNvPr>
            <p:cNvSpPr/>
            <p:nvPr/>
          </p:nvSpPr>
          <p:spPr>
            <a:xfrm rot="864228">
              <a:off x="4040169" y="4411601"/>
              <a:ext cx="1214521" cy="733960"/>
            </a:xfrm>
            <a:custGeom>
              <a:avLst/>
              <a:gdLst>
                <a:gd name="connsiteX0" fmla="*/ 1029808 w 1053243"/>
                <a:gd name="connsiteY0" fmla="*/ 32265 h 291127"/>
                <a:gd name="connsiteX1" fmla="*/ 1010037 w 1053243"/>
                <a:gd name="connsiteY1" fmla="*/ 96520 h 291127"/>
                <a:gd name="connsiteX2" fmla="*/ 807387 w 1053243"/>
                <a:gd name="connsiteY2" fmla="*/ 175604 h 291127"/>
                <a:gd name="connsiteX3" fmla="*/ 599793 w 1053243"/>
                <a:gd name="connsiteY3" fmla="*/ 234916 h 291127"/>
                <a:gd name="connsiteX4" fmla="*/ 530595 w 1053243"/>
                <a:gd name="connsiteY4" fmla="*/ 234916 h 291127"/>
                <a:gd name="connsiteX5" fmla="*/ 357601 w 1053243"/>
                <a:gd name="connsiteY5" fmla="*/ 244801 h 291127"/>
                <a:gd name="connsiteX6" fmla="*/ 298288 w 1053243"/>
                <a:gd name="connsiteY6" fmla="*/ 284343 h 291127"/>
                <a:gd name="connsiteX7" fmla="*/ 243918 w 1053243"/>
                <a:gd name="connsiteY7" fmla="*/ 289286 h 291127"/>
                <a:gd name="connsiteX8" fmla="*/ 184606 w 1053243"/>
                <a:gd name="connsiteY8" fmla="*/ 264572 h 291127"/>
                <a:gd name="connsiteX9" fmla="*/ 258747 w 1053243"/>
                <a:gd name="connsiteY9" fmla="*/ 234916 h 291127"/>
                <a:gd name="connsiteX10" fmla="*/ 75867 w 1053243"/>
                <a:gd name="connsiteY10" fmla="*/ 264572 h 291127"/>
                <a:gd name="connsiteX11" fmla="*/ 21497 w 1053243"/>
                <a:gd name="connsiteY11" fmla="*/ 225031 h 291127"/>
                <a:gd name="connsiteX12" fmla="*/ 61038 w 1053243"/>
                <a:gd name="connsiteY12" fmla="*/ 185489 h 291127"/>
                <a:gd name="connsiteX13" fmla="*/ 659105 w 1053243"/>
                <a:gd name="connsiteY13" fmla="*/ 71807 h 291127"/>
                <a:gd name="connsiteX14" fmla="*/ 738189 w 1053243"/>
                <a:gd name="connsiteY14" fmla="*/ 2609 h 291127"/>
                <a:gd name="connsiteX15" fmla="*/ 1029808 w 1053243"/>
                <a:gd name="connsiteY15" fmla="*/ 32265 h 291127"/>
                <a:gd name="connsiteX0" fmla="*/ 1029808 w 1043228"/>
                <a:gd name="connsiteY0" fmla="*/ 32208 h 291070"/>
                <a:gd name="connsiteX1" fmla="*/ 975438 w 1043228"/>
                <a:gd name="connsiteY1" fmla="*/ 91521 h 291070"/>
                <a:gd name="connsiteX2" fmla="*/ 807387 w 1043228"/>
                <a:gd name="connsiteY2" fmla="*/ 175547 h 291070"/>
                <a:gd name="connsiteX3" fmla="*/ 599793 w 1043228"/>
                <a:gd name="connsiteY3" fmla="*/ 234859 h 291070"/>
                <a:gd name="connsiteX4" fmla="*/ 530595 w 1043228"/>
                <a:gd name="connsiteY4" fmla="*/ 234859 h 291070"/>
                <a:gd name="connsiteX5" fmla="*/ 357601 w 1043228"/>
                <a:gd name="connsiteY5" fmla="*/ 244744 h 291070"/>
                <a:gd name="connsiteX6" fmla="*/ 298288 w 1043228"/>
                <a:gd name="connsiteY6" fmla="*/ 284286 h 291070"/>
                <a:gd name="connsiteX7" fmla="*/ 243918 w 1043228"/>
                <a:gd name="connsiteY7" fmla="*/ 289229 h 291070"/>
                <a:gd name="connsiteX8" fmla="*/ 184606 w 1043228"/>
                <a:gd name="connsiteY8" fmla="*/ 264515 h 291070"/>
                <a:gd name="connsiteX9" fmla="*/ 258747 w 1043228"/>
                <a:gd name="connsiteY9" fmla="*/ 234859 h 291070"/>
                <a:gd name="connsiteX10" fmla="*/ 75867 w 1043228"/>
                <a:gd name="connsiteY10" fmla="*/ 264515 h 291070"/>
                <a:gd name="connsiteX11" fmla="*/ 21497 w 1043228"/>
                <a:gd name="connsiteY11" fmla="*/ 224974 h 291070"/>
                <a:gd name="connsiteX12" fmla="*/ 61038 w 1043228"/>
                <a:gd name="connsiteY12" fmla="*/ 185432 h 291070"/>
                <a:gd name="connsiteX13" fmla="*/ 659105 w 1043228"/>
                <a:gd name="connsiteY13" fmla="*/ 71750 h 291070"/>
                <a:gd name="connsiteX14" fmla="*/ 738189 w 1043228"/>
                <a:gd name="connsiteY14" fmla="*/ 2552 h 291070"/>
                <a:gd name="connsiteX15" fmla="*/ 1029808 w 1043228"/>
                <a:gd name="connsiteY15" fmla="*/ 32208 h 291070"/>
                <a:gd name="connsiteX0" fmla="*/ 1029808 w 1029928"/>
                <a:gd name="connsiteY0" fmla="*/ 31200 h 290062"/>
                <a:gd name="connsiteX1" fmla="*/ 975438 w 1029928"/>
                <a:gd name="connsiteY1" fmla="*/ 90513 h 290062"/>
                <a:gd name="connsiteX2" fmla="*/ 807387 w 1029928"/>
                <a:gd name="connsiteY2" fmla="*/ 174539 h 290062"/>
                <a:gd name="connsiteX3" fmla="*/ 599793 w 1029928"/>
                <a:gd name="connsiteY3" fmla="*/ 233851 h 290062"/>
                <a:gd name="connsiteX4" fmla="*/ 530595 w 1029928"/>
                <a:gd name="connsiteY4" fmla="*/ 233851 h 290062"/>
                <a:gd name="connsiteX5" fmla="*/ 357601 w 1029928"/>
                <a:gd name="connsiteY5" fmla="*/ 243736 h 290062"/>
                <a:gd name="connsiteX6" fmla="*/ 298288 w 1029928"/>
                <a:gd name="connsiteY6" fmla="*/ 283278 h 290062"/>
                <a:gd name="connsiteX7" fmla="*/ 243918 w 1029928"/>
                <a:gd name="connsiteY7" fmla="*/ 288221 h 290062"/>
                <a:gd name="connsiteX8" fmla="*/ 184606 w 1029928"/>
                <a:gd name="connsiteY8" fmla="*/ 263507 h 290062"/>
                <a:gd name="connsiteX9" fmla="*/ 258747 w 1029928"/>
                <a:gd name="connsiteY9" fmla="*/ 233851 h 290062"/>
                <a:gd name="connsiteX10" fmla="*/ 75867 w 1029928"/>
                <a:gd name="connsiteY10" fmla="*/ 263507 h 290062"/>
                <a:gd name="connsiteX11" fmla="*/ 21497 w 1029928"/>
                <a:gd name="connsiteY11" fmla="*/ 223966 h 290062"/>
                <a:gd name="connsiteX12" fmla="*/ 61038 w 1029928"/>
                <a:gd name="connsiteY12" fmla="*/ 184424 h 290062"/>
                <a:gd name="connsiteX13" fmla="*/ 659105 w 1029928"/>
                <a:gd name="connsiteY13" fmla="*/ 70742 h 290062"/>
                <a:gd name="connsiteX14" fmla="*/ 738189 w 1029928"/>
                <a:gd name="connsiteY14" fmla="*/ 1544 h 290062"/>
                <a:gd name="connsiteX15" fmla="*/ 964420 w 1029928"/>
                <a:gd name="connsiteY15" fmla="*/ 23339 h 290062"/>
                <a:gd name="connsiteX16" fmla="*/ 1029808 w 1029928"/>
                <a:gd name="connsiteY16" fmla="*/ 31200 h 290062"/>
                <a:gd name="connsiteX0" fmla="*/ 1010758 w 1011160"/>
                <a:gd name="connsiteY0" fmla="*/ 28025 h 290062"/>
                <a:gd name="connsiteX1" fmla="*/ 975438 w 1011160"/>
                <a:gd name="connsiteY1" fmla="*/ 90513 h 290062"/>
                <a:gd name="connsiteX2" fmla="*/ 807387 w 1011160"/>
                <a:gd name="connsiteY2" fmla="*/ 174539 h 290062"/>
                <a:gd name="connsiteX3" fmla="*/ 599793 w 1011160"/>
                <a:gd name="connsiteY3" fmla="*/ 233851 h 290062"/>
                <a:gd name="connsiteX4" fmla="*/ 530595 w 1011160"/>
                <a:gd name="connsiteY4" fmla="*/ 233851 h 290062"/>
                <a:gd name="connsiteX5" fmla="*/ 357601 w 1011160"/>
                <a:gd name="connsiteY5" fmla="*/ 243736 h 290062"/>
                <a:gd name="connsiteX6" fmla="*/ 298288 w 1011160"/>
                <a:gd name="connsiteY6" fmla="*/ 283278 h 290062"/>
                <a:gd name="connsiteX7" fmla="*/ 243918 w 1011160"/>
                <a:gd name="connsiteY7" fmla="*/ 288221 h 290062"/>
                <a:gd name="connsiteX8" fmla="*/ 184606 w 1011160"/>
                <a:gd name="connsiteY8" fmla="*/ 263507 h 290062"/>
                <a:gd name="connsiteX9" fmla="*/ 258747 w 1011160"/>
                <a:gd name="connsiteY9" fmla="*/ 233851 h 290062"/>
                <a:gd name="connsiteX10" fmla="*/ 75867 w 1011160"/>
                <a:gd name="connsiteY10" fmla="*/ 263507 h 290062"/>
                <a:gd name="connsiteX11" fmla="*/ 21497 w 1011160"/>
                <a:gd name="connsiteY11" fmla="*/ 223966 h 290062"/>
                <a:gd name="connsiteX12" fmla="*/ 61038 w 1011160"/>
                <a:gd name="connsiteY12" fmla="*/ 184424 h 290062"/>
                <a:gd name="connsiteX13" fmla="*/ 659105 w 1011160"/>
                <a:gd name="connsiteY13" fmla="*/ 70742 h 290062"/>
                <a:gd name="connsiteX14" fmla="*/ 738189 w 1011160"/>
                <a:gd name="connsiteY14" fmla="*/ 1544 h 290062"/>
                <a:gd name="connsiteX15" fmla="*/ 964420 w 1011160"/>
                <a:gd name="connsiteY15" fmla="*/ 23339 h 290062"/>
                <a:gd name="connsiteX16" fmla="*/ 1010758 w 1011160"/>
                <a:gd name="connsiteY16" fmla="*/ 28025 h 290062"/>
                <a:gd name="connsiteX0" fmla="*/ 1010758 w 1014277"/>
                <a:gd name="connsiteY0" fmla="*/ 28025 h 290062"/>
                <a:gd name="connsiteX1" fmla="*/ 988138 w 1014277"/>
                <a:gd name="connsiteY1" fmla="*/ 80988 h 290062"/>
                <a:gd name="connsiteX2" fmla="*/ 807387 w 1014277"/>
                <a:gd name="connsiteY2" fmla="*/ 174539 h 290062"/>
                <a:gd name="connsiteX3" fmla="*/ 599793 w 1014277"/>
                <a:gd name="connsiteY3" fmla="*/ 233851 h 290062"/>
                <a:gd name="connsiteX4" fmla="*/ 530595 w 1014277"/>
                <a:gd name="connsiteY4" fmla="*/ 233851 h 290062"/>
                <a:gd name="connsiteX5" fmla="*/ 357601 w 1014277"/>
                <a:gd name="connsiteY5" fmla="*/ 243736 h 290062"/>
                <a:gd name="connsiteX6" fmla="*/ 298288 w 1014277"/>
                <a:gd name="connsiteY6" fmla="*/ 283278 h 290062"/>
                <a:gd name="connsiteX7" fmla="*/ 243918 w 1014277"/>
                <a:gd name="connsiteY7" fmla="*/ 288221 h 290062"/>
                <a:gd name="connsiteX8" fmla="*/ 184606 w 1014277"/>
                <a:gd name="connsiteY8" fmla="*/ 263507 h 290062"/>
                <a:gd name="connsiteX9" fmla="*/ 258747 w 1014277"/>
                <a:gd name="connsiteY9" fmla="*/ 233851 h 290062"/>
                <a:gd name="connsiteX10" fmla="*/ 75867 w 1014277"/>
                <a:gd name="connsiteY10" fmla="*/ 263507 h 290062"/>
                <a:gd name="connsiteX11" fmla="*/ 21497 w 1014277"/>
                <a:gd name="connsiteY11" fmla="*/ 223966 h 290062"/>
                <a:gd name="connsiteX12" fmla="*/ 61038 w 1014277"/>
                <a:gd name="connsiteY12" fmla="*/ 184424 h 290062"/>
                <a:gd name="connsiteX13" fmla="*/ 659105 w 1014277"/>
                <a:gd name="connsiteY13" fmla="*/ 70742 h 290062"/>
                <a:gd name="connsiteX14" fmla="*/ 738189 w 1014277"/>
                <a:gd name="connsiteY14" fmla="*/ 1544 h 290062"/>
                <a:gd name="connsiteX15" fmla="*/ 964420 w 1014277"/>
                <a:gd name="connsiteY15" fmla="*/ 23339 h 290062"/>
                <a:gd name="connsiteX16" fmla="*/ 1010758 w 1014277"/>
                <a:gd name="connsiteY16" fmla="*/ 28025 h 290062"/>
                <a:gd name="connsiteX0" fmla="*/ 1004887 w 1008406"/>
                <a:gd name="connsiteY0" fmla="*/ 28025 h 290062"/>
                <a:gd name="connsiteX1" fmla="*/ 982267 w 1008406"/>
                <a:gd name="connsiteY1" fmla="*/ 80988 h 290062"/>
                <a:gd name="connsiteX2" fmla="*/ 801516 w 1008406"/>
                <a:gd name="connsiteY2" fmla="*/ 174539 h 290062"/>
                <a:gd name="connsiteX3" fmla="*/ 593922 w 1008406"/>
                <a:gd name="connsiteY3" fmla="*/ 233851 h 290062"/>
                <a:gd name="connsiteX4" fmla="*/ 524724 w 1008406"/>
                <a:gd name="connsiteY4" fmla="*/ 233851 h 290062"/>
                <a:gd name="connsiteX5" fmla="*/ 351730 w 1008406"/>
                <a:gd name="connsiteY5" fmla="*/ 243736 h 290062"/>
                <a:gd name="connsiteX6" fmla="*/ 292417 w 1008406"/>
                <a:gd name="connsiteY6" fmla="*/ 283278 h 290062"/>
                <a:gd name="connsiteX7" fmla="*/ 238047 w 1008406"/>
                <a:gd name="connsiteY7" fmla="*/ 288221 h 290062"/>
                <a:gd name="connsiteX8" fmla="*/ 178735 w 1008406"/>
                <a:gd name="connsiteY8" fmla="*/ 263507 h 290062"/>
                <a:gd name="connsiteX9" fmla="*/ 252876 w 1008406"/>
                <a:gd name="connsiteY9" fmla="*/ 233851 h 290062"/>
                <a:gd name="connsiteX10" fmla="*/ 69996 w 1008406"/>
                <a:gd name="connsiteY10" fmla="*/ 263507 h 290062"/>
                <a:gd name="connsiteX11" fmla="*/ 28326 w 1008406"/>
                <a:gd name="connsiteY11" fmla="*/ 223966 h 290062"/>
                <a:gd name="connsiteX12" fmla="*/ 55167 w 1008406"/>
                <a:gd name="connsiteY12" fmla="*/ 184424 h 290062"/>
                <a:gd name="connsiteX13" fmla="*/ 653234 w 1008406"/>
                <a:gd name="connsiteY13" fmla="*/ 70742 h 290062"/>
                <a:gd name="connsiteX14" fmla="*/ 732318 w 1008406"/>
                <a:gd name="connsiteY14" fmla="*/ 1544 h 290062"/>
                <a:gd name="connsiteX15" fmla="*/ 958549 w 1008406"/>
                <a:gd name="connsiteY15" fmla="*/ 23339 h 290062"/>
                <a:gd name="connsiteX16" fmla="*/ 1004887 w 1008406"/>
                <a:gd name="connsiteY16" fmla="*/ 28025 h 290062"/>
                <a:gd name="connsiteX0" fmla="*/ 983733 w 987252"/>
                <a:gd name="connsiteY0" fmla="*/ 28025 h 290062"/>
                <a:gd name="connsiteX1" fmla="*/ 961113 w 987252"/>
                <a:gd name="connsiteY1" fmla="*/ 80988 h 290062"/>
                <a:gd name="connsiteX2" fmla="*/ 780362 w 987252"/>
                <a:gd name="connsiteY2" fmla="*/ 174539 h 290062"/>
                <a:gd name="connsiteX3" fmla="*/ 572768 w 987252"/>
                <a:gd name="connsiteY3" fmla="*/ 233851 h 290062"/>
                <a:gd name="connsiteX4" fmla="*/ 503570 w 987252"/>
                <a:gd name="connsiteY4" fmla="*/ 233851 h 290062"/>
                <a:gd name="connsiteX5" fmla="*/ 330576 w 987252"/>
                <a:gd name="connsiteY5" fmla="*/ 243736 h 290062"/>
                <a:gd name="connsiteX6" fmla="*/ 271263 w 987252"/>
                <a:gd name="connsiteY6" fmla="*/ 283278 h 290062"/>
                <a:gd name="connsiteX7" fmla="*/ 216893 w 987252"/>
                <a:gd name="connsiteY7" fmla="*/ 288221 h 290062"/>
                <a:gd name="connsiteX8" fmla="*/ 157581 w 987252"/>
                <a:gd name="connsiteY8" fmla="*/ 263507 h 290062"/>
                <a:gd name="connsiteX9" fmla="*/ 231722 w 987252"/>
                <a:gd name="connsiteY9" fmla="*/ 233851 h 290062"/>
                <a:gd name="connsiteX10" fmla="*/ 48842 w 987252"/>
                <a:gd name="connsiteY10" fmla="*/ 263507 h 290062"/>
                <a:gd name="connsiteX11" fmla="*/ 7172 w 987252"/>
                <a:gd name="connsiteY11" fmla="*/ 223966 h 290062"/>
                <a:gd name="connsiteX12" fmla="*/ 68938 w 987252"/>
                <a:gd name="connsiteY12" fmla="*/ 193949 h 290062"/>
                <a:gd name="connsiteX13" fmla="*/ 632080 w 987252"/>
                <a:gd name="connsiteY13" fmla="*/ 70742 h 290062"/>
                <a:gd name="connsiteX14" fmla="*/ 711164 w 987252"/>
                <a:gd name="connsiteY14" fmla="*/ 1544 h 290062"/>
                <a:gd name="connsiteX15" fmla="*/ 937395 w 987252"/>
                <a:gd name="connsiteY15" fmla="*/ 23339 h 290062"/>
                <a:gd name="connsiteX16" fmla="*/ 983733 w 987252"/>
                <a:gd name="connsiteY16" fmla="*/ 28025 h 290062"/>
                <a:gd name="connsiteX0" fmla="*/ 991841 w 995360"/>
                <a:gd name="connsiteY0" fmla="*/ 28025 h 290062"/>
                <a:gd name="connsiteX1" fmla="*/ 969221 w 995360"/>
                <a:gd name="connsiteY1" fmla="*/ 80988 h 290062"/>
                <a:gd name="connsiteX2" fmla="*/ 788470 w 995360"/>
                <a:gd name="connsiteY2" fmla="*/ 174539 h 290062"/>
                <a:gd name="connsiteX3" fmla="*/ 580876 w 995360"/>
                <a:gd name="connsiteY3" fmla="*/ 233851 h 290062"/>
                <a:gd name="connsiteX4" fmla="*/ 511678 w 995360"/>
                <a:gd name="connsiteY4" fmla="*/ 233851 h 290062"/>
                <a:gd name="connsiteX5" fmla="*/ 338684 w 995360"/>
                <a:gd name="connsiteY5" fmla="*/ 243736 h 290062"/>
                <a:gd name="connsiteX6" fmla="*/ 279371 w 995360"/>
                <a:gd name="connsiteY6" fmla="*/ 283278 h 290062"/>
                <a:gd name="connsiteX7" fmla="*/ 225001 w 995360"/>
                <a:gd name="connsiteY7" fmla="*/ 288221 h 290062"/>
                <a:gd name="connsiteX8" fmla="*/ 165689 w 995360"/>
                <a:gd name="connsiteY8" fmla="*/ 263507 h 290062"/>
                <a:gd name="connsiteX9" fmla="*/ 239830 w 995360"/>
                <a:gd name="connsiteY9" fmla="*/ 233851 h 290062"/>
                <a:gd name="connsiteX10" fmla="*/ 56950 w 995360"/>
                <a:gd name="connsiteY10" fmla="*/ 263507 h 290062"/>
                <a:gd name="connsiteX11" fmla="*/ 15280 w 995360"/>
                <a:gd name="connsiteY11" fmla="*/ 223966 h 290062"/>
                <a:gd name="connsiteX12" fmla="*/ 77046 w 995360"/>
                <a:gd name="connsiteY12" fmla="*/ 193949 h 290062"/>
                <a:gd name="connsiteX13" fmla="*/ 640188 w 995360"/>
                <a:gd name="connsiteY13" fmla="*/ 70742 h 290062"/>
                <a:gd name="connsiteX14" fmla="*/ 719272 w 995360"/>
                <a:gd name="connsiteY14" fmla="*/ 1544 h 290062"/>
                <a:gd name="connsiteX15" fmla="*/ 945503 w 995360"/>
                <a:gd name="connsiteY15" fmla="*/ 23339 h 290062"/>
                <a:gd name="connsiteX16" fmla="*/ 991841 w 995360"/>
                <a:gd name="connsiteY16" fmla="*/ 28025 h 290062"/>
                <a:gd name="connsiteX0" fmla="*/ 995613 w 999132"/>
                <a:gd name="connsiteY0" fmla="*/ 28025 h 290062"/>
                <a:gd name="connsiteX1" fmla="*/ 972993 w 999132"/>
                <a:gd name="connsiteY1" fmla="*/ 80988 h 290062"/>
                <a:gd name="connsiteX2" fmla="*/ 792242 w 999132"/>
                <a:gd name="connsiteY2" fmla="*/ 174539 h 290062"/>
                <a:gd name="connsiteX3" fmla="*/ 584648 w 999132"/>
                <a:gd name="connsiteY3" fmla="*/ 233851 h 290062"/>
                <a:gd name="connsiteX4" fmla="*/ 515450 w 999132"/>
                <a:gd name="connsiteY4" fmla="*/ 233851 h 290062"/>
                <a:gd name="connsiteX5" fmla="*/ 342456 w 999132"/>
                <a:gd name="connsiteY5" fmla="*/ 243736 h 290062"/>
                <a:gd name="connsiteX6" fmla="*/ 283143 w 999132"/>
                <a:gd name="connsiteY6" fmla="*/ 283278 h 290062"/>
                <a:gd name="connsiteX7" fmla="*/ 228773 w 999132"/>
                <a:gd name="connsiteY7" fmla="*/ 288221 h 290062"/>
                <a:gd name="connsiteX8" fmla="*/ 169461 w 999132"/>
                <a:gd name="connsiteY8" fmla="*/ 263507 h 290062"/>
                <a:gd name="connsiteX9" fmla="*/ 243602 w 999132"/>
                <a:gd name="connsiteY9" fmla="*/ 233851 h 290062"/>
                <a:gd name="connsiteX10" fmla="*/ 60722 w 999132"/>
                <a:gd name="connsiteY10" fmla="*/ 263507 h 290062"/>
                <a:gd name="connsiteX11" fmla="*/ 19052 w 999132"/>
                <a:gd name="connsiteY11" fmla="*/ 223966 h 290062"/>
                <a:gd name="connsiteX12" fmla="*/ 74468 w 999132"/>
                <a:gd name="connsiteY12" fmla="*/ 184424 h 290062"/>
                <a:gd name="connsiteX13" fmla="*/ 643960 w 999132"/>
                <a:gd name="connsiteY13" fmla="*/ 70742 h 290062"/>
                <a:gd name="connsiteX14" fmla="*/ 723044 w 999132"/>
                <a:gd name="connsiteY14" fmla="*/ 1544 h 290062"/>
                <a:gd name="connsiteX15" fmla="*/ 949275 w 999132"/>
                <a:gd name="connsiteY15" fmla="*/ 23339 h 290062"/>
                <a:gd name="connsiteX16" fmla="*/ 995613 w 999132"/>
                <a:gd name="connsiteY16" fmla="*/ 28025 h 290062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584648 w 999132"/>
                <a:gd name="connsiteY3" fmla="*/ 233851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43602 w 999132"/>
                <a:gd name="connsiteY9" fmla="*/ 23385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584648 w 999132"/>
                <a:gd name="connsiteY3" fmla="*/ 233851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24552 w 999132"/>
                <a:gd name="connsiteY9" fmla="*/ 22750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635448 w 999132"/>
                <a:gd name="connsiteY3" fmla="*/ 211626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24552 w 999132"/>
                <a:gd name="connsiteY9" fmla="*/ 22750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8852"/>
                <a:gd name="connsiteY0" fmla="*/ 28025 h 289129"/>
                <a:gd name="connsiteX1" fmla="*/ 972993 w 998852"/>
                <a:gd name="connsiteY1" fmla="*/ 80988 h 289129"/>
                <a:gd name="connsiteX2" fmla="*/ 798592 w 998852"/>
                <a:gd name="connsiteY2" fmla="*/ 184064 h 289129"/>
                <a:gd name="connsiteX3" fmla="*/ 635448 w 998852"/>
                <a:gd name="connsiteY3" fmla="*/ 211626 h 289129"/>
                <a:gd name="connsiteX4" fmla="*/ 515450 w 998852"/>
                <a:gd name="connsiteY4" fmla="*/ 233851 h 289129"/>
                <a:gd name="connsiteX5" fmla="*/ 342456 w 998852"/>
                <a:gd name="connsiteY5" fmla="*/ 243736 h 289129"/>
                <a:gd name="connsiteX6" fmla="*/ 283143 w 998852"/>
                <a:gd name="connsiteY6" fmla="*/ 283278 h 289129"/>
                <a:gd name="connsiteX7" fmla="*/ 228773 w 998852"/>
                <a:gd name="connsiteY7" fmla="*/ 288221 h 289129"/>
                <a:gd name="connsiteX8" fmla="*/ 169461 w 998852"/>
                <a:gd name="connsiteY8" fmla="*/ 276207 h 289129"/>
                <a:gd name="connsiteX9" fmla="*/ 224552 w 998852"/>
                <a:gd name="connsiteY9" fmla="*/ 227501 h 289129"/>
                <a:gd name="connsiteX10" fmla="*/ 60722 w 998852"/>
                <a:gd name="connsiteY10" fmla="*/ 263507 h 289129"/>
                <a:gd name="connsiteX11" fmla="*/ 19052 w 998852"/>
                <a:gd name="connsiteY11" fmla="*/ 223966 h 289129"/>
                <a:gd name="connsiteX12" fmla="*/ 74468 w 998852"/>
                <a:gd name="connsiteY12" fmla="*/ 184424 h 289129"/>
                <a:gd name="connsiteX13" fmla="*/ 643960 w 998852"/>
                <a:gd name="connsiteY13" fmla="*/ 70742 h 289129"/>
                <a:gd name="connsiteX14" fmla="*/ 723044 w 998852"/>
                <a:gd name="connsiteY14" fmla="*/ 1544 h 289129"/>
                <a:gd name="connsiteX15" fmla="*/ 949275 w 998852"/>
                <a:gd name="connsiteY15" fmla="*/ 23339 h 289129"/>
                <a:gd name="connsiteX16" fmla="*/ 995613 w 998852"/>
                <a:gd name="connsiteY16" fmla="*/ 28025 h 289129"/>
                <a:gd name="connsiteX0" fmla="*/ 995613 w 998852"/>
                <a:gd name="connsiteY0" fmla="*/ 28025 h 289129"/>
                <a:gd name="connsiteX1" fmla="*/ 972993 w 998852"/>
                <a:gd name="connsiteY1" fmla="*/ 80988 h 289129"/>
                <a:gd name="connsiteX2" fmla="*/ 798592 w 998852"/>
                <a:gd name="connsiteY2" fmla="*/ 171364 h 289129"/>
                <a:gd name="connsiteX3" fmla="*/ 635448 w 998852"/>
                <a:gd name="connsiteY3" fmla="*/ 211626 h 289129"/>
                <a:gd name="connsiteX4" fmla="*/ 515450 w 998852"/>
                <a:gd name="connsiteY4" fmla="*/ 233851 h 289129"/>
                <a:gd name="connsiteX5" fmla="*/ 342456 w 998852"/>
                <a:gd name="connsiteY5" fmla="*/ 243736 h 289129"/>
                <a:gd name="connsiteX6" fmla="*/ 283143 w 998852"/>
                <a:gd name="connsiteY6" fmla="*/ 283278 h 289129"/>
                <a:gd name="connsiteX7" fmla="*/ 228773 w 998852"/>
                <a:gd name="connsiteY7" fmla="*/ 288221 h 289129"/>
                <a:gd name="connsiteX8" fmla="*/ 169461 w 998852"/>
                <a:gd name="connsiteY8" fmla="*/ 276207 h 289129"/>
                <a:gd name="connsiteX9" fmla="*/ 224552 w 998852"/>
                <a:gd name="connsiteY9" fmla="*/ 227501 h 289129"/>
                <a:gd name="connsiteX10" fmla="*/ 60722 w 998852"/>
                <a:gd name="connsiteY10" fmla="*/ 263507 h 289129"/>
                <a:gd name="connsiteX11" fmla="*/ 19052 w 998852"/>
                <a:gd name="connsiteY11" fmla="*/ 223966 h 289129"/>
                <a:gd name="connsiteX12" fmla="*/ 74468 w 998852"/>
                <a:gd name="connsiteY12" fmla="*/ 184424 h 289129"/>
                <a:gd name="connsiteX13" fmla="*/ 643960 w 998852"/>
                <a:gd name="connsiteY13" fmla="*/ 70742 h 289129"/>
                <a:gd name="connsiteX14" fmla="*/ 723044 w 998852"/>
                <a:gd name="connsiteY14" fmla="*/ 1544 h 289129"/>
                <a:gd name="connsiteX15" fmla="*/ 949275 w 998852"/>
                <a:gd name="connsiteY15" fmla="*/ 23339 h 289129"/>
                <a:gd name="connsiteX16" fmla="*/ 995613 w 998852"/>
                <a:gd name="connsiteY16" fmla="*/ 28025 h 289129"/>
                <a:gd name="connsiteX0" fmla="*/ 985916 w 989155"/>
                <a:gd name="connsiteY0" fmla="*/ 28187 h 289291"/>
                <a:gd name="connsiteX1" fmla="*/ 963296 w 989155"/>
                <a:gd name="connsiteY1" fmla="*/ 81150 h 289291"/>
                <a:gd name="connsiteX2" fmla="*/ 788895 w 989155"/>
                <a:gd name="connsiteY2" fmla="*/ 171526 h 289291"/>
                <a:gd name="connsiteX3" fmla="*/ 625751 w 989155"/>
                <a:gd name="connsiteY3" fmla="*/ 211788 h 289291"/>
                <a:gd name="connsiteX4" fmla="*/ 505753 w 989155"/>
                <a:gd name="connsiteY4" fmla="*/ 234013 h 289291"/>
                <a:gd name="connsiteX5" fmla="*/ 332759 w 989155"/>
                <a:gd name="connsiteY5" fmla="*/ 243898 h 289291"/>
                <a:gd name="connsiteX6" fmla="*/ 273446 w 989155"/>
                <a:gd name="connsiteY6" fmla="*/ 283440 h 289291"/>
                <a:gd name="connsiteX7" fmla="*/ 219076 w 989155"/>
                <a:gd name="connsiteY7" fmla="*/ 288383 h 289291"/>
                <a:gd name="connsiteX8" fmla="*/ 159764 w 989155"/>
                <a:gd name="connsiteY8" fmla="*/ 276369 h 289291"/>
                <a:gd name="connsiteX9" fmla="*/ 214855 w 989155"/>
                <a:gd name="connsiteY9" fmla="*/ 227663 h 289291"/>
                <a:gd name="connsiteX10" fmla="*/ 51025 w 989155"/>
                <a:gd name="connsiteY10" fmla="*/ 263669 h 289291"/>
                <a:gd name="connsiteX11" fmla="*/ 9355 w 989155"/>
                <a:gd name="connsiteY11" fmla="*/ 224128 h 289291"/>
                <a:gd name="connsiteX12" fmla="*/ 64771 w 989155"/>
                <a:gd name="connsiteY12" fmla="*/ 184586 h 289291"/>
                <a:gd name="connsiteX13" fmla="*/ 615213 w 989155"/>
                <a:gd name="connsiteY13" fmla="*/ 74079 h 289291"/>
                <a:gd name="connsiteX14" fmla="*/ 713347 w 989155"/>
                <a:gd name="connsiteY14" fmla="*/ 1706 h 289291"/>
                <a:gd name="connsiteX15" fmla="*/ 939578 w 989155"/>
                <a:gd name="connsiteY15" fmla="*/ 23501 h 289291"/>
                <a:gd name="connsiteX16" fmla="*/ 985916 w 989155"/>
                <a:gd name="connsiteY16" fmla="*/ 28187 h 289291"/>
                <a:gd name="connsiteX0" fmla="*/ 985916 w 989155"/>
                <a:gd name="connsiteY0" fmla="*/ 28187 h 289291"/>
                <a:gd name="connsiteX1" fmla="*/ 963296 w 989155"/>
                <a:gd name="connsiteY1" fmla="*/ 81150 h 289291"/>
                <a:gd name="connsiteX2" fmla="*/ 788895 w 989155"/>
                <a:gd name="connsiteY2" fmla="*/ 171526 h 289291"/>
                <a:gd name="connsiteX3" fmla="*/ 625751 w 989155"/>
                <a:gd name="connsiteY3" fmla="*/ 211788 h 289291"/>
                <a:gd name="connsiteX4" fmla="*/ 505753 w 989155"/>
                <a:gd name="connsiteY4" fmla="*/ 234013 h 289291"/>
                <a:gd name="connsiteX5" fmla="*/ 332759 w 989155"/>
                <a:gd name="connsiteY5" fmla="*/ 243898 h 289291"/>
                <a:gd name="connsiteX6" fmla="*/ 273446 w 989155"/>
                <a:gd name="connsiteY6" fmla="*/ 283440 h 289291"/>
                <a:gd name="connsiteX7" fmla="*/ 219076 w 989155"/>
                <a:gd name="connsiteY7" fmla="*/ 288383 h 289291"/>
                <a:gd name="connsiteX8" fmla="*/ 159764 w 989155"/>
                <a:gd name="connsiteY8" fmla="*/ 276369 h 289291"/>
                <a:gd name="connsiteX9" fmla="*/ 214855 w 989155"/>
                <a:gd name="connsiteY9" fmla="*/ 227663 h 289291"/>
                <a:gd name="connsiteX10" fmla="*/ 51025 w 989155"/>
                <a:gd name="connsiteY10" fmla="*/ 263669 h 289291"/>
                <a:gd name="connsiteX11" fmla="*/ 9355 w 989155"/>
                <a:gd name="connsiteY11" fmla="*/ 224128 h 289291"/>
                <a:gd name="connsiteX12" fmla="*/ 64771 w 989155"/>
                <a:gd name="connsiteY12" fmla="*/ 184586 h 289291"/>
                <a:gd name="connsiteX13" fmla="*/ 615213 w 989155"/>
                <a:gd name="connsiteY13" fmla="*/ 74079 h 289291"/>
                <a:gd name="connsiteX14" fmla="*/ 729222 w 989155"/>
                <a:gd name="connsiteY14" fmla="*/ 1706 h 289291"/>
                <a:gd name="connsiteX15" fmla="*/ 939578 w 989155"/>
                <a:gd name="connsiteY15" fmla="*/ 23501 h 289291"/>
                <a:gd name="connsiteX16" fmla="*/ 985916 w 989155"/>
                <a:gd name="connsiteY16" fmla="*/ 28187 h 289291"/>
                <a:gd name="connsiteX0" fmla="*/ 985916 w 989155"/>
                <a:gd name="connsiteY0" fmla="*/ 13984 h 275088"/>
                <a:gd name="connsiteX1" fmla="*/ 963296 w 989155"/>
                <a:gd name="connsiteY1" fmla="*/ 66947 h 275088"/>
                <a:gd name="connsiteX2" fmla="*/ 788895 w 989155"/>
                <a:gd name="connsiteY2" fmla="*/ 157323 h 275088"/>
                <a:gd name="connsiteX3" fmla="*/ 625751 w 989155"/>
                <a:gd name="connsiteY3" fmla="*/ 197585 h 275088"/>
                <a:gd name="connsiteX4" fmla="*/ 505753 w 989155"/>
                <a:gd name="connsiteY4" fmla="*/ 219810 h 275088"/>
                <a:gd name="connsiteX5" fmla="*/ 332759 w 989155"/>
                <a:gd name="connsiteY5" fmla="*/ 229695 h 275088"/>
                <a:gd name="connsiteX6" fmla="*/ 273446 w 989155"/>
                <a:gd name="connsiteY6" fmla="*/ 269237 h 275088"/>
                <a:gd name="connsiteX7" fmla="*/ 219076 w 989155"/>
                <a:gd name="connsiteY7" fmla="*/ 274180 h 275088"/>
                <a:gd name="connsiteX8" fmla="*/ 159764 w 989155"/>
                <a:gd name="connsiteY8" fmla="*/ 262166 h 275088"/>
                <a:gd name="connsiteX9" fmla="*/ 214855 w 989155"/>
                <a:gd name="connsiteY9" fmla="*/ 213460 h 275088"/>
                <a:gd name="connsiteX10" fmla="*/ 51025 w 989155"/>
                <a:gd name="connsiteY10" fmla="*/ 249466 h 275088"/>
                <a:gd name="connsiteX11" fmla="*/ 9355 w 989155"/>
                <a:gd name="connsiteY11" fmla="*/ 209925 h 275088"/>
                <a:gd name="connsiteX12" fmla="*/ 64771 w 989155"/>
                <a:gd name="connsiteY12" fmla="*/ 170383 h 275088"/>
                <a:gd name="connsiteX13" fmla="*/ 615213 w 989155"/>
                <a:gd name="connsiteY13" fmla="*/ 59876 h 275088"/>
                <a:gd name="connsiteX14" fmla="*/ 757797 w 989155"/>
                <a:gd name="connsiteY14" fmla="*/ 3378 h 275088"/>
                <a:gd name="connsiteX15" fmla="*/ 939578 w 989155"/>
                <a:gd name="connsiteY15" fmla="*/ 9298 h 275088"/>
                <a:gd name="connsiteX16" fmla="*/ 985916 w 989155"/>
                <a:gd name="connsiteY16" fmla="*/ 13984 h 275088"/>
                <a:gd name="connsiteX0" fmla="*/ 985916 w 989155"/>
                <a:gd name="connsiteY0" fmla="*/ 13984 h 275088"/>
                <a:gd name="connsiteX1" fmla="*/ 963296 w 989155"/>
                <a:gd name="connsiteY1" fmla="*/ 66947 h 275088"/>
                <a:gd name="connsiteX2" fmla="*/ 788895 w 989155"/>
                <a:gd name="connsiteY2" fmla="*/ 157323 h 275088"/>
                <a:gd name="connsiteX3" fmla="*/ 625751 w 989155"/>
                <a:gd name="connsiteY3" fmla="*/ 197585 h 275088"/>
                <a:gd name="connsiteX4" fmla="*/ 505753 w 989155"/>
                <a:gd name="connsiteY4" fmla="*/ 219810 h 275088"/>
                <a:gd name="connsiteX5" fmla="*/ 332759 w 989155"/>
                <a:gd name="connsiteY5" fmla="*/ 229695 h 275088"/>
                <a:gd name="connsiteX6" fmla="*/ 273446 w 989155"/>
                <a:gd name="connsiteY6" fmla="*/ 269237 h 275088"/>
                <a:gd name="connsiteX7" fmla="*/ 219076 w 989155"/>
                <a:gd name="connsiteY7" fmla="*/ 274180 h 275088"/>
                <a:gd name="connsiteX8" fmla="*/ 159764 w 989155"/>
                <a:gd name="connsiteY8" fmla="*/ 262166 h 275088"/>
                <a:gd name="connsiteX9" fmla="*/ 214855 w 989155"/>
                <a:gd name="connsiteY9" fmla="*/ 216635 h 275088"/>
                <a:gd name="connsiteX10" fmla="*/ 51025 w 989155"/>
                <a:gd name="connsiteY10" fmla="*/ 249466 h 275088"/>
                <a:gd name="connsiteX11" fmla="*/ 9355 w 989155"/>
                <a:gd name="connsiteY11" fmla="*/ 209925 h 275088"/>
                <a:gd name="connsiteX12" fmla="*/ 64771 w 989155"/>
                <a:gd name="connsiteY12" fmla="*/ 170383 h 275088"/>
                <a:gd name="connsiteX13" fmla="*/ 615213 w 989155"/>
                <a:gd name="connsiteY13" fmla="*/ 59876 h 275088"/>
                <a:gd name="connsiteX14" fmla="*/ 757797 w 989155"/>
                <a:gd name="connsiteY14" fmla="*/ 3378 h 275088"/>
                <a:gd name="connsiteX15" fmla="*/ 939578 w 989155"/>
                <a:gd name="connsiteY15" fmla="*/ 9298 h 275088"/>
                <a:gd name="connsiteX16" fmla="*/ 985916 w 989155"/>
                <a:gd name="connsiteY16" fmla="*/ 13984 h 275088"/>
                <a:gd name="connsiteX0" fmla="*/ 985916 w 989155"/>
                <a:gd name="connsiteY0" fmla="*/ 13984 h 342741"/>
                <a:gd name="connsiteX1" fmla="*/ 963296 w 989155"/>
                <a:gd name="connsiteY1" fmla="*/ 66947 h 342741"/>
                <a:gd name="connsiteX2" fmla="*/ 788895 w 989155"/>
                <a:gd name="connsiteY2" fmla="*/ 157323 h 342741"/>
                <a:gd name="connsiteX3" fmla="*/ 625751 w 989155"/>
                <a:gd name="connsiteY3" fmla="*/ 197585 h 342741"/>
                <a:gd name="connsiteX4" fmla="*/ 505753 w 989155"/>
                <a:gd name="connsiteY4" fmla="*/ 219810 h 342741"/>
                <a:gd name="connsiteX5" fmla="*/ 332759 w 989155"/>
                <a:gd name="connsiteY5" fmla="*/ 229695 h 342741"/>
                <a:gd name="connsiteX6" fmla="*/ 273446 w 989155"/>
                <a:gd name="connsiteY6" fmla="*/ 269237 h 342741"/>
                <a:gd name="connsiteX7" fmla="*/ 219076 w 989155"/>
                <a:gd name="connsiteY7" fmla="*/ 274180 h 342741"/>
                <a:gd name="connsiteX8" fmla="*/ 159764 w 989155"/>
                <a:gd name="connsiteY8" fmla="*/ 262166 h 342741"/>
                <a:gd name="connsiteX9" fmla="*/ 33572 w 989155"/>
                <a:gd name="connsiteY9" fmla="*/ 342695 h 342741"/>
                <a:gd name="connsiteX10" fmla="*/ 51025 w 989155"/>
                <a:gd name="connsiteY10" fmla="*/ 249466 h 342741"/>
                <a:gd name="connsiteX11" fmla="*/ 9355 w 989155"/>
                <a:gd name="connsiteY11" fmla="*/ 209925 h 342741"/>
                <a:gd name="connsiteX12" fmla="*/ 64771 w 989155"/>
                <a:gd name="connsiteY12" fmla="*/ 170383 h 342741"/>
                <a:gd name="connsiteX13" fmla="*/ 615213 w 989155"/>
                <a:gd name="connsiteY13" fmla="*/ 59876 h 342741"/>
                <a:gd name="connsiteX14" fmla="*/ 757797 w 989155"/>
                <a:gd name="connsiteY14" fmla="*/ 3378 h 342741"/>
                <a:gd name="connsiteX15" fmla="*/ 939578 w 989155"/>
                <a:gd name="connsiteY15" fmla="*/ 9298 h 342741"/>
                <a:gd name="connsiteX16" fmla="*/ 985916 w 989155"/>
                <a:gd name="connsiteY16" fmla="*/ 13984 h 342741"/>
                <a:gd name="connsiteX0" fmla="*/ 1009703 w 1012942"/>
                <a:gd name="connsiteY0" fmla="*/ 13984 h 344375"/>
                <a:gd name="connsiteX1" fmla="*/ 987083 w 1012942"/>
                <a:gd name="connsiteY1" fmla="*/ 66947 h 344375"/>
                <a:gd name="connsiteX2" fmla="*/ 812682 w 1012942"/>
                <a:gd name="connsiteY2" fmla="*/ 157323 h 344375"/>
                <a:gd name="connsiteX3" fmla="*/ 649538 w 1012942"/>
                <a:gd name="connsiteY3" fmla="*/ 197585 h 344375"/>
                <a:gd name="connsiteX4" fmla="*/ 529540 w 1012942"/>
                <a:gd name="connsiteY4" fmla="*/ 219810 h 344375"/>
                <a:gd name="connsiteX5" fmla="*/ 356546 w 1012942"/>
                <a:gd name="connsiteY5" fmla="*/ 229695 h 344375"/>
                <a:gd name="connsiteX6" fmla="*/ 297233 w 1012942"/>
                <a:gd name="connsiteY6" fmla="*/ 269237 h 344375"/>
                <a:gd name="connsiteX7" fmla="*/ 242863 w 1012942"/>
                <a:gd name="connsiteY7" fmla="*/ 274180 h 344375"/>
                <a:gd name="connsiteX8" fmla="*/ 183551 w 1012942"/>
                <a:gd name="connsiteY8" fmla="*/ 262166 h 344375"/>
                <a:gd name="connsiteX9" fmla="*/ 57359 w 1012942"/>
                <a:gd name="connsiteY9" fmla="*/ 342695 h 344375"/>
                <a:gd name="connsiteX10" fmla="*/ 485 w 1012942"/>
                <a:gd name="connsiteY10" fmla="*/ 308305 h 344375"/>
                <a:gd name="connsiteX11" fmla="*/ 33142 w 1012942"/>
                <a:gd name="connsiteY11" fmla="*/ 209925 h 344375"/>
                <a:gd name="connsiteX12" fmla="*/ 88558 w 1012942"/>
                <a:gd name="connsiteY12" fmla="*/ 170383 h 344375"/>
                <a:gd name="connsiteX13" fmla="*/ 639000 w 1012942"/>
                <a:gd name="connsiteY13" fmla="*/ 59876 h 344375"/>
                <a:gd name="connsiteX14" fmla="*/ 781584 w 1012942"/>
                <a:gd name="connsiteY14" fmla="*/ 3378 h 344375"/>
                <a:gd name="connsiteX15" fmla="*/ 963365 w 1012942"/>
                <a:gd name="connsiteY15" fmla="*/ 9298 h 344375"/>
                <a:gd name="connsiteX16" fmla="*/ 1009703 w 1012942"/>
                <a:gd name="connsiteY16" fmla="*/ 13984 h 344375"/>
                <a:gd name="connsiteX0" fmla="*/ 1015752 w 1018991"/>
                <a:gd name="connsiteY0" fmla="*/ 13984 h 344503"/>
                <a:gd name="connsiteX1" fmla="*/ 993132 w 1018991"/>
                <a:gd name="connsiteY1" fmla="*/ 66947 h 344503"/>
                <a:gd name="connsiteX2" fmla="*/ 818731 w 1018991"/>
                <a:gd name="connsiteY2" fmla="*/ 157323 h 344503"/>
                <a:gd name="connsiteX3" fmla="*/ 655587 w 1018991"/>
                <a:gd name="connsiteY3" fmla="*/ 197585 h 344503"/>
                <a:gd name="connsiteX4" fmla="*/ 535589 w 1018991"/>
                <a:gd name="connsiteY4" fmla="*/ 219810 h 344503"/>
                <a:gd name="connsiteX5" fmla="*/ 362595 w 1018991"/>
                <a:gd name="connsiteY5" fmla="*/ 229695 h 344503"/>
                <a:gd name="connsiteX6" fmla="*/ 303282 w 1018991"/>
                <a:gd name="connsiteY6" fmla="*/ 269237 h 344503"/>
                <a:gd name="connsiteX7" fmla="*/ 248912 w 1018991"/>
                <a:gd name="connsiteY7" fmla="*/ 274180 h 344503"/>
                <a:gd name="connsiteX8" fmla="*/ 189600 w 1018991"/>
                <a:gd name="connsiteY8" fmla="*/ 262166 h 344503"/>
                <a:gd name="connsiteX9" fmla="*/ 63408 w 1018991"/>
                <a:gd name="connsiteY9" fmla="*/ 342695 h 344503"/>
                <a:gd name="connsiteX10" fmla="*/ 6534 w 1018991"/>
                <a:gd name="connsiteY10" fmla="*/ 308305 h 344503"/>
                <a:gd name="connsiteX11" fmla="*/ 11095 w 1018991"/>
                <a:gd name="connsiteY11" fmla="*/ 197265 h 344503"/>
                <a:gd name="connsiteX12" fmla="*/ 94607 w 1018991"/>
                <a:gd name="connsiteY12" fmla="*/ 170383 h 344503"/>
                <a:gd name="connsiteX13" fmla="*/ 645049 w 1018991"/>
                <a:gd name="connsiteY13" fmla="*/ 59876 h 344503"/>
                <a:gd name="connsiteX14" fmla="*/ 787633 w 1018991"/>
                <a:gd name="connsiteY14" fmla="*/ 3378 h 344503"/>
                <a:gd name="connsiteX15" fmla="*/ 969414 w 1018991"/>
                <a:gd name="connsiteY15" fmla="*/ 9298 h 344503"/>
                <a:gd name="connsiteX16" fmla="*/ 1015752 w 1018991"/>
                <a:gd name="connsiteY16" fmla="*/ 13984 h 344503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362595 w 1018991"/>
                <a:gd name="connsiteY5" fmla="*/ 229695 h 343069"/>
                <a:gd name="connsiteX6" fmla="*/ 303282 w 1018991"/>
                <a:gd name="connsiteY6" fmla="*/ 269237 h 343069"/>
                <a:gd name="connsiteX7" fmla="*/ 248912 w 1018991"/>
                <a:gd name="connsiteY7" fmla="*/ 274180 h 343069"/>
                <a:gd name="connsiteX8" fmla="*/ 299714 w 1018991"/>
                <a:gd name="connsiteY8" fmla="*/ 323324 h 343069"/>
                <a:gd name="connsiteX9" fmla="*/ 63408 w 1018991"/>
                <a:gd name="connsiteY9" fmla="*/ 342695 h 343069"/>
                <a:gd name="connsiteX10" fmla="*/ 6534 w 1018991"/>
                <a:gd name="connsiteY10" fmla="*/ 308305 h 343069"/>
                <a:gd name="connsiteX11" fmla="*/ 11095 w 1018991"/>
                <a:gd name="connsiteY11" fmla="*/ 197265 h 343069"/>
                <a:gd name="connsiteX12" fmla="*/ 94607 w 1018991"/>
                <a:gd name="connsiteY12" fmla="*/ 170383 h 343069"/>
                <a:gd name="connsiteX13" fmla="*/ 645049 w 1018991"/>
                <a:gd name="connsiteY13" fmla="*/ 59876 h 343069"/>
                <a:gd name="connsiteX14" fmla="*/ 787633 w 1018991"/>
                <a:gd name="connsiteY14" fmla="*/ 3378 h 343069"/>
                <a:gd name="connsiteX15" fmla="*/ 969414 w 1018991"/>
                <a:gd name="connsiteY15" fmla="*/ 9298 h 343069"/>
                <a:gd name="connsiteX16" fmla="*/ 1015752 w 1018991"/>
                <a:gd name="connsiteY16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303282 w 1018991"/>
                <a:gd name="connsiteY5" fmla="*/ 269237 h 343069"/>
                <a:gd name="connsiteX6" fmla="*/ 248912 w 1018991"/>
                <a:gd name="connsiteY6" fmla="*/ 274180 h 343069"/>
                <a:gd name="connsiteX7" fmla="*/ 299714 w 1018991"/>
                <a:gd name="connsiteY7" fmla="*/ 323324 h 343069"/>
                <a:gd name="connsiteX8" fmla="*/ 63408 w 1018991"/>
                <a:gd name="connsiteY8" fmla="*/ 342695 h 343069"/>
                <a:gd name="connsiteX9" fmla="*/ 6534 w 1018991"/>
                <a:gd name="connsiteY9" fmla="*/ 308305 h 343069"/>
                <a:gd name="connsiteX10" fmla="*/ 11095 w 1018991"/>
                <a:gd name="connsiteY10" fmla="*/ 197265 h 343069"/>
                <a:gd name="connsiteX11" fmla="*/ 94607 w 1018991"/>
                <a:gd name="connsiteY11" fmla="*/ 170383 h 343069"/>
                <a:gd name="connsiteX12" fmla="*/ 645049 w 1018991"/>
                <a:gd name="connsiteY12" fmla="*/ 59876 h 343069"/>
                <a:gd name="connsiteX13" fmla="*/ 787633 w 1018991"/>
                <a:gd name="connsiteY13" fmla="*/ 3378 h 343069"/>
                <a:gd name="connsiteX14" fmla="*/ 969414 w 1018991"/>
                <a:gd name="connsiteY14" fmla="*/ 9298 h 343069"/>
                <a:gd name="connsiteX15" fmla="*/ 1015752 w 1018991"/>
                <a:gd name="connsiteY15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248912 w 1018991"/>
                <a:gd name="connsiteY5" fmla="*/ 274180 h 343069"/>
                <a:gd name="connsiteX6" fmla="*/ 299714 w 1018991"/>
                <a:gd name="connsiteY6" fmla="*/ 323324 h 343069"/>
                <a:gd name="connsiteX7" fmla="*/ 63408 w 1018991"/>
                <a:gd name="connsiteY7" fmla="*/ 342695 h 343069"/>
                <a:gd name="connsiteX8" fmla="*/ 6534 w 1018991"/>
                <a:gd name="connsiteY8" fmla="*/ 308305 h 343069"/>
                <a:gd name="connsiteX9" fmla="*/ 11095 w 1018991"/>
                <a:gd name="connsiteY9" fmla="*/ 197265 h 343069"/>
                <a:gd name="connsiteX10" fmla="*/ 94607 w 1018991"/>
                <a:gd name="connsiteY10" fmla="*/ 170383 h 343069"/>
                <a:gd name="connsiteX11" fmla="*/ 645049 w 1018991"/>
                <a:gd name="connsiteY11" fmla="*/ 59876 h 343069"/>
                <a:gd name="connsiteX12" fmla="*/ 787633 w 1018991"/>
                <a:gd name="connsiteY12" fmla="*/ 3378 h 343069"/>
                <a:gd name="connsiteX13" fmla="*/ 969414 w 1018991"/>
                <a:gd name="connsiteY13" fmla="*/ 9298 h 343069"/>
                <a:gd name="connsiteX14" fmla="*/ 1015752 w 1018991"/>
                <a:gd name="connsiteY14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299714 w 1018991"/>
                <a:gd name="connsiteY5" fmla="*/ 323324 h 343069"/>
                <a:gd name="connsiteX6" fmla="*/ 63408 w 1018991"/>
                <a:gd name="connsiteY6" fmla="*/ 342695 h 343069"/>
                <a:gd name="connsiteX7" fmla="*/ 6534 w 1018991"/>
                <a:gd name="connsiteY7" fmla="*/ 308305 h 343069"/>
                <a:gd name="connsiteX8" fmla="*/ 11095 w 1018991"/>
                <a:gd name="connsiteY8" fmla="*/ 197265 h 343069"/>
                <a:gd name="connsiteX9" fmla="*/ 94607 w 1018991"/>
                <a:gd name="connsiteY9" fmla="*/ 170383 h 343069"/>
                <a:gd name="connsiteX10" fmla="*/ 645049 w 1018991"/>
                <a:gd name="connsiteY10" fmla="*/ 59876 h 343069"/>
                <a:gd name="connsiteX11" fmla="*/ 787633 w 1018991"/>
                <a:gd name="connsiteY11" fmla="*/ 3378 h 343069"/>
                <a:gd name="connsiteX12" fmla="*/ 969414 w 1018991"/>
                <a:gd name="connsiteY12" fmla="*/ 9298 h 343069"/>
                <a:gd name="connsiteX13" fmla="*/ 1015752 w 1018991"/>
                <a:gd name="connsiteY13" fmla="*/ 13984 h 343069"/>
                <a:gd name="connsiteX0" fmla="*/ 1015752 w 1018991"/>
                <a:gd name="connsiteY0" fmla="*/ 13984 h 343184"/>
                <a:gd name="connsiteX1" fmla="*/ 993132 w 1018991"/>
                <a:gd name="connsiteY1" fmla="*/ 66947 h 343184"/>
                <a:gd name="connsiteX2" fmla="*/ 818731 w 1018991"/>
                <a:gd name="connsiteY2" fmla="*/ 157323 h 343184"/>
                <a:gd name="connsiteX3" fmla="*/ 655587 w 1018991"/>
                <a:gd name="connsiteY3" fmla="*/ 197585 h 343184"/>
                <a:gd name="connsiteX4" fmla="*/ 574332 w 1018991"/>
                <a:gd name="connsiteY4" fmla="*/ 254580 h 343184"/>
                <a:gd name="connsiteX5" fmla="*/ 299714 w 1018991"/>
                <a:gd name="connsiteY5" fmla="*/ 323324 h 343184"/>
                <a:gd name="connsiteX6" fmla="*/ 63408 w 1018991"/>
                <a:gd name="connsiteY6" fmla="*/ 342695 h 343184"/>
                <a:gd name="connsiteX7" fmla="*/ 6534 w 1018991"/>
                <a:gd name="connsiteY7" fmla="*/ 308305 h 343184"/>
                <a:gd name="connsiteX8" fmla="*/ 11095 w 1018991"/>
                <a:gd name="connsiteY8" fmla="*/ 197265 h 343184"/>
                <a:gd name="connsiteX9" fmla="*/ 94607 w 1018991"/>
                <a:gd name="connsiteY9" fmla="*/ 170383 h 343184"/>
                <a:gd name="connsiteX10" fmla="*/ 645049 w 1018991"/>
                <a:gd name="connsiteY10" fmla="*/ 59876 h 343184"/>
                <a:gd name="connsiteX11" fmla="*/ 787633 w 1018991"/>
                <a:gd name="connsiteY11" fmla="*/ 3378 h 343184"/>
                <a:gd name="connsiteX12" fmla="*/ 969414 w 1018991"/>
                <a:gd name="connsiteY12" fmla="*/ 9298 h 343184"/>
                <a:gd name="connsiteX13" fmla="*/ 1015752 w 1018991"/>
                <a:gd name="connsiteY13" fmla="*/ 13984 h 343184"/>
                <a:gd name="connsiteX0" fmla="*/ 1015752 w 1016218"/>
                <a:gd name="connsiteY0" fmla="*/ 13984 h 343184"/>
                <a:gd name="connsiteX1" fmla="*/ 993132 w 1016218"/>
                <a:gd name="connsiteY1" fmla="*/ 66947 h 343184"/>
                <a:gd name="connsiteX2" fmla="*/ 990258 w 1016218"/>
                <a:gd name="connsiteY2" fmla="*/ 148051 h 343184"/>
                <a:gd name="connsiteX3" fmla="*/ 655587 w 1016218"/>
                <a:gd name="connsiteY3" fmla="*/ 197585 h 343184"/>
                <a:gd name="connsiteX4" fmla="*/ 574332 w 1016218"/>
                <a:gd name="connsiteY4" fmla="*/ 254580 h 343184"/>
                <a:gd name="connsiteX5" fmla="*/ 299714 w 1016218"/>
                <a:gd name="connsiteY5" fmla="*/ 323324 h 343184"/>
                <a:gd name="connsiteX6" fmla="*/ 63408 w 1016218"/>
                <a:gd name="connsiteY6" fmla="*/ 342695 h 343184"/>
                <a:gd name="connsiteX7" fmla="*/ 6534 w 1016218"/>
                <a:gd name="connsiteY7" fmla="*/ 308305 h 343184"/>
                <a:gd name="connsiteX8" fmla="*/ 11095 w 1016218"/>
                <a:gd name="connsiteY8" fmla="*/ 197265 h 343184"/>
                <a:gd name="connsiteX9" fmla="*/ 94607 w 1016218"/>
                <a:gd name="connsiteY9" fmla="*/ 170383 h 343184"/>
                <a:gd name="connsiteX10" fmla="*/ 645049 w 1016218"/>
                <a:gd name="connsiteY10" fmla="*/ 59876 h 343184"/>
                <a:gd name="connsiteX11" fmla="*/ 787633 w 1016218"/>
                <a:gd name="connsiteY11" fmla="*/ 3378 h 343184"/>
                <a:gd name="connsiteX12" fmla="*/ 969414 w 1016218"/>
                <a:gd name="connsiteY12" fmla="*/ 9298 h 343184"/>
                <a:gd name="connsiteX13" fmla="*/ 1015752 w 1016218"/>
                <a:gd name="connsiteY13" fmla="*/ 13984 h 343184"/>
                <a:gd name="connsiteX0" fmla="*/ 1015752 w 1021081"/>
                <a:gd name="connsiteY0" fmla="*/ 13984 h 343184"/>
                <a:gd name="connsiteX1" fmla="*/ 993132 w 1021081"/>
                <a:gd name="connsiteY1" fmla="*/ 66947 h 343184"/>
                <a:gd name="connsiteX2" fmla="*/ 990258 w 1021081"/>
                <a:gd name="connsiteY2" fmla="*/ 148051 h 343184"/>
                <a:gd name="connsiteX3" fmla="*/ 574332 w 1021081"/>
                <a:gd name="connsiteY3" fmla="*/ 254580 h 343184"/>
                <a:gd name="connsiteX4" fmla="*/ 299714 w 1021081"/>
                <a:gd name="connsiteY4" fmla="*/ 323324 h 343184"/>
                <a:gd name="connsiteX5" fmla="*/ 63408 w 1021081"/>
                <a:gd name="connsiteY5" fmla="*/ 342695 h 343184"/>
                <a:gd name="connsiteX6" fmla="*/ 6534 w 1021081"/>
                <a:gd name="connsiteY6" fmla="*/ 308305 h 343184"/>
                <a:gd name="connsiteX7" fmla="*/ 11095 w 1021081"/>
                <a:gd name="connsiteY7" fmla="*/ 197265 h 343184"/>
                <a:gd name="connsiteX8" fmla="*/ 94607 w 1021081"/>
                <a:gd name="connsiteY8" fmla="*/ 170383 h 343184"/>
                <a:gd name="connsiteX9" fmla="*/ 645049 w 1021081"/>
                <a:gd name="connsiteY9" fmla="*/ 59876 h 343184"/>
                <a:gd name="connsiteX10" fmla="*/ 787633 w 1021081"/>
                <a:gd name="connsiteY10" fmla="*/ 3378 h 343184"/>
                <a:gd name="connsiteX11" fmla="*/ 969414 w 1021081"/>
                <a:gd name="connsiteY11" fmla="*/ 9298 h 343184"/>
                <a:gd name="connsiteX12" fmla="*/ 1015752 w 1021081"/>
                <a:gd name="connsiteY12" fmla="*/ 13984 h 343184"/>
                <a:gd name="connsiteX0" fmla="*/ 1015752 w 1071438"/>
                <a:gd name="connsiteY0" fmla="*/ 13984 h 343184"/>
                <a:gd name="connsiteX1" fmla="*/ 993132 w 1071438"/>
                <a:gd name="connsiteY1" fmla="*/ 66947 h 343184"/>
                <a:gd name="connsiteX2" fmla="*/ 1049785 w 1071438"/>
                <a:gd name="connsiteY2" fmla="*/ 147670 h 343184"/>
                <a:gd name="connsiteX3" fmla="*/ 574332 w 1071438"/>
                <a:gd name="connsiteY3" fmla="*/ 254580 h 343184"/>
                <a:gd name="connsiteX4" fmla="*/ 299714 w 1071438"/>
                <a:gd name="connsiteY4" fmla="*/ 323324 h 343184"/>
                <a:gd name="connsiteX5" fmla="*/ 63408 w 1071438"/>
                <a:gd name="connsiteY5" fmla="*/ 342695 h 343184"/>
                <a:gd name="connsiteX6" fmla="*/ 6534 w 1071438"/>
                <a:gd name="connsiteY6" fmla="*/ 308305 h 343184"/>
                <a:gd name="connsiteX7" fmla="*/ 11095 w 1071438"/>
                <a:gd name="connsiteY7" fmla="*/ 197265 h 343184"/>
                <a:gd name="connsiteX8" fmla="*/ 94607 w 1071438"/>
                <a:gd name="connsiteY8" fmla="*/ 170383 h 343184"/>
                <a:gd name="connsiteX9" fmla="*/ 645049 w 1071438"/>
                <a:gd name="connsiteY9" fmla="*/ 59876 h 343184"/>
                <a:gd name="connsiteX10" fmla="*/ 787633 w 1071438"/>
                <a:gd name="connsiteY10" fmla="*/ 3378 h 343184"/>
                <a:gd name="connsiteX11" fmla="*/ 969414 w 1071438"/>
                <a:gd name="connsiteY11" fmla="*/ 9298 h 343184"/>
                <a:gd name="connsiteX12" fmla="*/ 1015752 w 1071438"/>
                <a:gd name="connsiteY12" fmla="*/ 13984 h 343184"/>
                <a:gd name="connsiteX0" fmla="*/ 1015752 w 1070571"/>
                <a:gd name="connsiteY0" fmla="*/ 13984 h 343109"/>
                <a:gd name="connsiteX1" fmla="*/ 993132 w 1070571"/>
                <a:gd name="connsiteY1" fmla="*/ 66947 h 343109"/>
                <a:gd name="connsiteX2" fmla="*/ 1049785 w 1070571"/>
                <a:gd name="connsiteY2" fmla="*/ 147670 h 343109"/>
                <a:gd name="connsiteX3" fmla="*/ 587247 w 1070571"/>
                <a:gd name="connsiteY3" fmla="*/ 266169 h 343109"/>
                <a:gd name="connsiteX4" fmla="*/ 299714 w 1070571"/>
                <a:gd name="connsiteY4" fmla="*/ 323324 h 343109"/>
                <a:gd name="connsiteX5" fmla="*/ 63408 w 1070571"/>
                <a:gd name="connsiteY5" fmla="*/ 342695 h 343109"/>
                <a:gd name="connsiteX6" fmla="*/ 6534 w 1070571"/>
                <a:gd name="connsiteY6" fmla="*/ 308305 h 343109"/>
                <a:gd name="connsiteX7" fmla="*/ 11095 w 1070571"/>
                <a:gd name="connsiteY7" fmla="*/ 197265 h 343109"/>
                <a:gd name="connsiteX8" fmla="*/ 94607 w 1070571"/>
                <a:gd name="connsiteY8" fmla="*/ 170383 h 343109"/>
                <a:gd name="connsiteX9" fmla="*/ 645049 w 1070571"/>
                <a:gd name="connsiteY9" fmla="*/ 59876 h 343109"/>
                <a:gd name="connsiteX10" fmla="*/ 787633 w 1070571"/>
                <a:gd name="connsiteY10" fmla="*/ 3378 h 343109"/>
                <a:gd name="connsiteX11" fmla="*/ 969414 w 1070571"/>
                <a:gd name="connsiteY11" fmla="*/ 9298 h 343109"/>
                <a:gd name="connsiteX12" fmla="*/ 1015752 w 1070571"/>
                <a:gd name="connsiteY12" fmla="*/ 13984 h 343109"/>
                <a:gd name="connsiteX0" fmla="*/ 1016152 w 1070971"/>
                <a:gd name="connsiteY0" fmla="*/ 13984 h 366156"/>
                <a:gd name="connsiteX1" fmla="*/ 993532 w 1070971"/>
                <a:gd name="connsiteY1" fmla="*/ 66947 h 366156"/>
                <a:gd name="connsiteX2" fmla="*/ 1050185 w 1070971"/>
                <a:gd name="connsiteY2" fmla="*/ 147670 h 366156"/>
                <a:gd name="connsiteX3" fmla="*/ 587647 w 1070971"/>
                <a:gd name="connsiteY3" fmla="*/ 266169 h 366156"/>
                <a:gd name="connsiteX4" fmla="*/ 300114 w 1070971"/>
                <a:gd name="connsiteY4" fmla="*/ 323324 h 366156"/>
                <a:gd name="connsiteX5" fmla="*/ 69794 w 1070971"/>
                <a:gd name="connsiteY5" fmla="*/ 366002 h 366156"/>
                <a:gd name="connsiteX6" fmla="*/ 6934 w 1070971"/>
                <a:gd name="connsiteY6" fmla="*/ 308305 h 366156"/>
                <a:gd name="connsiteX7" fmla="*/ 11495 w 1070971"/>
                <a:gd name="connsiteY7" fmla="*/ 197265 h 366156"/>
                <a:gd name="connsiteX8" fmla="*/ 95007 w 1070971"/>
                <a:gd name="connsiteY8" fmla="*/ 170383 h 366156"/>
                <a:gd name="connsiteX9" fmla="*/ 645449 w 1070971"/>
                <a:gd name="connsiteY9" fmla="*/ 59876 h 366156"/>
                <a:gd name="connsiteX10" fmla="*/ 788033 w 1070971"/>
                <a:gd name="connsiteY10" fmla="*/ 3378 h 366156"/>
                <a:gd name="connsiteX11" fmla="*/ 969814 w 1070971"/>
                <a:gd name="connsiteY11" fmla="*/ 9298 h 366156"/>
                <a:gd name="connsiteX12" fmla="*/ 1016152 w 1070971"/>
                <a:gd name="connsiteY12" fmla="*/ 13984 h 366156"/>
                <a:gd name="connsiteX0" fmla="*/ 1191380 w 1191444"/>
                <a:gd name="connsiteY0" fmla="*/ 625 h 469632"/>
                <a:gd name="connsiteX1" fmla="*/ 993532 w 1191444"/>
                <a:gd name="connsiteY1" fmla="*/ 170423 h 469632"/>
                <a:gd name="connsiteX2" fmla="*/ 1050185 w 1191444"/>
                <a:gd name="connsiteY2" fmla="*/ 251146 h 469632"/>
                <a:gd name="connsiteX3" fmla="*/ 587647 w 1191444"/>
                <a:gd name="connsiteY3" fmla="*/ 369645 h 469632"/>
                <a:gd name="connsiteX4" fmla="*/ 300114 w 1191444"/>
                <a:gd name="connsiteY4" fmla="*/ 426800 h 469632"/>
                <a:gd name="connsiteX5" fmla="*/ 69794 w 1191444"/>
                <a:gd name="connsiteY5" fmla="*/ 469478 h 469632"/>
                <a:gd name="connsiteX6" fmla="*/ 6934 w 1191444"/>
                <a:gd name="connsiteY6" fmla="*/ 411781 h 469632"/>
                <a:gd name="connsiteX7" fmla="*/ 11495 w 1191444"/>
                <a:gd name="connsiteY7" fmla="*/ 300741 h 469632"/>
                <a:gd name="connsiteX8" fmla="*/ 95007 w 1191444"/>
                <a:gd name="connsiteY8" fmla="*/ 273859 h 469632"/>
                <a:gd name="connsiteX9" fmla="*/ 645449 w 1191444"/>
                <a:gd name="connsiteY9" fmla="*/ 163352 h 469632"/>
                <a:gd name="connsiteX10" fmla="*/ 788033 w 1191444"/>
                <a:gd name="connsiteY10" fmla="*/ 106854 h 469632"/>
                <a:gd name="connsiteX11" fmla="*/ 969814 w 1191444"/>
                <a:gd name="connsiteY11" fmla="*/ 112774 h 469632"/>
                <a:gd name="connsiteX12" fmla="*/ 1191380 w 1191444"/>
                <a:gd name="connsiteY12" fmla="*/ 625 h 469632"/>
                <a:gd name="connsiteX0" fmla="*/ 1191380 w 1219011"/>
                <a:gd name="connsiteY0" fmla="*/ 301 h 469308"/>
                <a:gd name="connsiteX1" fmla="*/ 1200175 w 1219011"/>
                <a:gd name="connsiteY1" fmla="*/ 151446 h 469308"/>
                <a:gd name="connsiteX2" fmla="*/ 1050185 w 1219011"/>
                <a:gd name="connsiteY2" fmla="*/ 250822 h 469308"/>
                <a:gd name="connsiteX3" fmla="*/ 587647 w 1219011"/>
                <a:gd name="connsiteY3" fmla="*/ 369321 h 469308"/>
                <a:gd name="connsiteX4" fmla="*/ 300114 w 1219011"/>
                <a:gd name="connsiteY4" fmla="*/ 426476 h 469308"/>
                <a:gd name="connsiteX5" fmla="*/ 69794 w 1219011"/>
                <a:gd name="connsiteY5" fmla="*/ 469154 h 469308"/>
                <a:gd name="connsiteX6" fmla="*/ 6934 w 1219011"/>
                <a:gd name="connsiteY6" fmla="*/ 411457 h 469308"/>
                <a:gd name="connsiteX7" fmla="*/ 11495 w 1219011"/>
                <a:gd name="connsiteY7" fmla="*/ 300417 h 469308"/>
                <a:gd name="connsiteX8" fmla="*/ 95007 w 1219011"/>
                <a:gd name="connsiteY8" fmla="*/ 273535 h 469308"/>
                <a:gd name="connsiteX9" fmla="*/ 645449 w 1219011"/>
                <a:gd name="connsiteY9" fmla="*/ 163028 h 469308"/>
                <a:gd name="connsiteX10" fmla="*/ 788033 w 1219011"/>
                <a:gd name="connsiteY10" fmla="*/ 106530 h 469308"/>
                <a:gd name="connsiteX11" fmla="*/ 969814 w 1219011"/>
                <a:gd name="connsiteY11" fmla="*/ 112450 h 469308"/>
                <a:gd name="connsiteX12" fmla="*/ 1191380 w 1219011"/>
                <a:gd name="connsiteY12" fmla="*/ 301 h 469308"/>
                <a:gd name="connsiteX0" fmla="*/ 1191380 w 1219962"/>
                <a:gd name="connsiteY0" fmla="*/ 3239 h 472246"/>
                <a:gd name="connsiteX1" fmla="*/ 1200175 w 1219962"/>
                <a:gd name="connsiteY1" fmla="*/ 154384 h 472246"/>
                <a:gd name="connsiteX2" fmla="*/ 1050185 w 1219962"/>
                <a:gd name="connsiteY2" fmla="*/ 253760 h 472246"/>
                <a:gd name="connsiteX3" fmla="*/ 587647 w 1219962"/>
                <a:gd name="connsiteY3" fmla="*/ 372259 h 472246"/>
                <a:gd name="connsiteX4" fmla="*/ 300114 w 1219962"/>
                <a:gd name="connsiteY4" fmla="*/ 429414 h 472246"/>
                <a:gd name="connsiteX5" fmla="*/ 69794 w 1219962"/>
                <a:gd name="connsiteY5" fmla="*/ 472092 h 472246"/>
                <a:gd name="connsiteX6" fmla="*/ 6934 w 1219962"/>
                <a:gd name="connsiteY6" fmla="*/ 414395 h 472246"/>
                <a:gd name="connsiteX7" fmla="*/ 11495 w 1219962"/>
                <a:gd name="connsiteY7" fmla="*/ 303355 h 472246"/>
                <a:gd name="connsiteX8" fmla="*/ 95007 w 1219962"/>
                <a:gd name="connsiteY8" fmla="*/ 276473 h 472246"/>
                <a:gd name="connsiteX9" fmla="*/ 645449 w 1219962"/>
                <a:gd name="connsiteY9" fmla="*/ 165966 h 472246"/>
                <a:gd name="connsiteX10" fmla="*/ 788033 w 1219962"/>
                <a:gd name="connsiteY10" fmla="*/ 109468 h 472246"/>
                <a:gd name="connsiteX11" fmla="*/ 954413 w 1219962"/>
                <a:gd name="connsiteY11" fmla="*/ 55421 h 472246"/>
                <a:gd name="connsiteX12" fmla="*/ 1191380 w 1219962"/>
                <a:gd name="connsiteY12" fmla="*/ 3239 h 472246"/>
                <a:gd name="connsiteX0" fmla="*/ 1191380 w 1219962"/>
                <a:gd name="connsiteY0" fmla="*/ 2899 h 471906"/>
                <a:gd name="connsiteX1" fmla="*/ 1200175 w 1219962"/>
                <a:gd name="connsiteY1" fmla="*/ 154044 h 471906"/>
                <a:gd name="connsiteX2" fmla="*/ 1050185 w 1219962"/>
                <a:gd name="connsiteY2" fmla="*/ 253420 h 471906"/>
                <a:gd name="connsiteX3" fmla="*/ 587647 w 1219962"/>
                <a:gd name="connsiteY3" fmla="*/ 371919 h 471906"/>
                <a:gd name="connsiteX4" fmla="*/ 300114 w 1219962"/>
                <a:gd name="connsiteY4" fmla="*/ 429074 h 471906"/>
                <a:gd name="connsiteX5" fmla="*/ 69794 w 1219962"/>
                <a:gd name="connsiteY5" fmla="*/ 471752 h 471906"/>
                <a:gd name="connsiteX6" fmla="*/ 6934 w 1219962"/>
                <a:gd name="connsiteY6" fmla="*/ 414055 h 471906"/>
                <a:gd name="connsiteX7" fmla="*/ 11495 w 1219962"/>
                <a:gd name="connsiteY7" fmla="*/ 303015 h 471906"/>
                <a:gd name="connsiteX8" fmla="*/ 95007 w 1219962"/>
                <a:gd name="connsiteY8" fmla="*/ 276133 h 471906"/>
                <a:gd name="connsiteX9" fmla="*/ 645449 w 1219962"/>
                <a:gd name="connsiteY9" fmla="*/ 165626 h 471906"/>
                <a:gd name="connsiteX10" fmla="*/ 761164 w 1219962"/>
                <a:gd name="connsiteY10" fmla="*/ 61942 h 471906"/>
                <a:gd name="connsiteX11" fmla="*/ 954413 w 1219962"/>
                <a:gd name="connsiteY11" fmla="*/ 55081 h 471906"/>
                <a:gd name="connsiteX12" fmla="*/ 1191380 w 1219962"/>
                <a:gd name="connsiteY12" fmla="*/ 2899 h 471906"/>
                <a:gd name="connsiteX0" fmla="*/ 1191380 w 1220001"/>
                <a:gd name="connsiteY0" fmla="*/ 48293 h 517300"/>
                <a:gd name="connsiteX1" fmla="*/ 1200175 w 1220001"/>
                <a:gd name="connsiteY1" fmla="*/ 199438 h 517300"/>
                <a:gd name="connsiteX2" fmla="*/ 1050185 w 1220001"/>
                <a:gd name="connsiteY2" fmla="*/ 298814 h 517300"/>
                <a:gd name="connsiteX3" fmla="*/ 587647 w 1220001"/>
                <a:gd name="connsiteY3" fmla="*/ 417313 h 517300"/>
                <a:gd name="connsiteX4" fmla="*/ 300114 w 1220001"/>
                <a:gd name="connsiteY4" fmla="*/ 474468 h 517300"/>
                <a:gd name="connsiteX5" fmla="*/ 69794 w 1220001"/>
                <a:gd name="connsiteY5" fmla="*/ 517146 h 517300"/>
                <a:gd name="connsiteX6" fmla="*/ 6934 w 1220001"/>
                <a:gd name="connsiteY6" fmla="*/ 459449 h 517300"/>
                <a:gd name="connsiteX7" fmla="*/ 11495 w 1220001"/>
                <a:gd name="connsiteY7" fmla="*/ 348409 h 517300"/>
                <a:gd name="connsiteX8" fmla="*/ 95007 w 1220001"/>
                <a:gd name="connsiteY8" fmla="*/ 321527 h 517300"/>
                <a:gd name="connsiteX9" fmla="*/ 645449 w 1220001"/>
                <a:gd name="connsiteY9" fmla="*/ 211020 h 517300"/>
                <a:gd name="connsiteX10" fmla="*/ 761164 w 1220001"/>
                <a:gd name="connsiteY10" fmla="*/ 107336 h 517300"/>
                <a:gd name="connsiteX11" fmla="*/ 953783 w 1220001"/>
                <a:gd name="connsiteY11" fmla="*/ 2296 h 517300"/>
                <a:gd name="connsiteX12" fmla="*/ 1191380 w 1220001"/>
                <a:gd name="connsiteY12" fmla="*/ 48293 h 517300"/>
                <a:gd name="connsiteX0" fmla="*/ 1191380 w 1218347"/>
                <a:gd name="connsiteY0" fmla="*/ 7303 h 476310"/>
                <a:gd name="connsiteX1" fmla="*/ 1200175 w 1218347"/>
                <a:gd name="connsiteY1" fmla="*/ 158448 h 476310"/>
                <a:gd name="connsiteX2" fmla="*/ 1050185 w 1218347"/>
                <a:gd name="connsiteY2" fmla="*/ 257824 h 476310"/>
                <a:gd name="connsiteX3" fmla="*/ 587647 w 1218347"/>
                <a:gd name="connsiteY3" fmla="*/ 376323 h 476310"/>
                <a:gd name="connsiteX4" fmla="*/ 300114 w 1218347"/>
                <a:gd name="connsiteY4" fmla="*/ 433478 h 476310"/>
                <a:gd name="connsiteX5" fmla="*/ 69794 w 1218347"/>
                <a:gd name="connsiteY5" fmla="*/ 476156 h 476310"/>
                <a:gd name="connsiteX6" fmla="*/ 6934 w 1218347"/>
                <a:gd name="connsiteY6" fmla="*/ 418459 h 476310"/>
                <a:gd name="connsiteX7" fmla="*/ 11495 w 1218347"/>
                <a:gd name="connsiteY7" fmla="*/ 307419 h 476310"/>
                <a:gd name="connsiteX8" fmla="*/ 95007 w 1218347"/>
                <a:gd name="connsiteY8" fmla="*/ 280537 h 476310"/>
                <a:gd name="connsiteX9" fmla="*/ 645449 w 1218347"/>
                <a:gd name="connsiteY9" fmla="*/ 170030 h 476310"/>
                <a:gd name="connsiteX10" fmla="*/ 761164 w 1218347"/>
                <a:gd name="connsiteY10" fmla="*/ 66346 h 476310"/>
                <a:gd name="connsiteX11" fmla="*/ 980779 w 1218347"/>
                <a:gd name="connsiteY11" fmla="*/ 28129 h 476310"/>
                <a:gd name="connsiteX12" fmla="*/ 1191380 w 1218347"/>
                <a:gd name="connsiteY12" fmla="*/ 7303 h 476310"/>
                <a:gd name="connsiteX0" fmla="*/ 1170863 w 1209658"/>
                <a:gd name="connsiteY0" fmla="*/ 2177 h 608509"/>
                <a:gd name="connsiteX1" fmla="*/ 1200175 w 1209658"/>
                <a:gd name="connsiteY1" fmla="*/ 290647 h 608509"/>
                <a:gd name="connsiteX2" fmla="*/ 1050185 w 1209658"/>
                <a:gd name="connsiteY2" fmla="*/ 390023 h 608509"/>
                <a:gd name="connsiteX3" fmla="*/ 587647 w 1209658"/>
                <a:gd name="connsiteY3" fmla="*/ 508522 h 608509"/>
                <a:gd name="connsiteX4" fmla="*/ 300114 w 1209658"/>
                <a:gd name="connsiteY4" fmla="*/ 565677 h 608509"/>
                <a:gd name="connsiteX5" fmla="*/ 69794 w 1209658"/>
                <a:gd name="connsiteY5" fmla="*/ 608355 h 608509"/>
                <a:gd name="connsiteX6" fmla="*/ 6934 w 1209658"/>
                <a:gd name="connsiteY6" fmla="*/ 550658 h 608509"/>
                <a:gd name="connsiteX7" fmla="*/ 11495 w 1209658"/>
                <a:gd name="connsiteY7" fmla="*/ 439618 h 608509"/>
                <a:gd name="connsiteX8" fmla="*/ 95007 w 1209658"/>
                <a:gd name="connsiteY8" fmla="*/ 412736 h 608509"/>
                <a:gd name="connsiteX9" fmla="*/ 645449 w 1209658"/>
                <a:gd name="connsiteY9" fmla="*/ 302229 h 608509"/>
                <a:gd name="connsiteX10" fmla="*/ 761164 w 1209658"/>
                <a:gd name="connsiteY10" fmla="*/ 198545 h 608509"/>
                <a:gd name="connsiteX11" fmla="*/ 980779 w 1209658"/>
                <a:gd name="connsiteY11" fmla="*/ 160328 h 608509"/>
                <a:gd name="connsiteX12" fmla="*/ 1170863 w 1209658"/>
                <a:gd name="connsiteY12" fmla="*/ 2177 h 608509"/>
                <a:gd name="connsiteX0" fmla="*/ 1170863 w 1209658"/>
                <a:gd name="connsiteY0" fmla="*/ 2134 h 608466"/>
                <a:gd name="connsiteX1" fmla="*/ 1200175 w 1209658"/>
                <a:gd name="connsiteY1" fmla="*/ 290604 h 608466"/>
                <a:gd name="connsiteX2" fmla="*/ 1050185 w 1209658"/>
                <a:gd name="connsiteY2" fmla="*/ 389980 h 608466"/>
                <a:gd name="connsiteX3" fmla="*/ 587647 w 1209658"/>
                <a:gd name="connsiteY3" fmla="*/ 508479 h 608466"/>
                <a:gd name="connsiteX4" fmla="*/ 300114 w 1209658"/>
                <a:gd name="connsiteY4" fmla="*/ 565634 h 608466"/>
                <a:gd name="connsiteX5" fmla="*/ 69794 w 1209658"/>
                <a:gd name="connsiteY5" fmla="*/ 608312 h 608466"/>
                <a:gd name="connsiteX6" fmla="*/ 6934 w 1209658"/>
                <a:gd name="connsiteY6" fmla="*/ 550615 h 608466"/>
                <a:gd name="connsiteX7" fmla="*/ 11495 w 1209658"/>
                <a:gd name="connsiteY7" fmla="*/ 439575 h 608466"/>
                <a:gd name="connsiteX8" fmla="*/ 95007 w 1209658"/>
                <a:gd name="connsiteY8" fmla="*/ 412693 h 608466"/>
                <a:gd name="connsiteX9" fmla="*/ 645449 w 1209658"/>
                <a:gd name="connsiteY9" fmla="*/ 302186 h 608466"/>
                <a:gd name="connsiteX10" fmla="*/ 765651 w 1209658"/>
                <a:gd name="connsiteY10" fmla="*/ 177682 h 608466"/>
                <a:gd name="connsiteX11" fmla="*/ 980779 w 1209658"/>
                <a:gd name="connsiteY11" fmla="*/ 160285 h 608466"/>
                <a:gd name="connsiteX12" fmla="*/ 1170863 w 1209658"/>
                <a:gd name="connsiteY12" fmla="*/ 2134 h 608466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65651 w 1214521"/>
                <a:gd name="connsiteY10" fmla="*/ 308936 h 739720"/>
                <a:gd name="connsiteX11" fmla="*/ 868056 w 1214521"/>
                <a:gd name="connsiteY11" fmla="*/ 5797 h 739720"/>
                <a:gd name="connsiteX12" fmla="*/ 1170863 w 1214521"/>
                <a:gd name="connsiteY12" fmla="*/ 133388 h 739720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65651 w 1214521"/>
                <a:gd name="connsiteY10" fmla="*/ 308936 h 739720"/>
                <a:gd name="connsiteX11" fmla="*/ 803971 w 1214521"/>
                <a:gd name="connsiteY11" fmla="*/ 197441 h 739720"/>
                <a:gd name="connsiteX12" fmla="*/ 868056 w 1214521"/>
                <a:gd name="connsiteY12" fmla="*/ 5797 h 739720"/>
                <a:gd name="connsiteX13" fmla="*/ 1170863 w 1214521"/>
                <a:gd name="connsiteY13" fmla="*/ 133388 h 739720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29808 w 1214521"/>
                <a:gd name="connsiteY10" fmla="*/ 303393 h 739720"/>
                <a:gd name="connsiteX11" fmla="*/ 803971 w 1214521"/>
                <a:gd name="connsiteY11" fmla="*/ 197441 h 739720"/>
                <a:gd name="connsiteX12" fmla="*/ 868056 w 1214521"/>
                <a:gd name="connsiteY12" fmla="*/ 5797 h 739720"/>
                <a:gd name="connsiteX13" fmla="*/ 1170863 w 1214521"/>
                <a:gd name="connsiteY13" fmla="*/ 133388 h 739720"/>
                <a:gd name="connsiteX0" fmla="*/ 1170863 w 1214521"/>
                <a:gd name="connsiteY0" fmla="*/ 127628 h 733960"/>
                <a:gd name="connsiteX1" fmla="*/ 1200175 w 1214521"/>
                <a:gd name="connsiteY1" fmla="*/ 416098 h 733960"/>
                <a:gd name="connsiteX2" fmla="*/ 1050185 w 1214521"/>
                <a:gd name="connsiteY2" fmla="*/ 515474 h 733960"/>
                <a:gd name="connsiteX3" fmla="*/ 587647 w 1214521"/>
                <a:gd name="connsiteY3" fmla="*/ 633973 h 733960"/>
                <a:gd name="connsiteX4" fmla="*/ 300114 w 1214521"/>
                <a:gd name="connsiteY4" fmla="*/ 691128 h 733960"/>
                <a:gd name="connsiteX5" fmla="*/ 69794 w 1214521"/>
                <a:gd name="connsiteY5" fmla="*/ 733806 h 733960"/>
                <a:gd name="connsiteX6" fmla="*/ 6934 w 1214521"/>
                <a:gd name="connsiteY6" fmla="*/ 676109 h 733960"/>
                <a:gd name="connsiteX7" fmla="*/ 11495 w 1214521"/>
                <a:gd name="connsiteY7" fmla="*/ 565069 h 733960"/>
                <a:gd name="connsiteX8" fmla="*/ 95007 w 1214521"/>
                <a:gd name="connsiteY8" fmla="*/ 538187 h 733960"/>
                <a:gd name="connsiteX9" fmla="*/ 645449 w 1214521"/>
                <a:gd name="connsiteY9" fmla="*/ 427680 h 733960"/>
                <a:gd name="connsiteX10" fmla="*/ 729808 w 1214521"/>
                <a:gd name="connsiteY10" fmla="*/ 297633 h 733960"/>
                <a:gd name="connsiteX11" fmla="*/ 706598 w 1214521"/>
                <a:gd name="connsiteY11" fmla="*/ 138016 h 733960"/>
                <a:gd name="connsiteX12" fmla="*/ 868056 w 1214521"/>
                <a:gd name="connsiteY12" fmla="*/ 37 h 733960"/>
                <a:gd name="connsiteX13" fmla="*/ 1170863 w 1214521"/>
                <a:gd name="connsiteY13" fmla="*/ 127628 h 73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521" h="733960">
                  <a:moveTo>
                    <a:pt x="1170863" y="127628"/>
                  </a:moveTo>
                  <a:cubicBezTo>
                    <a:pt x="1226216" y="196972"/>
                    <a:pt x="1220288" y="351457"/>
                    <a:pt x="1200175" y="416098"/>
                  </a:cubicBezTo>
                  <a:cubicBezTo>
                    <a:pt x="1180062" y="480739"/>
                    <a:pt x="1152273" y="479162"/>
                    <a:pt x="1050185" y="515474"/>
                  </a:cubicBezTo>
                  <a:cubicBezTo>
                    <a:pt x="948097" y="551786"/>
                    <a:pt x="712659" y="604697"/>
                    <a:pt x="587647" y="633973"/>
                  </a:cubicBezTo>
                  <a:cubicBezTo>
                    <a:pt x="462635" y="663249"/>
                    <a:pt x="386423" y="674489"/>
                    <a:pt x="300114" y="691128"/>
                  </a:cubicBezTo>
                  <a:cubicBezTo>
                    <a:pt x="213805" y="707767"/>
                    <a:pt x="118657" y="736309"/>
                    <a:pt x="69794" y="733806"/>
                  </a:cubicBezTo>
                  <a:cubicBezTo>
                    <a:pt x="20931" y="731303"/>
                    <a:pt x="16650" y="704232"/>
                    <a:pt x="6934" y="676109"/>
                  </a:cubicBezTo>
                  <a:cubicBezTo>
                    <a:pt x="-2782" y="647986"/>
                    <a:pt x="-3184" y="588056"/>
                    <a:pt x="11495" y="565069"/>
                  </a:cubicBezTo>
                  <a:cubicBezTo>
                    <a:pt x="26174" y="542082"/>
                    <a:pt x="-10652" y="561085"/>
                    <a:pt x="95007" y="538187"/>
                  </a:cubicBezTo>
                  <a:cubicBezTo>
                    <a:pt x="200666" y="515289"/>
                    <a:pt x="539649" y="467772"/>
                    <a:pt x="645449" y="427680"/>
                  </a:cubicBezTo>
                  <a:cubicBezTo>
                    <a:pt x="751249" y="387588"/>
                    <a:pt x="703388" y="336966"/>
                    <a:pt x="729808" y="297633"/>
                  </a:cubicBezTo>
                  <a:cubicBezTo>
                    <a:pt x="756228" y="258300"/>
                    <a:pt x="689531" y="188539"/>
                    <a:pt x="706598" y="138016"/>
                  </a:cubicBezTo>
                  <a:cubicBezTo>
                    <a:pt x="723665" y="87493"/>
                    <a:pt x="790679" y="1768"/>
                    <a:pt x="868056" y="37"/>
                  </a:cubicBezTo>
                  <a:cubicBezTo>
                    <a:pt x="945433" y="-1694"/>
                    <a:pt x="1115510" y="58284"/>
                    <a:pt x="1170863" y="12762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C6E74"/>
                </a:gs>
                <a:gs pos="79000">
                  <a:schemeClr val="bg1"/>
                </a:gs>
                <a:gs pos="100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7A2C3CD7-D430-BA4A-B1FA-0266DCFD3240}"/>
                </a:ext>
              </a:extLst>
            </p:cNvPr>
            <p:cNvSpPr/>
            <p:nvPr/>
          </p:nvSpPr>
          <p:spPr>
            <a:xfrm>
              <a:off x="1708866" y="1032241"/>
              <a:ext cx="6046855" cy="4762297"/>
            </a:xfrm>
            <a:custGeom>
              <a:avLst/>
              <a:gdLst>
                <a:gd name="connsiteX0" fmla="*/ 1841456 w 6475139"/>
                <a:gd name="connsiteY0" fmla="*/ 4147234 h 5269589"/>
                <a:gd name="connsiteX1" fmla="*/ 1593035 w 6475139"/>
                <a:gd name="connsiteY1" fmla="*/ 4120806 h 5269589"/>
                <a:gd name="connsiteX2" fmla="*/ 1455611 w 6475139"/>
                <a:gd name="connsiteY2" fmla="*/ 3983382 h 5269589"/>
                <a:gd name="connsiteX3" fmla="*/ 1201904 w 6475139"/>
                <a:gd name="connsiteY3" fmla="*/ 3676820 h 5269589"/>
                <a:gd name="connsiteX4" fmla="*/ 1001053 w 6475139"/>
                <a:gd name="connsiteY4" fmla="*/ 3544682 h 5269589"/>
                <a:gd name="connsiteX5" fmla="*/ 694492 w 6475139"/>
                <a:gd name="connsiteY5" fmla="*/ 3301546 h 5269589"/>
                <a:gd name="connsiteX6" fmla="*/ 319218 w 6475139"/>
                <a:gd name="connsiteY6" fmla="*/ 2709565 h 5269589"/>
                <a:gd name="connsiteX7" fmla="*/ 398501 w 6475139"/>
                <a:gd name="connsiteY7" fmla="*/ 2133440 h 5269589"/>
                <a:gd name="connsiteX8" fmla="*/ 583495 w 6475139"/>
                <a:gd name="connsiteY8" fmla="*/ 1435747 h 5269589"/>
                <a:gd name="connsiteX9" fmla="*/ 1376327 w 6475139"/>
                <a:gd name="connsiteY9" fmla="*/ 801482 h 5269589"/>
                <a:gd name="connsiteX10" fmla="*/ 2359440 w 6475139"/>
                <a:gd name="connsiteY10" fmla="*/ 309926 h 5269589"/>
                <a:gd name="connsiteX11" fmla="*/ 4034959 w 6475139"/>
                <a:gd name="connsiteY11" fmla="*/ 8649 h 5269589"/>
                <a:gd name="connsiteX12" fmla="*/ 5451486 w 6475139"/>
                <a:gd name="connsiteY12" fmla="*/ 642915 h 5269589"/>
                <a:gd name="connsiteX13" fmla="*/ 6328887 w 6475139"/>
                <a:gd name="connsiteY13" fmla="*/ 2059442 h 5269589"/>
                <a:gd name="connsiteX14" fmla="*/ 6450455 w 6475139"/>
                <a:gd name="connsiteY14" fmla="*/ 3042554 h 5269589"/>
                <a:gd name="connsiteX15" fmla="*/ 6069895 w 6475139"/>
                <a:gd name="connsiteY15" fmla="*/ 3872386 h 5269589"/>
                <a:gd name="connsiteX16" fmla="*/ 5847902 w 6475139"/>
                <a:gd name="connsiteY16" fmla="*/ 4052094 h 5269589"/>
                <a:gd name="connsiteX17" fmla="*/ 5530769 w 6475139"/>
                <a:gd name="connsiteY17" fmla="*/ 4480224 h 5269589"/>
                <a:gd name="connsiteX18" fmla="*/ 4198811 w 6475139"/>
                <a:gd name="connsiteY18" fmla="*/ 5241343 h 5269589"/>
                <a:gd name="connsiteX19" fmla="*/ 2301299 w 6475139"/>
                <a:gd name="connsiteY19" fmla="*/ 5082776 h 5269589"/>
                <a:gd name="connsiteX20" fmla="*/ 1355185 w 6475139"/>
                <a:gd name="connsiteY20" fmla="*/ 4855498 h 5269589"/>
                <a:gd name="connsiteX21" fmla="*/ 964055 w 6475139"/>
                <a:gd name="connsiteY21" fmla="*/ 4707502 h 5269589"/>
                <a:gd name="connsiteX22" fmla="*/ 382644 w 6475139"/>
                <a:gd name="connsiteY22" fmla="*/ 4231803 h 5269589"/>
                <a:gd name="connsiteX23" fmla="*/ 49655 w 6475139"/>
                <a:gd name="connsiteY23" fmla="*/ 3613394 h 5269589"/>
                <a:gd name="connsiteX24" fmla="*/ 7370 w 6475139"/>
                <a:gd name="connsiteY24" fmla="*/ 2883988 h 5269589"/>
                <a:gd name="connsiteX25" fmla="*/ 107796 w 6475139"/>
                <a:gd name="connsiteY25" fmla="*/ 2265579 h 5269589"/>
                <a:gd name="connsiteX26" fmla="*/ 382644 w 6475139"/>
                <a:gd name="connsiteY26" fmla="*/ 1620742 h 5269589"/>
                <a:gd name="connsiteX27" fmla="*/ 440785 w 6475139"/>
                <a:gd name="connsiteY27" fmla="*/ 1700025 h 5269589"/>
                <a:gd name="connsiteX28" fmla="*/ 329789 w 6475139"/>
                <a:gd name="connsiteY28" fmla="*/ 2138726 h 5269589"/>
                <a:gd name="connsiteX29" fmla="*/ 234649 w 6475139"/>
                <a:gd name="connsiteY29" fmla="*/ 2868131 h 5269589"/>
                <a:gd name="connsiteX30" fmla="*/ 345645 w 6475139"/>
                <a:gd name="connsiteY30" fmla="*/ 3475969 h 5269589"/>
                <a:gd name="connsiteX31" fmla="*/ 731490 w 6475139"/>
                <a:gd name="connsiteY31" fmla="*/ 4115521 h 5269589"/>
                <a:gd name="connsiteX32" fmla="*/ 1429183 w 6475139"/>
                <a:gd name="connsiteY32" fmla="*/ 4459082 h 5269589"/>
                <a:gd name="connsiteX33" fmla="*/ 2190302 w 6475139"/>
                <a:gd name="connsiteY33" fmla="*/ 4633505 h 5269589"/>
                <a:gd name="connsiteX34" fmla="*/ 3088845 w 6475139"/>
                <a:gd name="connsiteY34" fmla="*/ 4765643 h 5269589"/>
                <a:gd name="connsiteX35" fmla="*/ 4066672 w 6475139"/>
                <a:gd name="connsiteY35" fmla="*/ 4649361 h 5269589"/>
                <a:gd name="connsiteX36" fmla="*/ 4706223 w 6475139"/>
                <a:gd name="connsiteY36" fmla="*/ 4374513 h 5269589"/>
                <a:gd name="connsiteX37" fmla="*/ 5113211 w 6475139"/>
                <a:gd name="connsiteY37" fmla="*/ 4020381 h 5269589"/>
                <a:gd name="connsiteX38" fmla="*/ 5298205 w 6475139"/>
                <a:gd name="connsiteY38" fmla="*/ 3808959 h 5269589"/>
                <a:gd name="connsiteX0" fmla="*/ 1841456 w 6475139"/>
                <a:gd name="connsiteY0" fmla="*/ 4050634 h 5172989"/>
                <a:gd name="connsiteX1" fmla="*/ 1593035 w 6475139"/>
                <a:gd name="connsiteY1" fmla="*/ 4024206 h 5172989"/>
                <a:gd name="connsiteX2" fmla="*/ 1455611 w 6475139"/>
                <a:gd name="connsiteY2" fmla="*/ 3886782 h 5172989"/>
                <a:gd name="connsiteX3" fmla="*/ 1201904 w 6475139"/>
                <a:gd name="connsiteY3" fmla="*/ 3580220 h 5172989"/>
                <a:gd name="connsiteX4" fmla="*/ 1001053 w 6475139"/>
                <a:gd name="connsiteY4" fmla="*/ 3448082 h 5172989"/>
                <a:gd name="connsiteX5" fmla="*/ 694492 w 6475139"/>
                <a:gd name="connsiteY5" fmla="*/ 3204946 h 5172989"/>
                <a:gd name="connsiteX6" fmla="*/ 319218 w 6475139"/>
                <a:gd name="connsiteY6" fmla="*/ 2612965 h 5172989"/>
                <a:gd name="connsiteX7" fmla="*/ 398501 w 6475139"/>
                <a:gd name="connsiteY7" fmla="*/ 2036840 h 5172989"/>
                <a:gd name="connsiteX8" fmla="*/ 583495 w 6475139"/>
                <a:gd name="connsiteY8" fmla="*/ 1339147 h 5172989"/>
                <a:gd name="connsiteX9" fmla="*/ 1376327 w 6475139"/>
                <a:gd name="connsiteY9" fmla="*/ 704882 h 5172989"/>
                <a:gd name="connsiteX10" fmla="*/ 2359440 w 6475139"/>
                <a:gd name="connsiteY10" fmla="*/ 213326 h 5172989"/>
                <a:gd name="connsiteX11" fmla="*/ 4093100 w 6475139"/>
                <a:gd name="connsiteY11" fmla="*/ 12475 h 5172989"/>
                <a:gd name="connsiteX12" fmla="*/ 5451486 w 6475139"/>
                <a:gd name="connsiteY12" fmla="*/ 546315 h 5172989"/>
                <a:gd name="connsiteX13" fmla="*/ 6328887 w 6475139"/>
                <a:gd name="connsiteY13" fmla="*/ 1962842 h 5172989"/>
                <a:gd name="connsiteX14" fmla="*/ 6450455 w 6475139"/>
                <a:gd name="connsiteY14" fmla="*/ 2945954 h 5172989"/>
                <a:gd name="connsiteX15" fmla="*/ 6069895 w 6475139"/>
                <a:gd name="connsiteY15" fmla="*/ 3775786 h 5172989"/>
                <a:gd name="connsiteX16" fmla="*/ 5847902 w 6475139"/>
                <a:gd name="connsiteY16" fmla="*/ 3955494 h 5172989"/>
                <a:gd name="connsiteX17" fmla="*/ 5530769 w 6475139"/>
                <a:gd name="connsiteY17" fmla="*/ 4383624 h 5172989"/>
                <a:gd name="connsiteX18" fmla="*/ 4198811 w 6475139"/>
                <a:gd name="connsiteY18" fmla="*/ 5144743 h 5172989"/>
                <a:gd name="connsiteX19" fmla="*/ 2301299 w 6475139"/>
                <a:gd name="connsiteY19" fmla="*/ 4986176 h 5172989"/>
                <a:gd name="connsiteX20" fmla="*/ 1355185 w 6475139"/>
                <a:gd name="connsiteY20" fmla="*/ 4758898 h 5172989"/>
                <a:gd name="connsiteX21" fmla="*/ 964055 w 6475139"/>
                <a:gd name="connsiteY21" fmla="*/ 4610902 h 5172989"/>
                <a:gd name="connsiteX22" fmla="*/ 382644 w 6475139"/>
                <a:gd name="connsiteY22" fmla="*/ 4135203 h 5172989"/>
                <a:gd name="connsiteX23" fmla="*/ 49655 w 6475139"/>
                <a:gd name="connsiteY23" fmla="*/ 3516794 h 5172989"/>
                <a:gd name="connsiteX24" fmla="*/ 7370 w 6475139"/>
                <a:gd name="connsiteY24" fmla="*/ 2787388 h 5172989"/>
                <a:gd name="connsiteX25" fmla="*/ 107796 w 6475139"/>
                <a:gd name="connsiteY25" fmla="*/ 2168979 h 5172989"/>
                <a:gd name="connsiteX26" fmla="*/ 382644 w 6475139"/>
                <a:gd name="connsiteY26" fmla="*/ 1524142 h 5172989"/>
                <a:gd name="connsiteX27" fmla="*/ 440785 w 6475139"/>
                <a:gd name="connsiteY27" fmla="*/ 1603425 h 5172989"/>
                <a:gd name="connsiteX28" fmla="*/ 329789 w 6475139"/>
                <a:gd name="connsiteY28" fmla="*/ 2042126 h 5172989"/>
                <a:gd name="connsiteX29" fmla="*/ 234649 w 6475139"/>
                <a:gd name="connsiteY29" fmla="*/ 2771531 h 5172989"/>
                <a:gd name="connsiteX30" fmla="*/ 345645 w 6475139"/>
                <a:gd name="connsiteY30" fmla="*/ 3379369 h 5172989"/>
                <a:gd name="connsiteX31" fmla="*/ 731490 w 6475139"/>
                <a:gd name="connsiteY31" fmla="*/ 4018921 h 5172989"/>
                <a:gd name="connsiteX32" fmla="*/ 1429183 w 6475139"/>
                <a:gd name="connsiteY32" fmla="*/ 4362482 h 5172989"/>
                <a:gd name="connsiteX33" fmla="*/ 2190302 w 6475139"/>
                <a:gd name="connsiteY33" fmla="*/ 4536905 h 5172989"/>
                <a:gd name="connsiteX34" fmla="*/ 3088845 w 6475139"/>
                <a:gd name="connsiteY34" fmla="*/ 4669043 h 5172989"/>
                <a:gd name="connsiteX35" fmla="*/ 4066672 w 6475139"/>
                <a:gd name="connsiteY35" fmla="*/ 4552761 h 5172989"/>
                <a:gd name="connsiteX36" fmla="*/ 4706223 w 6475139"/>
                <a:gd name="connsiteY36" fmla="*/ 4277913 h 5172989"/>
                <a:gd name="connsiteX37" fmla="*/ 5113211 w 6475139"/>
                <a:gd name="connsiteY37" fmla="*/ 3923781 h 5172989"/>
                <a:gd name="connsiteX38" fmla="*/ 5298205 w 6475139"/>
                <a:gd name="connsiteY38" fmla="*/ 3712359 h 5172989"/>
                <a:gd name="connsiteX0" fmla="*/ 1841456 w 6475139"/>
                <a:gd name="connsiteY0" fmla="*/ 4045559 h 5167914"/>
                <a:gd name="connsiteX1" fmla="*/ 1593035 w 6475139"/>
                <a:gd name="connsiteY1" fmla="*/ 4019131 h 5167914"/>
                <a:gd name="connsiteX2" fmla="*/ 1455611 w 6475139"/>
                <a:gd name="connsiteY2" fmla="*/ 3881707 h 5167914"/>
                <a:gd name="connsiteX3" fmla="*/ 1201904 w 6475139"/>
                <a:gd name="connsiteY3" fmla="*/ 3575145 h 5167914"/>
                <a:gd name="connsiteX4" fmla="*/ 1001053 w 6475139"/>
                <a:gd name="connsiteY4" fmla="*/ 3443007 h 5167914"/>
                <a:gd name="connsiteX5" fmla="*/ 694492 w 6475139"/>
                <a:gd name="connsiteY5" fmla="*/ 3199871 h 5167914"/>
                <a:gd name="connsiteX6" fmla="*/ 319218 w 6475139"/>
                <a:gd name="connsiteY6" fmla="*/ 2607890 h 5167914"/>
                <a:gd name="connsiteX7" fmla="*/ 398501 w 6475139"/>
                <a:gd name="connsiteY7" fmla="*/ 2031765 h 5167914"/>
                <a:gd name="connsiteX8" fmla="*/ 583495 w 6475139"/>
                <a:gd name="connsiteY8" fmla="*/ 1334072 h 5167914"/>
                <a:gd name="connsiteX9" fmla="*/ 1376327 w 6475139"/>
                <a:gd name="connsiteY9" fmla="*/ 699807 h 5167914"/>
                <a:gd name="connsiteX10" fmla="*/ 2396439 w 6475139"/>
                <a:gd name="connsiteY10" fmla="*/ 261106 h 5167914"/>
                <a:gd name="connsiteX11" fmla="*/ 4093100 w 6475139"/>
                <a:gd name="connsiteY11" fmla="*/ 7400 h 5167914"/>
                <a:gd name="connsiteX12" fmla="*/ 5451486 w 6475139"/>
                <a:gd name="connsiteY12" fmla="*/ 541240 h 5167914"/>
                <a:gd name="connsiteX13" fmla="*/ 6328887 w 6475139"/>
                <a:gd name="connsiteY13" fmla="*/ 1957767 h 5167914"/>
                <a:gd name="connsiteX14" fmla="*/ 6450455 w 6475139"/>
                <a:gd name="connsiteY14" fmla="*/ 2940879 h 5167914"/>
                <a:gd name="connsiteX15" fmla="*/ 6069895 w 6475139"/>
                <a:gd name="connsiteY15" fmla="*/ 3770711 h 5167914"/>
                <a:gd name="connsiteX16" fmla="*/ 5847902 w 6475139"/>
                <a:gd name="connsiteY16" fmla="*/ 3950419 h 5167914"/>
                <a:gd name="connsiteX17" fmla="*/ 5530769 w 6475139"/>
                <a:gd name="connsiteY17" fmla="*/ 4378549 h 5167914"/>
                <a:gd name="connsiteX18" fmla="*/ 4198811 w 6475139"/>
                <a:gd name="connsiteY18" fmla="*/ 5139668 h 5167914"/>
                <a:gd name="connsiteX19" fmla="*/ 2301299 w 6475139"/>
                <a:gd name="connsiteY19" fmla="*/ 4981101 h 5167914"/>
                <a:gd name="connsiteX20" fmla="*/ 1355185 w 6475139"/>
                <a:gd name="connsiteY20" fmla="*/ 4753823 h 5167914"/>
                <a:gd name="connsiteX21" fmla="*/ 964055 w 6475139"/>
                <a:gd name="connsiteY21" fmla="*/ 4605827 h 5167914"/>
                <a:gd name="connsiteX22" fmla="*/ 382644 w 6475139"/>
                <a:gd name="connsiteY22" fmla="*/ 4130128 h 5167914"/>
                <a:gd name="connsiteX23" fmla="*/ 49655 w 6475139"/>
                <a:gd name="connsiteY23" fmla="*/ 3511719 h 5167914"/>
                <a:gd name="connsiteX24" fmla="*/ 7370 w 6475139"/>
                <a:gd name="connsiteY24" fmla="*/ 2782313 h 5167914"/>
                <a:gd name="connsiteX25" fmla="*/ 107796 w 6475139"/>
                <a:gd name="connsiteY25" fmla="*/ 2163904 h 5167914"/>
                <a:gd name="connsiteX26" fmla="*/ 382644 w 6475139"/>
                <a:gd name="connsiteY26" fmla="*/ 1519067 h 5167914"/>
                <a:gd name="connsiteX27" fmla="*/ 440785 w 6475139"/>
                <a:gd name="connsiteY27" fmla="*/ 1598350 h 5167914"/>
                <a:gd name="connsiteX28" fmla="*/ 329789 w 6475139"/>
                <a:gd name="connsiteY28" fmla="*/ 2037051 h 5167914"/>
                <a:gd name="connsiteX29" fmla="*/ 234649 w 6475139"/>
                <a:gd name="connsiteY29" fmla="*/ 2766456 h 5167914"/>
                <a:gd name="connsiteX30" fmla="*/ 345645 w 6475139"/>
                <a:gd name="connsiteY30" fmla="*/ 3374294 h 5167914"/>
                <a:gd name="connsiteX31" fmla="*/ 731490 w 6475139"/>
                <a:gd name="connsiteY31" fmla="*/ 4013846 h 5167914"/>
                <a:gd name="connsiteX32" fmla="*/ 1429183 w 6475139"/>
                <a:gd name="connsiteY32" fmla="*/ 4357407 h 5167914"/>
                <a:gd name="connsiteX33" fmla="*/ 2190302 w 6475139"/>
                <a:gd name="connsiteY33" fmla="*/ 4531830 h 5167914"/>
                <a:gd name="connsiteX34" fmla="*/ 3088845 w 6475139"/>
                <a:gd name="connsiteY34" fmla="*/ 4663968 h 5167914"/>
                <a:gd name="connsiteX35" fmla="*/ 4066672 w 6475139"/>
                <a:gd name="connsiteY35" fmla="*/ 4547686 h 5167914"/>
                <a:gd name="connsiteX36" fmla="*/ 4706223 w 6475139"/>
                <a:gd name="connsiteY36" fmla="*/ 4272838 h 5167914"/>
                <a:gd name="connsiteX37" fmla="*/ 5113211 w 6475139"/>
                <a:gd name="connsiteY37" fmla="*/ 3918706 h 5167914"/>
                <a:gd name="connsiteX38" fmla="*/ 5298205 w 6475139"/>
                <a:gd name="connsiteY38" fmla="*/ 3707284 h 5167914"/>
                <a:gd name="connsiteX0" fmla="*/ 1841456 w 6475139"/>
                <a:gd name="connsiteY0" fmla="*/ 3934764 h 5057119"/>
                <a:gd name="connsiteX1" fmla="*/ 1593035 w 6475139"/>
                <a:gd name="connsiteY1" fmla="*/ 3908336 h 5057119"/>
                <a:gd name="connsiteX2" fmla="*/ 1455611 w 6475139"/>
                <a:gd name="connsiteY2" fmla="*/ 3770912 h 5057119"/>
                <a:gd name="connsiteX3" fmla="*/ 1201904 w 6475139"/>
                <a:gd name="connsiteY3" fmla="*/ 3464350 h 5057119"/>
                <a:gd name="connsiteX4" fmla="*/ 1001053 w 6475139"/>
                <a:gd name="connsiteY4" fmla="*/ 3332212 h 5057119"/>
                <a:gd name="connsiteX5" fmla="*/ 694492 w 6475139"/>
                <a:gd name="connsiteY5" fmla="*/ 3089076 h 5057119"/>
                <a:gd name="connsiteX6" fmla="*/ 319218 w 6475139"/>
                <a:gd name="connsiteY6" fmla="*/ 2497095 h 5057119"/>
                <a:gd name="connsiteX7" fmla="*/ 398501 w 6475139"/>
                <a:gd name="connsiteY7" fmla="*/ 1920970 h 5057119"/>
                <a:gd name="connsiteX8" fmla="*/ 583495 w 6475139"/>
                <a:gd name="connsiteY8" fmla="*/ 1223277 h 5057119"/>
                <a:gd name="connsiteX9" fmla="*/ 1376327 w 6475139"/>
                <a:gd name="connsiteY9" fmla="*/ 589012 h 5057119"/>
                <a:gd name="connsiteX10" fmla="*/ 2396439 w 6475139"/>
                <a:gd name="connsiteY10" fmla="*/ 150311 h 5057119"/>
                <a:gd name="connsiteX11" fmla="*/ 4087815 w 6475139"/>
                <a:gd name="connsiteY11" fmla="*/ 12887 h 5057119"/>
                <a:gd name="connsiteX12" fmla="*/ 5451486 w 6475139"/>
                <a:gd name="connsiteY12" fmla="*/ 430445 h 5057119"/>
                <a:gd name="connsiteX13" fmla="*/ 6328887 w 6475139"/>
                <a:gd name="connsiteY13" fmla="*/ 1846972 h 5057119"/>
                <a:gd name="connsiteX14" fmla="*/ 6450455 w 6475139"/>
                <a:gd name="connsiteY14" fmla="*/ 2830084 h 5057119"/>
                <a:gd name="connsiteX15" fmla="*/ 6069895 w 6475139"/>
                <a:gd name="connsiteY15" fmla="*/ 3659916 h 5057119"/>
                <a:gd name="connsiteX16" fmla="*/ 5847902 w 6475139"/>
                <a:gd name="connsiteY16" fmla="*/ 3839624 h 5057119"/>
                <a:gd name="connsiteX17" fmla="*/ 5530769 w 6475139"/>
                <a:gd name="connsiteY17" fmla="*/ 4267754 h 5057119"/>
                <a:gd name="connsiteX18" fmla="*/ 4198811 w 6475139"/>
                <a:gd name="connsiteY18" fmla="*/ 5028873 h 5057119"/>
                <a:gd name="connsiteX19" fmla="*/ 2301299 w 6475139"/>
                <a:gd name="connsiteY19" fmla="*/ 4870306 h 5057119"/>
                <a:gd name="connsiteX20" fmla="*/ 1355185 w 6475139"/>
                <a:gd name="connsiteY20" fmla="*/ 4643028 h 5057119"/>
                <a:gd name="connsiteX21" fmla="*/ 964055 w 6475139"/>
                <a:gd name="connsiteY21" fmla="*/ 4495032 h 5057119"/>
                <a:gd name="connsiteX22" fmla="*/ 382644 w 6475139"/>
                <a:gd name="connsiteY22" fmla="*/ 4019333 h 5057119"/>
                <a:gd name="connsiteX23" fmla="*/ 49655 w 6475139"/>
                <a:gd name="connsiteY23" fmla="*/ 3400924 h 5057119"/>
                <a:gd name="connsiteX24" fmla="*/ 7370 w 6475139"/>
                <a:gd name="connsiteY24" fmla="*/ 2671518 h 5057119"/>
                <a:gd name="connsiteX25" fmla="*/ 107796 w 6475139"/>
                <a:gd name="connsiteY25" fmla="*/ 2053109 h 5057119"/>
                <a:gd name="connsiteX26" fmla="*/ 382644 w 6475139"/>
                <a:gd name="connsiteY26" fmla="*/ 1408272 h 5057119"/>
                <a:gd name="connsiteX27" fmla="*/ 440785 w 6475139"/>
                <a:gd name="connsiteY27" fmla="*/ 1487555 h 5057119"/>
                <a:gd name="connsiteX28" fmla="*/ 329789 w 6475139"/>
                <a:gd name="connsiteY28" fmla="*/ 1926256 h 5057119"/>
                <a:gd name="connsiteX29" fmla="*/ 234649 w 6475139"/>
                <a:gd name="connsiteY29" fmla="*/ 2655661 h 5057119"/>
                <a:gd name="connsiteX30" fmla="*/ 345645 w 6475139"/>
                <a:gd name="connsiteY30" fmla="*/ 3263499 h 5057119"/>
                <a:gd name="connsiteX31" fmla="*/ 731490 w 6475139"/>
                <a:gd name="connsiteY31" fmla="*/ 3903051 h 5057119"/>
                <a:gd name="connsiteX32" fmla="*/ 1429183 w 6475139"/>
                <a:gd name="connsiteY32" fmla="*/ 4246612 h 5057119"/>
                <a:gd name="connsiteX33" fmla="*/ 2190302 w 6475139"/>
                <a:gd name="connsiteY33" fmla="*/ 4421035 h 5057119"/>
                <a:gd name="connsiteX34" fmla="*/ 3088845 w 6475139"/>
                <a:gd name="connsiteY34" fmla="*/ 4553173 h 5057119"/>
                <a:gd name="connsiteX35" fmla="*/ 4066672 w 6475139"/>
                <a:gd name="connsiteY35" fmla="*/ 4436891 h 5057119"/>
                <a:gd name="connsiteX36" fmla="*/ 4706223 w 6475139"/>
                <a:gd name="connsiteY36" fmla="*/ 4162043 h 5057119"/>
                <a:gd name="connsiteX37" fmla="*/ 5113211 w 6475139"/>
                <a:gd name="connsiteY37" fmla="*/ 3807911 h 5057119"/>
                <a:gd name="connsiteX38" fmla="*/ 5298205 w 6475139"/>
                <a:gd name="connsiteY38" fmla="*/ 3596489 h 5057119"/>
                <a:gd name="connsiteX0" fmla="*/ 1841456 w 6478134"/>
                <a:gd name="connsiteY0" fmla="*/ 3940869 h 5063224"/>
                <a:gd name="connsiteX1" fmla="*/ 1593035 w 6478134"/>
                <a:gd name="connsiteY1" fmla="*/ 3914441 h 5063224"/>
                <a:gd name="connsiteX2" fmla="*/ 1455611 w 6478134"/>
                <a:gd name="connsiteY2" fmla="*/ 3777017 h 5063224"/>
                <a:gd name="connsiteX3" fmla="*/ 1201904 w 6478134"/>
                <a:gd name="connsiteY3" fmla="*/ 3470455 h 5063224"/>
                <a:gd name="connsiteX4" fmla="*/ 1001053 w 6478134"/>
                <a:gd name="connsiteY4" fmla="*/ 3338317 h 5063224"/>
                <a:gd name="connsiteX5" fmla="*/ 694492 w 6478134"/>
                <a:gd name="connsiteY5" fmla="*/ 3095181 h 5063224"/>
                <a:gd name="connsiteX6" fmla="*/ 319218 w 6478134"/>
                <a:gd name="connsiteY6" fmla="*/ 2503200 h 5063224"/>
                <a:gd name="connsiteX7" fmla="*/ 398501 w 6478134"/>
                <a:gd name="connsiteY7" fmla="*/ 1927075 h 5063224"/>
                <a:gd name="connsiteX8" fmla="*/ 583495 w 6478134"/>
                <a:gd name="connsiteY8" fmla="*/ 1229382 h 5063224"/>
                <a:gd name="connsiteX9" fmla="*/ 1376327 w 6478134"/>
                <a:gd name="connsiteY9" fmla="*/ 595117 h 5063224"/>
                <a:gd name="connsiteX10" fmla="*/ 2396439 w 6478134"/>
                <a:gd name="connsiteY10" fmla="*/ 156416 h 5063224"/>
                <a:gd name="connsiteX11" fmla="*/ 4087815 w 6478134"/>
                <a:gd name="connsiteY11" fmla="*/ 18992 h 5063224"/>
                <a:gd name="connsiteX12" fmla="*/ 5377489 w 6478134"/>
                <a:gd name="connsiteY12" fmla="*/ 531689 h 5063224"/>
                <a:gd name="connsiteX13" fmla="*/ 6328887 w 6478134"/>
                <a:gd name="connsiteY13" fmla="*/ 1853077 h 5063224"/>
                <a:gd name="connsiteX14" fmla="*/ 6450455 w 6478134"/>
                <a:gd name="connsiteY14" fmla="*/ 2836189 h 5063224"/>
                <a:gd name="connsiteX15" fmla="*/ 6069895 w 6478134"/>
                <a:gd name="connsiteY15" fmla="*/ 3666021 h 5063224"/>
                <a:gd name="connsiteX16" fmla="*/ 5847902 w 6478134"/>
                <a:gd name="connsiteY16" fmla="*/ 3845729 h 5063224"/>
                <a:gd name="connsiteX17" fmla="*/ 5530769 w 6478134"/>
                <a:gd name="connsiteY17" fmla="*/ 4273859 h 5063224"/>
                <a:gd name="connsiteX18" fmla="*/ 4198811 w 6478134"/>
                <a:gd name="connsiteY18" fmla="*/ 5034978 h 5063224"/>
                <a:gd name="connsiteX19" fmla="*/ 2301299 w 6478134"/>
                <a:gd name="connsiteY19" fmla="*/ 4876411 h 5063224"/>
                <a:gd name="connsiteX20" fmla="*/ 1355185 w 6478134"/>
                <a:gd name="connsiteY20" fmla="*/ 4649133 h 5063224"/>
                <a:gd name="connsiteX21" fmla="*/ 964055 w 6478134"/>
                <a:gd name="connsiteY21" fmla="*/ 4501137 h 5063224"/>
                <a:gd name="connsiteX22" fmla="*/ 382644 w 6478134"/>
                <a:gd name="connsiteY22" fmla="*/ 4025438 h 5063224"/>
                <a:gd name="connsiteX23" fmla="*/ 49655 w 6478134"/>
                <a:gd name="connsiteY23" fmla="*/ 3407029 h 5063224"/>
                <a:gd name="connsiteX24" fmla="*/ 7370 w 6478134"/>
                <a:gd name="connsiteY24" fmla="*/ 2677623 h 5063224"/>
                <a:gd name="connsiteX25" fmla="*/ 107796 w 6478134"/>
                <a:gd name="connsiteY25" fmla="*/ 2059214 h 5063224"/>
                <a:gd name="connsiteX26" fmla="*/ 382644 w 6478134"/>
                <a:gd name="connsiteY26" fmla="*/ 1414377 h 5063224"/>
                <a:gd name="connsiteX27" fmla="*/ 440785 w 6478134"/>
                <a:gd name="connsiteY27" fmla="*/ 1493660 h 5063224"/>
                <a:gd name="connsiteX28" fmla="*/ 329789 w 6478134"/>
                <a:gd name="connsiteY28" fmla="*/ 1932361 h 5063224"/>
                <a:gd name="connsiteX29" fmla="*/ 234649 w 6478134"/>
                <a:gd name="connsiteY29" fmla="*/ 2661766 h 5063224"/>
                <a:gd name="connsiteX30" fmla="*/ 345645 w 6478134"/>
                <a:gd name="connsiteY30" fmla="*/ 3269604 h 5063224"/>
                <a:gd name="connsiteX31" fmla="*/ 731490 w 6478134"/>
                <a:gd name="connsiteY31" fmla="*/ 3909156 h 5063224"/>
                <a:gd name="connsiteX32" fmla="*/ 1429183 w 6478134"/>
                <a:gd name="connsiteY32" fmla="*/ 4252717 h 5063224"/>
                <a:gd name="connsiteX33" fmla="*/ 2190302 w 6478134"/>
                <a:gd name="connsiteY33" fmla="*/ 4427140 h 5063224"/>
                <a:gd name="connsiteX34" fmla="*/ 3088845 w 6478134"/>
                <a:gd name="connsiteY34" fmla="*/ 4559278 h 5063224"/>
                <a:gd name="connsiteX35" fmla="*/ 4066672 w 6478134"/>
                <a:gd name="connsiteY35" fmla="*/ 4442996 h 5063224"/>
                <a:gd name="connsiteX36" fmla="*/ 4706223 w 6478134"/>
                <a:gd name="connsiteY36" fmla="*/ 4168148 h 5063224"/>
                <a:gd name="connsiteX37" fmla="*/ 5113211 w 6478134"/>
                <a:gd name="connsiteY37" fmla="*/ 3814016 h 5063224"/>
                <a:gd name="connsiteX38" fmla="*/ 5298205 w 6478134"/>
                <a:gd name="connsiteY38" fmla="*/ 3602594 h 5063224"/>
                <a:gd name="connsiteX0" fmla="*/ 1841456 w 6478134"/>
                <a:gd name="connsiteY0" fmla="*/ 3912794 h 5035149"/>
                <a:gd name="connsiteX1" fmla="*/ 1593035 w 6478134"/>
                <a:gd name="connsiteY1" fmla="*/ 3886366 h 5035149"/>
                <a:gd name="connsiteX2" fmla="*/ 1455611 w 6478134"/>
                <a:gd name="connsiteY2" fmla="*/ 3748942 h 5035149"/>
                <a:gd name="connsiteX3" fmla="*/ 1201904 w 6478134"/>
                <a:gd name="connsiteY3" fmla="*/ 3442380 h 5035149"/>
                <a:gd name="connsiteX4" fmla="*/ 1001053 w 6478134"/>
                <a:gd name="connsiteY4" fmla="*/ 3310242 h 5035149"/>
                <a:gd name="connsiteX5" fmla="*/ 694492 w 6478134"/>
                <a:gd name="connsiteY5" fmla="*/ 3067106 h 5035149"/>
                <a:gd name="connsiteX6" fmla="*/ 319218 w 6478134"/>
                <a:gd name="connsiteY6" fmla="*/ 2475125 h 5035149"/>
                <a:gd name="connsiteX7" fmla="*/ 398501 w 6478134"/>
                <a:gd name="connsiteY7" fmla="*/ 1899000 h 5035149"/>
                <a:gd name="connsiteX8" fmla="*/ 583495 w 6478134"/>
                <a:gd name="connsiteY8" fmla="*/ 1201307 h 5035149"/>
                <a:gd name="connsiteX9" fmla="*/ 1376327 w 6478134"/>
                <a:gd name="connsiteY9" fmla="*/ 567042 h 5035149"/>
                <a:gd name="connsiteX10" fmla="*/ 2396439 w 6478134"/>
                <a:gd name="connsiteY10" fmla="*/ 128341 h 5035149"/>
                <a:gd name="connsiteX11" fmla="*/ 4056101 w 6478134"/>
                <a:gd name="connsiteY11" fmla="*/ 22630 h 5035149"/>
                <a:gd name="connsiteX12" fmla="*/ 5377489 w 6478134"/>
                <a:gd name="connsiteY12" fmla="*/ 503614 h 5035149"/>
                <a:gd name="connsiteX13" fmla="*/ 6328887 w 6478134"/>
                <a:gd name="connsiteY13" fmla="*/ 1825002 h 5035149"/>
                <a:gd name="connsiteX14" fmla="*/ 6450455 w 6478134"/>
                <a:gd name="connsiteY14" fmla="*/ 2808114 h 5035149"/>
                <a:gd name="connsiteX15" fmla="*/ 6069895 w 6478134"/>
                <a:gd name="connsiteY15" fmla="*/ 3637946 h 5035149"/>
                <a:gd name="connsiteX16" fmla="*/ 5847902 w 6478134"/>
                <a:gd name="connsiteY16" fmla="*/ 3817654 h 5035149"/>
                <a:gd name="connsiteX17" fmla="*/ 5530769 w 6478134"/>
                <a:gd name="connsiteY17" fmla="*/ 4245784 h 5035149"/>
                <a:gd name="connsiteX18" fmla="*/ 4198811 w 6478134"/>
                <a:gd name="connsiteY18" fmla="*/ 5006903 h 5035149"/>
                <a:gd name="connsiteX19" fmla="*/ 2301299 w 6478134"/>
                <a:gd name="connsiteY19" fmla="*/ 4848336 h 5035149"/>
                <a:gd name="connsiteX20" fmla="*/ 1355185 w 6478134"/>
                <a:gd name="connsiteY20" fmla="*/ 4621058 h 5035149"/>
                <a:gd name="connsiteX21" fmla="*/ 964055 w 6478134"/>
                <a:gd name="connsiteY21" fmla="*/ 4473062 h 5035149"/>
                <a:gd name="connsiteX22" fmla="*/ 382644 w 6478134"/>
                <a:gd name="connsiteY22" fmla="*/ 3997363 h 5035149"/>
                <a:gd name="connsiteX23" fmla="*/ 49655 w 6478134"/>
                <a:gd name="connsiteY23" fmla="*/ 3378954 h 5035149"/>
                <a:gd name="connsiteX24" fmla="*/ 7370 w 6478134"/>
                <a:gd name="connsiteY24" fmla="*/ 2649548 h 5035149"/>
                <a:gd name="connsiteX25" fmla="*/ 107796 w 6478134"/>
                <a:gd name="connsiteY25" fmla="*/ 2031139 h 5035149"/>
                <a:gd name="connsiteX26" fmla="*/ 382644 w 6478134"/>
                <a:gd name="connsiteY26" fmla="*/ 1386302 h 5035149"/>
                <a:gd name="connsiteX27" fmla="*/ 440785 w 6478134"/>
                <a:gd name="connsiteY27" fmla="*/ 1465585 h 5035149"/>
                <a:gd name="connsiteX28" fmla="*/ 329789 w 6478134"/>
                <a:gd name="connsiteY28" fmla="*/ 1904286 h 5035149"/>
                <a:gd name="connsiteX29" fmla="*/ 234649 w 6478134"/>
                <a:gd name="connsiteY29" fmla="*/ 2633691 h 5035149"/>
                <a:gd name="connsiteX30" fmla="*/ 345645 w 6478134"/>
                <a:gd name="connsiteY30" fmla="*/ 3241529 h 5035149"/>
                <a:gd name="connsiteX31" fmla="*/ 731490 w 6478134"/>
                <a:gd name="connsiteY31" fmla="*/ 3881081 h 5035149"/>
                <a:gd name="connsiteX32" fmla="*/ 1429183 w 6478134"/>
                <a:gd name="connsiteY32" fmla="*/ 4224642 h 5035149"/>
                <a:gd name="connsiteX33" fmla="*/ 2190302 w 6478134"/>
                <a:gd name="connsiteY33" fmla="*/ 4399065 h 5035149"/>
                <a:gd name="connsiteX34" fmla="*/ 3088845 w 6478134"/>
                <a:gd name="connsiteY34" fmla="*/ 4531203 h 5035149"/>
                <a:gd name="connsiteX35" fmla="*/ 4066672 w 6478134"/>
                <a:gd name="connsiteY35" fmla="*/ 4414921 h 5035149"/>
                <a:gd name="connsiteX36" fmla="*/ 4706223 w 6478134"/>
                <a:gd name="connsiteY36" fmla="*/ 4140073 h 5035149"/>
                <a:gd name="connsiteX37" fmla="*/ 5113211 w 6478134"/>
                <a:gd name="connsiteY37" fmla="*/ 3785941 h 5035149"/>
                <a:gd name="connsiteX38" fmla="*/ 5298205 w 6478134"/>
                <a:gd name="connsiteY38" fmla="*/ 3574519 h 5035149"/>
                <a:gd name="connsiteX0" fmla="*/ 1841456 w 6478134"/>
                <a:gd name="connsiteY0" fmla="*/ 3912794 h 5035149"/>
                <a:gd name="connsiteX1" fmla="*/ 1593035 w 6478134"/>
                <a:gd name="connsiteY1" fmla="*/ 3886366 h 5035149"/>
                <a:gd name="connsiteX2" fmla="*/ 1455611 w 6478134"/>
                <a:gd name="connsiteY2" fmla="*/ 3748942 h 5035149"/>
                <a:gd name="connsiteX3" fmla="*/ 1201904 w 6478134"/>
                <a:gd name="connsiteY3" fmla="*/ 3442380 h 5035149"/>
                <a:gd name="connsiteX4" fmla="*/ 1001053 w 6478134"/>
                <a:gd name="connsiteY4" fmla="*/ 3310242 h 5035149"/>
                <a:gd name="connsiteX5" fmla="*/ 694492 w 6478134"/>
                <a:gd name="connsiteY5" fmla="*/ 3067106 h 5035149"/>
                <a:gd name="connsiteX6" fmla="*/ 319218 w 6478134"/>
                <a:gd name="connsiteY6" fmla="*/ 2475125 h 5035149"/>
                <a:gd name="connsiteX7" fmla="*/ 398501 w 6478134"/>
                <a:gd name="connsiteY7" fmla="*/ 1899000 h 5035149"/>
                <a:gd name="connsiteX8" fmla="*/ 583495 w 6478134"/>
                <a:gd name="connsiteY8" fmla="*/ 1201307 h 5035149"/>
                <a:gd name="connsiteX9" fmla="*/ 1376327 w 6478134"/>
                <a:gd name="connsiteY9" fmla="*/ 567042 h 5035149"/>
                <a:gd name="connsiteX10" fmla="*/ 2396439 w 6478134"/>
                <a:gd name="connsiteY10" fmla="*/ 128341 h 5035149"/>
                <a:gd name="connsiteX11" fmla="*/ 3818251 w 6478134"/>
                <a:gd name="connsiteY11" fmla="*/ 22630 h 5035149"/>
                <a:gd name="connsiteX12" fmla="*/ 5377489 w 6478134"/>
                <a:gd name="connsiteY12" fmla="*/ 503614 h 5035149"/>
                <a:gd name="connsiteX13" fmla="*/ 6328887 w 6478134"/>
                <a:gd name="connsiteY13" fmla="*/ 1825002 h 5035149"/>
                <a:gd name="connsiteX14" fmla="*/ 6450455 w 6478134"/>
                <a:gd name="connsiteY14" fmla="*/ 2808114 h 5035149"/>
                <a:gd name="connsiteX15" fmla="*/ 6069895 w 6478134"/>
                <a:gd name="connsiteY15" fmla="*/ 3637946 h 5035149"/>
                <a:gd name="connsiteX16" fmla="*/ 5847902 w 6478134"/>
                <a:gd name="connsiteY16" fmla="*/ 3817654 h 5035149"/>
                <a:gd name="connsiteX17" fmla="*/ 5530769 w 6478134"/>
                <a:gd name="connsiteY17" fmla="*/ 4245784 h 5035149"/>
                <a:gd name="connsiteX18" fmla="*/ 4198811 w 6478134"/>
                <a:gd name="connsiteY18" fmla="*/ 5006903 h 5035149"/>
                <a:gd name="connsiteX19" fmla="*/ 2301299 w 6478134"/>
                <a:gd name="connsiteY19" fmla="*/ 4848336 h 5035149"/>
                <a:gd name="connsiteX20" fmla="*/ 1355185 w 6478134"/>
                <a:gd name="connsiteY20" fmla="*/ 4621058 h 5035149"/>
                <a:gd name="connsiteX21" fmla="*/ 964055 w 6478134"/>
                <a:gd name="connsiteY21" fmla="*/ 4473062 h 5035149"/>
                <a:gd name="connsiteX22" fmla="*/ 382644 w 6478134"/>
                <a:gd name="connsiteY22" fmla="*/ 3997363 h 5035149"/>
                <a:gd name="connsiteX23" fmla="*/ 49655 w 6478134"/>
                <a:gd name="connsiteY23" fmla="*/ 3378954 h 5035149"/>
                <a:gd name="connsiteX24" fmla="*/ 7370 w 6478134"/>
                <a:gd name="connsiteY24" fmla="*/ 2649548 h 5035149"/>
                <a:gd name="connsiteX25" fmla="*/ 107796 w 6478134"/>
                <a:gd name="connsiteY25" fmla="*/ 2031139 h 5035149"/>
                <a:gd name="connsiteX26" fmla="*/ 382644 w 6478134"/>
                <a:gd name="connsiteY26" fmla="*/ 1386302 h 5035149"/>
                <a:gd name="connsiteX27" fmla="*/ 440785 w 6478134"/>
                <a:gd name="connsiteY27" fmla="*/ 1465585 h 5035149"/>
                <a:gd name="connsiteX28" fmla="*/ 329789 w 6478134"/>
                <a:gd name="connsiteY28" fmla="*/ 1904286 h 5035149"/>
                <a:gd name="connsiteX29" fmla="*/ 234649 w 6478134"/>
                <a:gd name="connsiteY29" fmla="*/ 2633691 h 5035149"/>
                <a:gd name="connsiteX30" fmla="*/ 345645 w 6478134"/>
                <a:gd name="connsiteY30" fmla="*/ 3241529 h 5035149"/>
                <a:gd name="connsiteX31" fmla="*/ 731490 w 6478134"/>
                <a:gd name="connsiteY31" fmla="*/ 3881081 h 5035149"/>
                <a:gd name="connsiteX32" fmla="*/ 1429183 w 6478134"/>
                <a:gd name="connsiteY32" fmla="*/ 4224642 h 5035149"/>
                <a:gd name="connsiteX33" fmla="*/ 2190302 w 6478134"/>
                <a:gd name="connsiteY33" fmla="*/ 4399065 h 5035149"/>
                <a:gd name="connsiteX34" fmla="*/ 3088845 w 6478134"/>
                <a:gd name="connsiteY34" fmla="*/ 4531203 h 5035149"/>
                <a:gd name="connsiteX35" fmla="*/ 4066672 w 6478134"/>
                <a:gd name="connsiteY35" fmla="*/ 4414921 h 5035149"/>
                <a:gd name="connsiteX36" fmla="*/ 4706223 w 6478134"/>
                <a:gd name="connsiteY36" fmla="*/ 4140073 h 5035149"/>
                <a:gd name="connsiteX37" fmla="*/ 5113211 w 6478134"/>
                <a:gd name="connsiteY37" fmla="*/ 3785941 h 5035149"/>
                <a:gd name="connsiteX38" fmla="*/ 5298205 w 6478134"/>
                <a:gd name="connsiteY38" fmla="*/ 3574519 h 5035149"/>
                <a:gd name="connsiteX0" fmla="*/ 1841456 w 6479737"/>
                <a:gd name="connsiteY0" fmla="*/ 3915035 h 5037390"/>
                <a:gd name="connsiteX1" fmla="*/ 1593035 w 6479737"/>
                <a:gd name="connsiteY1" fmla="*/ 3888607 h 5037390"/>
                <a:gd name="connsiteX2" fmla="*/ 1455611 w 6479737"/>
                <a:gd name="connsiteY2" fmla="*/ 3751183 h 5037390"/>
                <a:gd name="connsiteX3" fmla="*/ 1201904 w 6479737"/>
                <a:gd name="connsiteY3" fmla="*/ 3444621 h 5037390"/>
                <a:gd name="connsiteX4" fmla="*/ 1001053 w 6479737"/>
                <a:gd name="connsiteY4" fmla="*/ 3312483 h 5037390"/>
                <a:gd name="connsiteX5" fmla="*/ 694492 w 6479737"/>
                <a:gd name="connsiteY5" fmla="*/ 3069347 h 5037390"/>
                <a:gd name="connsiteX6" fmla="*/ 319218 w 6479737"/>
                <a:gd name="connsiteY6" fmla="*/ 2477366 h 5037390"/>
                <a:gd name="connsiteX7" fmla="*/ 398501 w 6479737"/>
                <a:gd name="connsiteY7" fmla="*/ 1901241 h 5037390"/>
                <a:gd name="connsiteX8" fmla="*/ 583495 w 6479737"/>
                <a:gd name="connsiteY8" fmla="*/ 1203548 h 5037390"/>
                <a:gd name="connsiteX9" fmla="*/ 1376327 w 6479737"/>
                <a:gd name="connsiteY9" fmla="*/ 569283 h 5037390"/>
                <a:gd name="connsiteX10" fmla="*/ 2396439 w 6479737"/>
                <a:gd name="connsiteY10" fmla="*/ 130582 h 5037390"/>
                <a:gd name="connsiteX11" fmla="*/ 3818251 w 6479737"/>
                <a:gd name="connsiteY11" fmla="*/ 24871 h 5037390"/>
                <a:gd name="connsiteX12" fmla="*/ 5340490 w 6479737"/>
                <a:gd name="connsiteY12" fmla="*/ 537568 h 5037390"/>
                <a:gd name="connsiteX13" fmla="*/ 6328887 w 6479737"/>
                <a:gd name="connsiteY13" fmla="*/ 1827243 h 5037390"/>
                <a:gd name="connsiteX14" fmla="*/ 6450455 w 6479737"/>
                <a:gd name="connsiteY14" fmla="*/ 2810355 h 5037390"/>
                <a:gd name="connsiteX15" fmla="*/ 6069895 w 6479737"/>
                <a:gd name="connsiteY15" fmla="*/ 3640187 h 5037390"/>
                <a:gd name="connsiteX16" fmla="*/ 5847902 w 6479737"/>
                <a:gd name="connsiteY16" fmla="*/ 3819895 h 5037390"/>
                <a:gd name="connsiteX17" fmla="*/ 5530769 w 6479737"/>
                <a:gd name="connsiteY17" fmla="*/ 4248025 h 5037390"/>
                <a:gd name="connsiteX18" fmla="*/ 4198811 w 6479737"/>
                <a:gd name="connsiteY18" fmla="*/ 5009144 h 5037390"/>
                <a:gd name="connsiteX19" fmla="*/ 2301299 w 6479737"/>
                <a:gd name="connsiteY19" fmla="*/ 4850577 h 5037390"/>
                <a:gd name="connsiteX20" fmla="*/ 1355185 w 6479737"/>
                <a:gd name="connsiteY20" fmla="*/ 4623299 h 5037390"/>
                <a:gd name="connsiteX21" fmla="*/ 964055 w 6479737"/>
                <a:gd name="connsiteY21" fmla="*/ 4475303 h 5037390"/>
                <a:gd name="connsiteX22" fmla="*/ 382644 w 6479737"/>
                <a:gd name="connsiteY22" fmla="*/ 3999604 h 5037390"/>
                <a:gd name="connsiteX23" fmla="*/ 49655 w 6479737"/>
                <a:gd name="connsiteY23" fmla="*/ 3381195 h 5037390"/>
                <a:gd name="connsiteX24" fmla="*/ 7370 w 6479737"/>
                <a:gd name="connsiteY24" fmla="*/ 2651789 h 5037390"/>
                <a:gd name="connsiteX25" fmla="*/ 107796 w 6479737"/>
                <a:gd name="connsiteY25" fmla="*/ 2033380 h 5037390"/>
                <a:gd name="connsiteX26" fmla="*/ 382644 w 6479737"/>
                <a:gd name="connsiteY26" fmla="*/ 1388543 h 5037390"/>
                <a:gd name="connsiteX27" fmla="*/ 440785 w 6479737"/>
                <a:gd name="connsiteY27" fmla="*/ 1467826 h 5037390"/>
                <a:gd name="connsiteX28" fmla="*/ 329789 w 6479737"/>
                <a:gd name="connsiteY28" fmla="*/ 1906527 h 5037390"/>
                <a:gd name="connsiteX29" fmla="*/ 234649 w 6479737"/>
                <a:gd name="connsiteY29" fmla="*/ 2635932 h 5037390"/>
                <a:gd name="connsiteX30" fmla="*/ 345645 w 6479737"/>
                <a:gd name="connsiteY30" fmla="*/ 3243770 h 5037390"/>
                <a:gd name="connsiteX31" fmla="*/ 731490 w 6479737"/>
                <a:gd name="connsiteY31" fmla="*/ 3883322 h 5037390"/>
                <a:gd name="connsiteX32" fmla="*/ 1429183 w 6479737"/>
                <a:gd name="connsiteY32" fmla="*/ 4226883 h 5037390"/>
                <a:gd name="connsiteX33" fmla="*/ 2190302 w 6479737"/>
                <a:gd name="connsiteY33" fmla="*/ 4401306 h 5037390"/>
                <a:gd name="connsiteX34" fmla="*/ 3088845 w 6479737"/>
                <a:gd name="connsiteY34" fmla="*/ 4533444 h 5037390"/>
                <a:gd name="connsiteX35" fmla="*/ 4066672 w 6479737"/>
                <a:gd name="connsiteY35" fmla="*/ 4417162 h 5037390"/>
                <a:gd name="connsiteX36" fmla="*/ 4706223 w 6479737"/>
                <a:gd name="connsiteY36" fmla="*/ 4142314 h 5037390"/>
                <a:gd name="connsiteX37" fmla="*/ 5113211 w 6479737"/>
                <a:gd name="connsiteY37" fmla="*/ 3788182 h 5037390"/>
                <a:gd name="connsiteX38" fmla="*/ 5298205 w 6479737"/>
                <a:gd name="connsiteY38" fmla="*/ 3576760 h 5037390"/>
                <a:gd name="connsiteX0" fmla="*/ 1841456 w 6479737"/>
                <a:gd name="connsiteY0" fmla="*/ 3915035 h 5037390"/>
                <a:gd name="connsiteX1" fmla="*/ 1593035 w 6479737"/>
                <a:gd name="connsiteY1" fmla="*/ 3888607 h 5037390"/>
                <a:gd name="connsiteX2" fmla="*/ 1455611 w 6479737"/>
                <a:gd name="connsiteY2" fmla="*/ 3751183 h 5037390"/>
                <a:gd name="connsiteX3" fmla="*/ 1201904 w 6479737"/>
                <a:gd name="connsiteY3" fmla="*/ 3444621 h 5037390"/>
                <a:gd name="connsiteX4" fmla="*/ 1001053 w 6479737"/>
                <a:gd name="connsiteY4" fmla="*/ 3312483 h 5037390"/>
                <a:gd name="connsiteX5" fmla="*/ 694492 w 6479737"/>
                <a:gd name="connsiteY5" fmla="*/ 3069347 h 5037390"/>
                <a:gd name="connsiteX6" fmla="*/ 319218 w 6479737"/>
                <a:gd name="connsiteY6" fmla="*/ 2477366 h 5037390"/>
                <a:gd name="connsiteX7" fmla="*/ 398501 w 6479737"/>
                <a:gd name="connsiteY7" fmla="*/ 1901241 h 5037390"/>
                <a:gd name="connsiteX8" fmla="*/ 583495 w 6479737"/>
                <a:gd name="connsiteY8" fmla="*/ 1203548 h 5037390"/>
                <a:gd name="connsiteX9" fmla="*/ 1376327 w 6479737"/>
                <a:gd name="connsiteY9" fmla="*/ 569283 h 5037390"/>
                <a:gd name="connsiteX10" fmla="*/ 2396439 w 6479737"/>
                <a:gd name="connsiteY10" fmla="*/ 130582 h 5037390"/>
                <a:gd name="connsiteX11" fmla="*/ 3818251 w 6479737"/>
                <a:gd name="connsiteY11" fmla="*/ 24871 h 5037390"/>
                <a:gd name="connsiteX12" fmla="*/ 5340490 w 6479737"/>
                <a:gd name="connsiteY12" fmla="*/ 537568 h 5037390"/>
                <a:gd name="connsiteX13" fmla="*/ 6328887 w 6479737"/>
                <a:gd name="connsiteY13" fmla="*/ 1827243 h 5037390"/>
                <a:gd name="connsiteX14" fmla="*/ 6450455 w 6479737"/>
                <a:gd name="connsiteY14" fmla="*/ 2810355 h 5037390"/>
                <a:gd name="connsiteX15" fmla="*/ 6069895 w 6479737"/>
                <a:gd name="connsiteY15" fmla="*/ 3640187 h 5037390"/>
                <a:gd name="connsiteX16" fmla="*/ 5530769 w 6479737"/>
                <a:gd name="connsiteY16" fmla="*/ 4248025 h 5037390"/>
                <a:gd name="connsiteX17" fmla="*/ 4198811 w 6479737"/>
                <a:gd name="connsiteY17" fmla="*/ 5009144 h 5037390"/>
                <a:gd name="connsiteX18" fmla="*/ 2301299 w 6479737"/>
                <a:gd name="connsiteY18" fmla="*/ 4850577 h 5037390"/>
                <a:gd name="connsiteX19" fmla="*/ 1355185 w 6479737"/>
                <a:gd name="connsiteY19" fmla="*/ 4623299 h 5037390"/>
                <a:gd name="connsiteX20" fmla="*/ 964055 w 6479737"/>
                <a:gd name="connsiteY20" fmla="*/ 4475303 h 5037390"/>
                <a:gd name="connsiteX21" fmla="*/ 382644 w 6479737"/>
                <a:gd name="connsiteY21" fmla="*/ 3999604 h 5037390"/>
                <a:gd name="connsiteX22" fmla="*/ 49655 w 6479737"/>
                <a:gd name="connsiteY22" fmla="*/ 3381195 h 5037390"/>
                <a:gd name="connsiteX23" fmla="*/ 7370 w 6479737"/>
                <a:gd name="connsiteY23" fmla="*/ 2651789 h 5037390"/>
                <a:gd name="connsiteX24" fmla="*/ 107796 w 6479737"/>
                <a:gd name="connsiteY24" fmla="*/ 2033380 h 5037390"/>
                <a:gd name="connsiteX25" fmla="*/ 382644 w 6479737"/>
                <a:gd name="connsiteY25" fmla="*/ 1388543 h 5037390"/>
                <a:gd name="connsiteX26" fmla="*/ 440785 w 6479737"/>
                <a:gd name="connsiteY26" fmla="*/ 1467826 h 5037390"/>
                <a:gd name="connsiteX27" fmla="*/ 329789 w 6479737"/>
                <a:gd name="connsiteY27" fmla="*/ 1906527 h 5037390"/>
                <a:gd name="connsiteX28" fmla="*/ 234649 w 6479737"/>
                <a:gd name="connsiteY28" fmla="*/ 2635932 h 5037390"/>
                <a:gd name="connsiteX29" fmla="*/ 345645 w 6479737"/>
                <a:gd name="connsiteY29" fmla="*/ 3243770 h 5037390"/>
                <a:gd name="connsiteX30" fmla="*/ 731490 w 6479737"/>
                <a:gd name="connsiteY30" fmla="*/ 3883322 h 5037390"/>
                <a:gd name="connsiteX31" fmla="*/ 1429183 w 6479737"/>
                <a:gd name="connsiteY31" fmla="*/ 4226883 h 5037390"/>
                <a:gd name="connsiteX32" fmla="*/ 2190302 w 6479737"/>
                <a:gd name="connsiteY32" fmla="*/ 4401306 h 5037390"/>
                <a:gd name="connsiteX33" fmla="*/ 3088845 w 6479737"/>
                <a:gd name="connsiteY33" fmla="*/ 4533444 h 5037390"/>
                <a:gd name="connsiteX34" fmla="*/ 4066672 w 6479737"/>
                <a:gd name="connsiteY34" fmla="*/ 4417162 h 5037390"/>
                <a:gd name="connsiteX35" fmla="*/ 4706223 w 6479737"/>
                <a:gd name="connsiteY35" fmla="*/ 4142314 h 5037390"/>
                <a:gd name="connsiteX36" fmla="*/ 5113211 w 6479737"/>
                <a:gd name="connsiteY36" fmla="*/ 3788182 h 5037390"/>
                <a:gd name="connsiteX37" fmla="*/ 5298205 w 6479737"/>
                <a:gd name="connsiteY37" fmla="*/ 3576760 h 5037390"/>
                <a:gd name="connsiteX0" fmla="*/ 1841456 w 6479737"/>
                <a:gd name="connsiteY0" fmla="*/ 3915035 h 4912388"/>
                <a:gd name="connsiteX1" fmla="*/ 1593035 w 6479737"/>
                <a:gd name="connsiteY1" fmla="*/ 3888607 h 4912388"/>
                <a:gd name="connsiteX2" fmla="*/ 1455611 w 6479737"/>
                <a:gd name="connsiteY2" fmla="*/ 3751183 h 4912388"/>
                <a:gd name="connsiteX3" fmla="*/ 1201904 w 6479737"/>
                <a:gd name="connsiteY3" fmla="*/ 3444621 h 4912388"/>
                <a:gd name="connsiteX4" fmla="*/ 1001053 w 6479737"/>
                <a:gd name="connsiteY4" fmla="*/ 3312483 h 4912388"/>
                <a:gd name="connsiteX5" fmla="*/ 694492 w 6479737"/>
                <a:gd name="connsiteY5" fmla="*/ 3069347 h 4912388"/>
                <a:gd name="connsiteX6" fmla="*/ 319218 w 6479737"/>
                <a:gd name="connsiteY6" fmla="*/ 2477366 h 4912388"/>
                <a:gd name="connsiteX7" fmla="*/ 398501 w 6479737"/>
                <a:gd name="connsiteY7" fmla="*/ 1901241 h 4912388"/>
                <a:gd name="connsiteX8" fmla="*/ 583495 w 6479737"/>
                <a:gd name="connsiteY8" fmla="*/ 1203548 h 4912388"/>
                <a:gd name="connsiteX9" fmla="*/ 1376327 w 6479737"/>
                <a:gd name="connsiteY9" fmla="*/ 569283 h 4912388"/>
                <a:gd name="connsiteX10" fmla="*/ 2396439 w 6479737"/>
                <a:gd name="connsiteY10" fmla="*/ 130582 h 4912388"/>
                <a:gd name="connsiteX11" fmla="*/ 3818251 w 6479737"/>
                <a:gd name="connsiteY11" fmla="*/ 24871 h 4912388"/>
                <a:gd name="connsiteX12" fmla="*/ 5340490 w 6479737"/>
                <a:gd name="connsiteY12" fmla="*/ 537568 h 4912388"/>
                <a:gd name="connsiteX13" fmla="*/ 6328887 w 6479737"/>
                <a:gd name="connsiteY13" fmla="*/ 1827243 h 4912388"/>
                <a:gd name="connsiteX14" fmla="*/ 6450455 w 6479737"/>
                <a:gd name="connsiteY14" fmla="*/ 2810355 h 4912388"/>
                <a:gd name="connsiteX15" fmla="*/ 6069895 w 6479737"/>
                <a:gd name="connsiteY15" fmla="*/ 3640187 h 4912388"/>
                <a:gd name="connsiteX16" fmla="*/ 5530769 w 6479737"/>
                <a:gd name="connsiteY16" fmla="*/ 4248025 h 4912388"/>
                <a:gd name="connsiteX17" fmla="*/ 4108956 w 6479737"/>
                <a:gd name="connsiteY17" fmla="*/ 4861149 h 4912388"/>
                <a:gd name="connsiteX18" fmla="*/ 2301299 w 6479737"/>
                <a:gd name="connsiteY18" fmla="*/ 4850577 h 4912388"/>
                <a:gd name="connsiteX19" fmla="*/ 1355185 w 6479737"/>
                <a:gd name="connsiteY19" fmla="*/ 4623299 h 4912388"/>
                <a:gd name="connsiteX20" fmla="*/ 964055 w 6479737"/>
                <a:gd name="connsiteY20" fmla="*/ 4475303 h 4912388"/>
                <a:gd name="connsiteX21" fmla="*/ 382644 w 6479737"/>
                <a:gd name="connsiteY21" fmla="*/ 3999604 h 4912388"/>
                <a:gd name="connsiteX22" fmla="*/ 49655 w 6479737"/>
                <a:gd name="connsiteY22" fmla="*/ 3381195 h 4912388"/>
                <a:gd name="connsiteX23" fmla="*/ 7370 w 6479737"/>
                <a:gd name="connsiteY23" fmla="*/ 2651789 h 4912388"/>
                <a:gd name="connsiteX24" fmla="*/ 107796 w 6479737"/>
                <a:gd name="connsiteY24" fmla="*/ 2033380 h 4912388"/>
                <a:gd name="connsiteX25" fmla="*/ 382644 w 6479737"/>
                <a:gd name="connsiteY25" fmla="*/ 1388543 h 4912388"/>
                <a:gd name="connsiteX26" fmla="*/ 440785 w 6479737"/>
                <a:gd name="connsiteY26" fmla="*/ 1467826 h 4912388"/>
                <a:gd name="connsiteX27" fmla="*/ 329789 w 6479737"/>
                <a:gd name="connsiteY27" fmla="*/ 1906527 h 4912388"/>
                <a:gd name="connsiteX28" fmla="*/ 234649 w 6479737"/>
                <a:gd name="connsiteY28" fmla="*/ 2635932 h 4912388"/>
                <a:gd name="connsiteX29" fmla="*/ 345645 w 6479737"/>
                <a:gd name="connsiteY29" fmla="*/ 3243770 h 4912388"/>
                <a:gd name="connsiteX30" fmla="*/ 731490 w 6479737"/>
                <a:gd name="connsiteY30" fmla="*/ 3883322 h 4912388"/>
                <a:gd name="connsiteX31" fmla="*/ 1429183 w 6479737"/>
                <a:gd name="connsiteY31" fmla="*/ 4226883 h 4912388"/>
                <a:gd name="connsiteX32" fmla="*/ 2190302 w 6479737"/>
                <a:gd name="connsiteY32" fmla="*/ 4401306 h 4912388"/>
                <a:gd name="connsiteX33" fmla="*/ 3088845 w 6479737"/>
                <a:gd name="connsiteY33" fmla="*/ 4533444 h 4912388"/>
                <a:gd name="connsiteX34" fmla="*/ 4066672 w 6479737"/>
                <a:gd name="connsiteY34" fmla="*/ 4417162 h 4912388"/>
                <a:gd name="connsiteX35" fmla="*/ 4706223 w 6479737"/>
                <a:gd name="connsiteY35" fmla="*/ 4142314 h 4912388"/>
                <a:gd name="connsiteX36" fmla="*/ 5113211 w 6479737"/>
                <a:gd name="connsiteY36" fmla="*/ 3788182 h 4912388"/>
                <a:gd name="connsiteX37" fmla="*/ 5298205 w 6479737"/>
                <a:gd name="connsiteY37" fmla="*/ 3576760 h 4912388"/>
                <a:gd name="connsiteX0" fmla="*/ 1841456 w 6479737"/>
                <a:gd name="connsiteY0" fmla="*/ 3915035 h 4919752"/>
                <a:gd name="connsiteX1" fmla="*/ 1593035 w 6479737"/>
                <a:gd name="connsiteY1" fmla="*/ 3888607 h 4919752"/>
                <a:gd name="connsiteX2" fmla="*/ 1455611 w 6479737"/>
                <a:gd name="connsiteY2" fmla="*/ 3751183 h 4919752"/>
                <a:gd name="connsiteX3" fmla="*/ 1201904 w 6479737"/>
                <a:gd name="connsiteY3" fmla="*/ 3444621 h 4919752"/>
                <a:gd name="connsiteX4" fmla="*/ 1001053 w 6479737"/>
                <a:gd name="connsiteY4" fmla="*/ 3312483 h 4919752"/>
                <a:gd name="connsiteX5" fmla="*/ 694492 w 6479737"/>
                <a:gd name="connsiteY5" fmla="*/ 3069347 h 4919752"/>
                <a:gd name="connsiteX6" fmla="*/ 319218 w 6479737"/>
                <a:gd name="connsiteY6" fmla="*/ 2477366 h 4919752"/>
                <a:gd name="connsiteX7" fmla="*/ 398501 w 6479737"/>
                <a:gd name="connsiteY7" fmla="*/ 1901241 h 4919752"/>
                <a:gd name="connsiteX8" fmla="*/ 583495 w 6479737"/>
                <a:gd name="connsiteY8" fmla="*/ 1203548 h 4919752"/>
                <a:gd name="connsiteX9" fmla="*/ 1376327 w 6479737"/>
                <a:gd name="connsiteY9" fmla="*/ 569283 h 4919752"/>
                <a:gd name="connsiteX10" fmla="*/ 2396439 w 6479737"/>
                <a:gd name="connsiteY10" fmla="*/ 130582 h 4919752"/>
                <a:gd name="connsiteX11" fmla="*/ 3818251 w 6479737"/>
                <a:gd name="connsiteY11" fmla="*/ 24871 h 4919752"/>
                <a:gd name="connsiteX12" fmla="*/ 5340490 w 6479737"/>
                <a:gd name="connsiteY12" fmla="*/ 537568 h 4919752"/>
                <a:gd name="connsiteX13" fmla="*/ 6328887 w 6479737"/>
                <a:gd name="connsiteY13" fmla="*/ 1827243 h 4919752"/>
                <a:gd name="connsiteX14" fmla="*/ 6450455 w 6479737"/>
                <a:gd name="connsiteY14" fmla="*/ 2810355 h 4919752"/>
                <a:gd name="connsiteX15" fmla="*/ 6069895 w 6479737"/>
                <a:gd name="connsiteY15" fmla="*/ 3640187 h 4919752"/>
                <a:gd name="connsiteX16" fmla="*/ 5488485 w 6479737"/>
                <a:gd name="connsiteY16" fmla="*/ 4147600 h 4919752"/>
                <a:gd name="connsiteX17" fmla="*/ 4108956 w 6479737"/>
                <a:gd name="connsiteY17" fmla="*/ 4861149 h 4919752"/>
                <a:gd name="connsiteX18" fmla="*/ 2301299 w 6479737"/>
                <a:gd name="connsiteY18" fmla="*/ 4850577 h 4919752"/>
                <a:gd name="connsiteX19" fmla="*/ 1355185 w 6479737"/>
                <a:gd name="connsiteY19" fmla="*/ 4623299 h 4919752"/>
                <a:gd name="connsiteX20" fmla="*/ 964055 w 6479737"/>
                <a:gd name="connsiteY20" fmla="*/ 4475303 h 4919752"/>
                <a:gd name="connsiteX21" fmla="*/ 382644 w 6479737"/>
                <a:gd name="connsiteY21" fmla="*/ 3999604 h 4919752"/>
                <a:gd name="connsiteX22" fmla="*/ 49655 w 6479737"/>
                <a:gd name="connsiteY22" fmla="*/ 3381195 h 4919752"/>
                <a:gd name="connsiteX23" fmla="*/ 7370 w 6479737"/>
                <a:gd name="connsiteY23" fmla="*/ 2651789 h 4919752"/>
                <a:gd name="connsiteX24" fmla="*/ 107796 w 6479737"/>
                <a:gd name="connsiteY24" fmla="*/ 2033380 h 4919752"/>
                <a:gd name="connsiteX25" fmla="*/ 382644 w 6479737"/>
                <a:gd name="connsiteY25" fmla="*/ 1388543 h 4919752"/>
                <a:gd name="connsiteX26" fmla="*/ 440785 w 6479737"/>
                <a:gd name="connsiteY26" fmla="*/ 1467826 h 4919752"/>
                <a:gd name="connsiteX27" fmla="*/ 329789 w 6479737"/>
                <a:gd name="connsiteY27" fmla="*/ 1906527 h 4919752"/>
                <a:gd name="connsiteX28" fmla="*/ 234649 w 6479737"/>
                <a:gd name="connsiteY28" fmla="*/ 2635932 h 4919752"/>
                <a:gd name="connsiteX29" fmla="*/ 345645 w 6479737"/>
                <a:gd name="connsiteY29" fmla="*/ 3243770 h 4919752"/>
                <a:gd name="connsiteX30" fmla="*/ 731490 w 6479737"/>
                <a:gd name="connsiteY30" fmla="*/ 3883322 h 4919752"/>
                <a:gd name="connsiteX31" fmla="*/ 1429183 w 6479737"/>
                <a:gd name="connsiteY31" fmla="*/ 4226883 h 4919752"/>
                <a:gd name="connsiteX32" fmla="*/ 2190302 w 6479737"/>
                <a:gd name="connsiteY32" fmla="*/ 4401306 h 4919752"/>
                <a:gd name="connsiteX33" fmla="*/ 3088845 w 6479737"/>
                <a:gd name="connsiteY33" fmla="*/ 4533444 h 4919752"/>
                <a:gd name="connsiteX34" fmla="*/ 4066672 w 6479737"/>
                <a:gd name="connsiteY34" fmla="*/ 4417162 h 4919752"/>
                <a:gd name="connsiteX35" fmla="*/ 4706223 w 6479737"/>
                <a:gd name="connsiteY35" fmla="*/ 4142314 h 4919752"/>
                <a:gd name="connsiteX36" fmla="*/ 5113211 w 6479737"/>
                <a:gd name="connsiteY36" fmla="*/ 3788182 h 4919752"/>
                <a:gd name="connsiteX37" fmla="*/ 5298205 w 6479737"/>
                <a:gd name="connsiteY37" fmla="*/ 3576760 h 4919752"/>
                <a:gd name="connsiteX0" fmla="*/ 1841456 w 6482834"/>
                <a:gd name="connsiteY0" fmla="*/ 3915035 h 4919752"/>
                <a:gd name="connsiteX1" fmla="*/ 1593035 w 6482834"/>
                <a:gd name="connsiteY1" fmla="*/ 3888607 h 4919752"/>
                <a:gd name="connsiteX2" fmla="*/ 1455611 w 6482834"/>
                <a:gd name="connsiteY2" fmla="*/ 3751183 h 4919752"/>
                <a:gd name="connsiteX3" fmla="*/ 1201904 w 6482834"/>
                <a:gd name="connsiteY3" fmla="*/ 3444621 h 4919752"/>
                <a:gd name="connsiteX4" fmla="*/ 1001053 w 6482834"/>
                <a:gd name="connsiteY4" fmla="*/ 3312483 h 4919752"/>
                <a:gd name="connsiteX5" fmla="*/ 694492 w 6482834"/>
                <a:gd name="connsiteY5" fmla="*/ 3069347 h 4919752"/>
                <a:gd name="connsiteX6" fmla="*/ 319218 w 6482834"/>
                <a:gd name="connsiteY6" fmla="*/ 2477366 h 4919752"/>
                <a:gd name="connsiteX7" fmla="*/ 398501 w 6482834"/>
                <a:gd name="connsiteY7" fmla="*/ 1901241 h 4919752"/>
                <a:gd name="connsiteX8" fmla="*/ 583495 w 6482834"/>
                <a:gd name="connsiteY8" fmla="*/ 1203548 h 4919752"/>
                <a:gd name="connsiteX9" fmla="*/ 1376327 w 6482834"/>
                <a:gd name="connsiteY9" fmla="*/ 569283 h 4919752"/>
                <a:gd name="connsiteX10" fmla="*/ 2396439 w 6482834"/>
                <a:gd name="connsiteY10" fmla="*/ 130582 h 4919752"/>
                <a:gd name="connsiteX11" fmla="*/ 3818251 w 6482834"/>
                <a:gd name="connsiteY11" fmla="*/ 24871 h 4919752"/>
                <a:gd name="connsiteX12" fmla="*/ 5340490 w 6482834"/>
                <a:gd name="connsiteY12" fmla="*/ 537568 h 4919752"/>
                <a:gd name="connsiteX13" fmla="*/ 6328887 w 6482834"/>
                <a:gd name="connsiteY13" fmla="*/ 1827243 h 4919752"/>
                <a:gd name="connsiteX14" fmla="*/ 6450455 w 6482834"/>
                <a:gd name="connsiteY14" fmla="*/ 2810355 h 4919752"/>
                <a:gd name="connsiteX15" fmla="*/ 6027610 w 6482834"/>
                <a:gd name="connsiteY15" fmla="*/ 3576761 h 4919752"/>
                <a:gd name="connsiteX16" fmla="*/ 5488485 w 6482834"/>
                <a:gd name="connsiteY16" fmla="*/ 4147600 h 4919752"/>
                <a:gd name="connsiteX17" fmla="*/ 4108956 w 6482834"/>
                <a:gd name="connsiteY17" fmla="*/ 4861149 h 4919752"/>
                <a:gd name="connsiteX18" fmla="*/ 2301299 w 6482834"/>
                <a:gd name="connsiteY18" fmla="*/ 4850577 h 4919752"/>
                <a:gd name="connsiteX19" fmla="*/ 1355185 w 6482834"/>
                <a:gd name="connsiteY19" fmla="*/ 4623299 h 4919752"/>
                <a:gd name="connsiteX20" fmla="*/ 964055 w 6482834"/>
                <a:gd name="connsiteY20" fmla="*/ 4475303 h 4919752"/>
                <a:gd name="connsiteX21" fmla="*/ 382644 w 6482834"/>
                <a:gd name="connsiteY21" fmla="*/ 3999604 h 4919752"/>
                <a:gd name="connsiteX22" fmla="*/ 49655 w 6482834"/>
                <a:gd name="connsiteY22" fmla="*/ 3381195 h 4919752"/>
                <a:gd name="connsiteX23" fmla="*/ 7370 w 6482834"/>
                <a:gd name="connsiteY23" fmla="*/ 2651789 h 4919752"/>
                <a:gd name="connsiteX24" fmla="*/ 107796 w 6482834"/>
                <a:gd name="connsiteY24" fmla="*/ 2033380 h 4919752"/>
                <a:gd name="connsiteX25" fmla="*/ 382644 w 6482834"/>
                <a:gd name="connsiteY25" fmla="*/ 1388543 h 4919752"/>
                <a:gd name="connsiteX26" fmla="*/ 440785 w 6482834"/>
                <a:gd name="connsiteY26" fmla="*/ 1467826 h 4919752"/>
                <a:gd name="connsiteX27" fmla="*/ 329789 w 6482834"/>
                <a:gd name="connsiteY27" fmla="*/ 1906527 h 4919752"/>
                <a:gd name="connsiteX28" fmla="*/ 234649 w 6482834"/>
                <a:gd name="connsiteY28" fmla="*/ 2635932 h 4919752"/>
                <a:gd name="connsiteX29" fmla="*/ 345645 w 6482834"/>
                <a:gd name="connsiteY29" fmla="*/ 3243770 h 4919752"/>
                <a:gd name="connsiteX30" fmla="*/ 731490 w 6482834"/>
                <a:gd name="connsiteY30" fmla="*/ 3883322 h 4919752"/>
                <a:gd name="connsiteX31" fmla="*/ 1429183 w 6482834"/>
                <a:gd name="connsiteY31" fmla="*/ 4226883 h 4919752"/>
                <a:gd name="connsiteX32" fmla="*/ 2190302 w 6482834"/>
                <a:gd name="connsiteY32" fmla="*/ 4401306 h 4919752"/>
                <a:gd name="connsiteX33" fmla="*/ 3088845 w 6482834"/>
                <a:gd name="connsiteY33" fmla="*/ 4533444 h 4919752"/>
                <a:gd name="connsiteX34" fmla="*/ 4066672 w 6482834"/>
                <a:gd name="connsiteY34" fmla="*/ 4417162 h 4919752"/>
                <a:gd name="connsiteX35" fmla="*/ 4706223 w 6482834"/>
                <a:gd name="connsiteY35" fmla="*/ 4142314 h 4919752"/>
                <a:gd name="connsiteX36" fmla="*/ 5113211 w 6482834"/>
                <a:gd name="connsiteY36" fmla="*/ 3788182 h 4919752"/>
                <a:gd name="connsiteX37" fmla="*/ 5298205 w 6482834"/>
                <a:gd name="connsiteY37" fmla="*/ 3576760 h 4919752"/>
                <a:gd name="connsiteX0" fmla="*/ 1841456 w 6479351"/>
                <a:gd name="connsiteY0" fmla="*/ 3915035 h 4919752"/>
                <a:gd name="connsiteX1" fmla="*/ 1593035 w 6479351"/>
                <a:gd name="connsiteY1" fmla="*/ 3888607 h 4919752"/>
                <a:gd name="connsiteX2" fmla="*/ 1455611 w 6479351"/>
                <a:gd name="connsiteY2" fmla="*/ 3751183 h 4919752"/>
                <a:gd name="connsiteX3" fmla="*/ 1201904 w 6479351"/>
                <a:gd name="connsiteY3" fmla="*/ 3444621 h 4919752"/>
                <a:gd name="connsiteX4" fmla="*/ 1001053 w 6479351"/>
                <a:gd name="connsiteY4" fmla="*/ 3312483 h 4919752"/>
                <a:gd name="connsiteX5" fmla="*/ 694492 w 6479351"/>
                <a:gd name="connsiteY5" fmla="*/ 3069347 h 4919752"/>
                <a:gd name="connsiteX6" fmla="*/ 319218 w 6479351"/>
                <a:gd name="connsiteY6" fmla="*/ 2477366 h 4919752"/>
                <a:gd name="connsiteX7" fmla="*/ 398501 w 6479351"/>
                <a:gd name="connsiteY7" fmla="*/ 1901241 h 4919752"/>
                <a:gd name="connsiteX8" fmla="*/ 583495 w 6479351"/>
                <a:gd name="connsiteY8" fmla="*/ 1203548 h 4919752"/>
                <a:gd name="connsiteX9" fmla="*/ 1376327 w 6479351"/>
                <a:gd name="connsiteY9" fmla="*/ 569283 h 4919752"/>
                <a:gd name="connsiteX10" fmla="*/ 2396439 w 6479351"/>
                <a:gd name="connsiteY10" fmla="*/ 130582 h 4919752"/>
                <a:gd name="connsiteX11" fmla="*/ 3818251 w 6479351"/>
                <a:gd name="connsiteY11" fmla="*/ 24871 h 4919752"/>
                <a:gd name="connsiteX12" fmla="*/ 5340490 w 6479351"/>
                <a:gd name="connsiteY12" fmla="*/ 537568 h 4919752"/>
                <a:gd name="connsiteX13" fmla="*/ 6328887 w 6479351"/>
                <a:gd name="connsiteY13" fmla="*/ 1827243 h 4919752"/>
                <a:gd name="connsiteX14" fmla="*/ 6450455 w 6479351"/>
                <a:gd name="connsiteY14" fmla="*/ 2810355 h 4919752"/>
                <a:gd name="connsiteX15" fmla="*/ 6075180 w 6479351"/>
                <a:gd name="connsiteY15" fmla="*/ 3439337 h 4919752"/>
                <a:gd name="connsiteX16" fmla="*/ 5488485 w 6479351"/>
                <a:gd name="connsiteY16" fmla="*/ 4147600 h 4919752"/>
                <a:gd name="connsiteX17" fmla="*/ 4108956 w 6479351"/>
                <a:gd name="connsiteY17" fmla="*/ 4861149 h 4919752"/>
                <a:gd name="connsiteX18" fmla="*/ 2301299 w 6479351"/>
                <a:gd name="connsiteY18" fmla="*/ 4850577 h 4919752"/>
                <a:gd name="connsiteX19" fmla="*/ 1355185 w 6479351"/>
                <a:gd name="connsiteY19" fmla="*/ 4623299 h 4919752"/>
                <a:gd name="connsiteX20" fmla="*/ 964055 w 6479351"/>
                <a:gd name="connsiteY20" fmla="*/ 4475303 h 4919752"/>
                <a:gd name="connsiteX21" fmla="*/ 382644 w 6479351"/>
                <a:gd name="connsiteY21" fmla="*/ 3999604 h 4919752"/>
                <a:gd name="connsiteX22" fmla="*/ 49655 w 6479351"/>
                <a:gd name="connsiteY22" fmla="*/ 3381195 h 4919752"/>
                <a:gd name="connsiteX23" fmla="*/ 7370 w 6479351"/>
                <a:gd name="connsiteY23" fmla="*/ 2651789 h 4919752"/>
                <a:gd name="connsiteX24" fmla="*/ 107796 w 6479351"/>
                <a:gd name="connsiteY24" fmla="*/ 2033380 h 4919752"/>
                <a:gd name="connsiteX25" fmla="*/ 382644 w 6479351"/>
                <a:gd name="connsiteY25" fmla="*/ 1388543 h 4919752"/>
                <a:gd name="connsiteX26" fmla="*/ 440785 w 6479351"/>
                <a:gd name="connsiteY26" fmla="*/ 1467826 h 4919752"/>
                <a:gd name="connsiteX27" fmla="*/ 329789 w 6479351"/>
                <a:gd name="connsiteY27" fmla="*/ 1906527 h 4919752"/>
                <a:gd name="connsiteX28" fmla="*/ 234649 w 6479351"/>
                <a:gd name="connsiteY28" fmla="*/ 2635932 h 4919752"/>
                <a:gd name="connsiteX29" fmla="*/ 345645 w 6479351"/>
                <a:gd name="connsiteY29" fmla="*/ 3243770 h 4919752"/>
                <a:gd name="connsiteX30" fmla="*/ 731490 w 6479351"/>
                <a:gd name="connsiteY30" fmla="*/ 3883322 h 4919752"/>
                <a:gd name="connsiteX31" fmla="*/ 1429183 w 6479351"/>
                <a:gd name="connsiteY31" fmla="*/ 4226883 h 4919752"/>
                <a:gd name="connsiteX32" fmla="*/ 2190302 w 6479351"/>
                <a:gd name="connsiteY32" fmla="*/ 4401306 h 4919752"/>
                <a:gd name="connsiteX33" fmla="*/ 3088845 w 6479351"/>
                <a:gd name="connsiteY33" fmla="*/ 4533444 h 4919752"/>
                <a:gd name="connsiteX34" fmla="*/ 4066672 w 6479351"/>
                <a:gd name="connsiteY34" fmla="*/ 4417162 h 4919752"/>
                <a:gd name="connsiteX35" fmla="*/ 4706223 w 6479351"/>
                <a:gd name="connsiteY35" fmla="*/ 4142314 h 4919752"/>
                <a:gd name="connsiteX36" fmla="*/ 5113211 w 6479351"/>
                <a:gd name="connsiteY36" fmla="*/ 3788182 h 4919752"/>
                <a:gd name="connsiteX37" fmla="*/ 5298205 w 6479351"/>
                <a:gd name="connsiteY37" fmla="*/ 3576760 h 4919752"/>
                <a:gd name="connsiteX0" fmla="*/ 1841456 w 6406439"/>
                <a:gd name="connsiteY0" fmla="*/ 3915035 h 4919752"/>
                <a:gd name="connsiteX1" fmla="*/ 1593035 w 6406439"/>
                <a:gd name="connsiteY1" fmla="*/ 3888607 h 4919752"/>
                <a:gd name="connsiteX2" fmla="*/ 1455611 w 6406439"/>
                <a:gd name="connsiteY2" fmla="*/ 3751183 h 4919752"/>
                <a:gd name="connsiteX3" fmla="*/ 1201904 w 6406439"/>
                <a:gd name="connsiteY3" fmla="*/ 3444621 h 4919752"/>
                <a:gd name="connsiteX4" fmla="*/ 1001053 w 6406439"/>
                <a:gd name="connsiteY4" fmla="*/ 3312483 h 4919752"/>
                <a:gd name="connsiteX5" fmla="*/ 694492 w 6406439"/>
                <a:gd name="connsiteY5" fmla="*/ 3069347 h 4919752"/>
                <a:gd name="connsiteX6" fmla="*/ 319218 w 6406439"/>
                <a:gd name="connsiteY6" fmla="*/ 2477366 h 4919752"/>
                <a:gd name="connsiteX7" fmla="*/ 398501 w 6406439"/>
                <a:gd name="connsiteY7" fmla="*/ 1901241 h 4919752"/>
                <a:gd name="connsiteX8" fmla="*/ 583495 w 6406439"/>
                <a:gd name="connsiteY8" fmla="*/ 1203548 h 4919752"/>
                <a:gd name="connsiteX9" fmla="*/ 1376327 w 6406439"/>
                <a:gd name="connsiteY9" fmla="*/ 569283 h 4919752"/>
                <a:gd name="connsiteX10" fmla="*/ 2396439 w 6406439"/>
                <a:gd name="connsiteY10" fmla="*/ 130582 h 4919752"/>
                <a:gd name="connsiteX11" fmla="*/ 3818251 w 6406439"/>
                <a:gd name="connsiteY11" fmla="*/ 24871 h 4919752"/>
                <a:gd name="connsiteX12" fmla="*/ 5340490 w 6406439"/>
                <a:gd name="connsiteY12" fmla="*/ 537568 h 4919752"/>
                <a:gd name="connsiteX13" fmla="*/ 6328887 w 6406439"/>
                <a:gd name="connsiteY13" fmla="*/ 1827243 h 4919752"/>
                <a:gd name="connsiteX14" fmla="*/ 6313031 w 6406439"/>
                <a:gd name="connsiteY14" fmla="*/ 2694073 h 4919752"/>
                <a:gd name="connsiteX15" fmla="*/ 6075180 w 6406439"/>
                <a:gd name="connsiteY15" fmla="*/ 3439337 h 4919752"/>
                <a:gd name="connsiteX16" fmla="*/ 5488485 w 6406439"/>
                <a:gd name="connsiteY16" fmla="*/ 4147600 h 4919752"/>
                <a:gd name="connsiteX17" fmla="*/ 4108956 w 6406439"/>
                <a:gd name="connsiteY17" fmla="*/ 4861149 h 4919752"/>
                <a:gd name="connsiteX18" fmla="*/ 2301299 w 6406439"/>
                <a:gd name="connsiteY18" fmla="*/ 4850577 h 4919752"/>
                <a:gd name="connsiteX19" fmla="*/ 1355185 w 6406439"/>
                <a:gd name="connsiteY19" fmla="*/ 4623299 h 4919752"/>
                <a:gd name="connsiteX20" fmla="*/ 964055 w 6406439"/>
                <a:gd name="connsiteY20" fmla="*/ 4475303 h 4919752"/>
                <a:gd name="connsiteX21" fmla="*/ 382644 w 6406439"/>
                <a:gd name="connsiteY21" fmla="*/ 3999604 h 4919752"/>
                <a:gd name="connsiteX22" fmla="*/ 49655 w 6406439"/>
                <a:gd name="connsiteY22" fmla="*/ 3381195 h 4919752"/>
                <a:gd name="connsiteX23" fmla="*/ 7370 w 6406439"/>
                <a:gd name="connsiteY23" fmla="*/ 2651789 h 4919752"/>
                <a:gd name="connsiteX24" fmla="*/ 107796 w 6406439"/>
                <a:gd name="connsiteY24" fmla="*/ 2033380 h 4919752"/>
                <a:gd name="connsiteX25" fmla="*/ 382644 w 6406439"/>
                <a:gd name="connsiteY25" fmla="*/ 1388543 h 4919752"/>
                <a:gd name="connsiteX26" fmla="*/ 440785 w 6406439"/>
                <a:gd name="connsiteY26" fmla="*/ 1467826 h 4919752"/>
                <a:gd name="connsiteX27" fmla="*/ 329789 w 6406439"/>
                <a:gd name="connsiteY27" fmla="*/ 1906527 h 4919752"/>
                <a:gd name="connsiteX28" fmla="*/ 234649 w 6406439"/>
                <a:gd name="connsiteY28" fmla="*/ 2635932 h 4919752"/>
                <a:gd name="connsiteX29" fmla="*/ 345645 w 6406439"/>
                <a:gd name="connsiteY29" fmla="*/ 3243770 h 4919752"/>
                <a:gd name="connsiteX30" fmla="*/ 731490 w 6406439"/>
                <a:gd name="connsiteY30" fmla="*/ 3883322 h 4919752"/>
                <a:gd name="connsiteX31" fmla="*/ 1429183 w 6406439"/>
                <a:gd name="connsiteY31" fmla="*/ 4226883 h 4919752"/>
                <a:gd name="connsiteX32" fmla="*/ 2190302 w 6406439"/>
                <a:gd name="connsiteY32" fmla="*/ 4401306 h 4919752"/>
                <a:gd name="connsiteX33" fmla="*/ 3088845 w 6406439"/>
                <a:gd name="connsiteY33" fmla="*/ 4533444 h 4919752"/>
                <a:gd name="connsiteX34" fmla="*/ 4066672 w 6406439"/>
                <a:gd name="connsiteY34" fmla="*/ 4417162 h 4919752"/>
                <a:gd name="connsiteX35" fmla="*/ 4706223 w 6406439"/>
                <a:gd name="connsiteY35" fmla="*/ 4142314 h 4919752"/>
                <a:gd name="connsiteX36" fmla="*/ 5113211 w 6406439"/>
                <a:gd name="connsiteY36" fmla="*/ 3788182 h 4919752"/>
                <a:gd name="connsiteX37" fmla="*/ 5298205 w 6406439"/>
                <a:gd name="connsiteY37" fmla="*/ 3576760 h 4919752"/>
                <a:gd name="connsiteX0" fmla="*/ 1841456 w 6313039"/>
                <a:gd name="connsiteY0" fmla="*/ 3915035 h 4919752"/>
                <a:gd name="connsiteX1" fmla="*/ 1593035 w 6313039"/>
                <a:gd name="connsiteY1" fmla="*/ 3888607 h 4919752"/>
                <a:gd name="connsiteX2" fmla="*/ 1455611 w 6313039"/>
                <a:gd name="connsiteY2" fmla="*/ 3751183 h 4919752"/>
                <a:gd name="connsiteX3" fmla="*/ 1201904 w 6313039"/>
                <a:gd name="connsiteY3" fmla="*/ 3444621 h 4919752"/>
                <a:gd name="connsiteX4" fmla="*/ 1001053 w 6313039"/>
                <a:gd name="connsiteY4" fmla="*/ 3312483 h 4919752"/>
                <a:gd name="connsiteX5" fmla="*/ 694492 w 6313039"/>
                <a:gd name="connsiteY5" fmla="*/ 3069347 h 4919752"/>
                <a:gd name="connsiteX6" fmla="*/ 319218 w 6313039"/>
                <a:gd name="connsiteY6" fmla="*/ 2477366 h 4919752"/>
                <a:gd name="connsiteX7" fmla="*/ 398501 w 6313039"/>
                <a:gd name="connsiteY7" fmla="*/ 1901241 h 4919752"/>
                <a:gd name="connsiteX8" fmla="*/ 583495 w 6313039"/>
                <a:gd name="connsiteY8" fmla="*/ 1203548 h 4919752"/>
                <a:gd name="connsiteX9" fmla="*/ 1376327 w 6313039"/>
                <a:gd name="connsiteY9" fmla="*/ 569283 h 4919752"/>
                <a:gd name="connsiteX10" fmla="*/ 2396439 w 6313039"/>
                <a:gd name="connsiteY10" fmla="*/ 130582 h 4919752"/>
                <a:gd name="connsiteX11" fmla="*/ 3818251 w 6313039"/>
                <a:gd name="connsiteY11" fmla="*/ 24871 h 4919752"/>
                <a:gd name="connsiteX12" fmla="*/ 5340490 w 6313039"/>
                <a:gd name="connsiteY12" fmla="*/ 537568 h 4919752"/>
                <a:gd name="connsiteX13" fmla="*/ 6080466 w 6313039"/>
                <a:gd name="connsiteY13" fmla="*/ 1414970 h 4919752"/>
                <a:gd name="connsiteX14" fmla="*/ 6313031 w 6313039"/>
                <a:gd name="connsiteY14" fmla="*/ 2694073 h 4919752"/>
                <a:gd name="connsiteX15" fmla="*/ 6075180 w 6313039"/>
                <a:gd name="connsiteY15" fmla="*/ 3439337 h 4919752"/>
                <a:gd name="connsiteX16" fmla="*/ 5488485 w 6313039"/>
                <a:gd name="connsiteY16" fmla="*/ 4147600 h 4919752"/>
                <a:gd name="connsiteX17" fmla="*/ 4108956 w 6313039"/>
                <a:gd name="connsiteY17" fmla="*/ 4861149 h 4919752"/>
                <a:gd name="connsiteX18" fmla="*/ 2301299 w 6313039"/>
                <a:gd name="connsiteY18" fmla="*/ 4850577 h 4919752"/>
                <a:gd name="connsiteX19" fmla="*/ 1355185 w 6313039"/>
                <a:gd name="connsiteY19" fmla="*/ 4623299 h 4919752"/>
                <a:gd name="connsiteX20" fmla="*/ 964055 w 6313039"/>
                <a:gd name="connsiteY20" fmla="*/ 4475303 h 4919752"/>
                <a:gd name="connsiteX21" fmla="*/ 382644 w 6313039"/>
                <a:gd name="connsiteY21" fmla="*/ 3999604 h 4919752"/>
                <a:gd name="connsiteX22" fmla="*/ 49655 w 6313039"/>
                <a:gd name="connsiteY22" fmla="*/ 3381195 h 4919752"/>
                <a:gd name="connsiteX23" fmla="*/ 7370 w 6313039"/>
                <a:gd name="connsiteY23" fmla="*/ 2651789 h 4919752"/>
                <a:gd name="connsiteX24" fmla="*/ 107796 w 6313039"/>
                <a:gd name="connsiteY24" fmla="*/ 2033380 h 4919752"/>
                <a:gd name="connsiteX25" fmla="*/ 382644 w 6313039"/>
                <a:gd name="connsiteY25" fmla="*/ 1388543 h 4919752"/>
                <a:gd name="connsiteX26" fmla="*/ 440785 w 6313039"/>
                <a:gd name="connsiteY26" fmla="*/ 1467826 h 4919752"/>
                <a:gd name="connsiteX27" fmla="*/ 329789 w 6313039"/>
                <a:gd name="connsiteY27" fmla="*/ 1906527 h 4919752"/>
                <a:gd name="connsiteX28" fmla="*/ 234649 w 6313039"/>
                <a:gd name="connsiteY28" fmla="*/ 2635932 h 4919752"/>
                <a:gd name="connsiteX29" fmla="*/ 345645 w 6313039"/>
                <a:gd name="connsiteY29" fmla="*/ 3243770 h 4919752"/>
                <a:gd name="connsiteX30" fmla="*/ 731490 w 6313039"/>
                <a:gd name="connsiteY30" fmla="*/ 3883322 h 4919752"/>
                <a:gd name="connsiteX31" fmla="*/ 1429183 w 6313039"/>
                <a:gd name="connsiteY31" fmla="*/ 4226883 h 4919752"/>
                <a:gd name="connsiteX32" fmla="*/ 2190302 w 6313039"/>
                <a:gd name="connsiteY32" fmla="*/ 4401306 h 4919752"/>
                <a:gd name="connsiteX33" fmla="*/ 3088845 w 6313039"/>
                <a:gd name="connsiteY33" fmla="*/ 4533444 h 4919752"/>
                <a:gd name="connsiteX34" fmla="*/ 4066672 w 6313039"/>
                <a:gd name="connsiteY34" fmla="*/ 4417162 h 4919752"/>
                <a:gd name="connsiteX35" fmla="*/ 4706223 w 6313039"/>
                <a:gd name="connsiteY35" fmla="*/ 4142314 h 4919752"/>
                <a:gd name="connsiteX36" fmla="*/ 5113211 w 6313039"/>
                <a:gd name="connsiteY36" fmla="*/ 3788182 h 4919752"/>
                <a:gd name="connsiteX37" fmla="*/ 5298205 w 6313039"/>
                <a:gd name="connsiteY37" fmla="*/ 3576760 h 4919752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429183 w 6313039"/>
                <a:gd name="connsiteY30" fmla="*/ 4226883 h 4926577"/>
                <a:gd name="connsiteX31" fmla="*/ 2190302 w 6313039"/>
                <a:gd name="connsiteY31" fmla="*/ 4401306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429183 w 6313039"/>
                <a:gd name="connsiteY30" fmla="*/ 4226883 h 4926577"/>
                <a:gd name="connsiteX31" fmla="*/ 2148018 w 6313039"/>
                <a:gd name="connsiteY31" fmla="*/ 4438304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381613 w 6313039"/>
                <a:gd name="connsiteY30" fmla="*/ 4279738 h 4926577"/>
                <a:gd name="connsiteX31" fmla="*/ 2148018 w 6313039"/>
                <a:gd name="connsiteY31" fmla="*/ 4438304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381613 w 6313039"/>
                <a:gd name="connsiteY30" fmla="*/ 4279738 h 4926577"/>
                <a:gd name="connsiteX31" fmla="*/ 2148018 w 6313039"/>
                <a:gd name="connsiteY31" fmla="*/ 4459446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03122"/>
                <a:gd name="connsiteX1" fmla="*/ 1593035 w 6313039"/>
                <a:gd name="connsiteY1" fmla="*/ 3888607 h 4903122"/>
                <a:gd name="connsiteX2" fmla="*/ 1455611 w 6313039"/>
                <a:gd name="connsiteY2" fmla="*/ 3751183 h 4903122"/>
                <a:gd name="connsiteX3" fmla="*/ 1201904 w 6313039"/>
                <a:gd name="connsiteY3" fmla="*/ 3444621 h 4903122"/>
                <a:gd name="connsiteX4" fmla="*/ 1001053 w 6313039"/>
                <a:gd name="connsiteY4" fmla="*/ 3312483 h 4903122"/>
                <a:gd name="connsiteX5" fmla="*/ 694492 w 6313039"/>
                <a:gd name="connsiteY5" fmla="*/ 3069347 h 4903122"/>
                <a:gd name="connsiteX6" fmla="*/ 319218 w 6313039"/>
                <a:gd name="connsiteY6" fmla="*/ 2477366 h 4903122"/>
                <a:gd name="connsiteX7" fmla="*/ 398501 w 6313039"/>
                <a:gd name="connsiteY7" fmla="*/ 1901241 h 4903122"/>
                <a:gd name="connsiteX8" fmla="*/ 583495 w 6313039"/>
                <a:gd name="connsiteY8" fmla="*/ 1203548 h 4903122"/>
                <a:gd name="connsiteX9" fmla="*/ 1376327 w 6313039"/>
                <a:gd name="connsiteY9" fmla="*/ 569283 h 4903122"/>
                <a:gd name="connsiteX10" fmla="*/ 2396439 w 6313039"/>
                <a:gd name="connsiteY10" fmla="*/ 130582 h 4903122"/>
                <a:gd name="connsiteX11" fmla="*/ 3818251 w 6313039"/>
                <a:gd name="connsiteY11" fmla="*/ 24871 h 4903122"/>
                <a:gd name="connsiteX12" fmla="*/ 5340490 w 6313039"/>
                <a:gd name="connsiteY12" fmla="*/ 537568 h 4903122"/>
                <a:gd name="connsiteX13" fmla="*/ 6080466 w 6313039"/>
                <a:gd name="connsiteY13" fmla="*/ 1414970 h 4903122"/>
                <a:gd name="connsiteX14" fmla="*/ 6313031 w 6313039"/>
                <a:gd name="connsiteY14" fmla="*/ 2694073 h 4903122"/>
                <a:gd name="connsiteX15" fmla="*/ 6075180 w 6313039"/>
                <a:gd name="connsiteY15" fmla="*/ 3439337 h 4903122"/>
                <a:gd name="connsiteX16" fmla="*/ 5488485 w 6313039"/>
                <a:gd name="connsiteY16" fmla="*/ 4147600 h 4903122"/>
                <a:gd name="connsiteX17" fmla="*/ 4087813 w 6313039"/>
                <a:gd name="connsiteY17" fmla="*/ 4824150 h 4903122"/>
                <a:gd name="connsiteX18" fmla="*/ 2301299 w 6313039"/>
                <a:gd name="connsiteY18" fmla="*/ 4850577 h 4903122"/>
                <a:gd name="connsiteX19" fmla="*/ 964055 w 6313039"/>
                <a:gd name="connsiteY19" fmla="*/ 4475303 h 4903122"/>
                <a:gd name="connsiteX20" fmla="*/ 382644 w 6313039"/>
                <a:gd name="connsiteY20" fmla="*/ 3999604 h 4903122"/>
                <a:gd name="connsiteX21" fmla="*/ 49655 w 6313039"/>
                <a:gd name="connsiteY21" fmla="*/ 3381195 h 4903122"/>
                <a:gd name="connsiteX22" fmla="*/ 7370 w 6313039"/>
                <a:gd name="connsiteY22" fmla="*/ 2651789 h 4903122"/>
                <a:gd name="connsiteX23" fmla="*/ 107796 w 6313039"/>
                <a:gd name="connsiteY23" fmla="*/ 2033380 h 4903122"/>
                <a:gd name="connsiteX24" fmla="*/ 382644 w 6313039"/>
                <a:gd name="connsiteY24" fmla="*/ 1388543 h 4903122"/>
                <a:gd name="connsiteX25" fmla="*/ 440785 w 6313039"/>
                <a:gd name="connsiteY25" fmla="*/ 1467826 h 4903122"/>
                <a:gd name="connsiteX26" fmla="*/ 329789 w 6313039"/>
                <a:gd name="connsiteY26" fmla="*/ 1906527 h 4903122"/>
                <a:gd name="connsiteX27" fmla="*/ 234649 w 6313039"/>
                <a:gd name="connsiteY27" fmla="*/ 2635932 h 4903122"/>
                <a:gd name="connsiteX28" fmla="*/ 345645 w 6313039"/>
                <a:gd name="connsiteY28" fmla="*/ 3243770 h 4903122"/>
                <a:gd name="connsiteX29" fmla="*/ 731490 w 6313039"/>
                <a:gd name="connsiteY29" fmla="*/ 3883322 h 4903122"/>
                <a:gd name="connsiteX30" fmla="*/ 1381613 w 6313039"/>
                <a:gd name="connsiteY30" fmla="*/ 4279738 h 4903122"/>
                <a:gd name="connsiteX31" fmla="*/ 2148018 w 6313039"/>
                <a:gd name="connsiteY31" fmla="*/ 4459446 h 4903122"/>
                <a:gd name="connsiteX32" fmla="*/ 3088845 w 6313039"/>
                <a:gd name="connsiteY32" fmla="*/ 4533444 h 4903122"/>
                <a:gd name="connsiteX33" fmla="*/ 4066672 w 6313039"/>
                <a:gd name="connsiteY33" fmla="*/ 4417162 h 4903122"/>
                <a:gd name="connsiteX34" fmla="*/ 4706223 w 6313039"/>
                <a:gd name="connsiteY34" fmla="*/ 4142314 h 4903122"/>
                <a:gd name="connsiteX35" fmla="*/ 5113211 w 6313039"/>
                <a:gd name="connsiteY35" fmla="*/ 3788182 h 4903122"/>
                <a:gd name="connsiteX36" fmla="*/ 5298205 w 6313039"/>
                <a:gd name="connsiteY36" fmla="*/ 3576760 h 4903122"/>
                <a:gd name="connsiteX0" fmla="*/ 1841456 w 6313947"/>
                <a:gd name="connsiteY0" fmla="*/ 3915035 h 4903122"/>
                <a:gd name="connsiteX1" fmla="*/ 1593035 w 6313947"/>
                <a:gd name="connsiteY1" fmla="*/ 3888607 h 4903122"/>
                <a:gd name="connsiteX2" fmla="*/ 1455611 w 6313947"/>
                <a:gd name="connsiteY2" fmla="*/ 3751183 h 4903122"/>
                <a:gd name="connsiteX3" fmla="*/ 1201904 w 6313947"/>
                <a:gd name="connsiteY3" fmla="*/ 3444621 h 4903122"/>
                <a:gd name="connsiteX4" fmla="*/ 1001053 w 6313947"/>
                <a:gd name="connsiteY4" fmla="*/ 3312483 h 4903122"/>
                <a:gd name="connsiteX5" fmla="*/ 694492 w 6313947"/>
                <a:gd name="connsiteY5" fmla="*/ 3069347 h 4903122"/>
                <a:gd name="connsiteX6" fmla="*/ 319218 w 6313947"/>
                <a:gd name="connsiteY6" fmla="*/ 2477366 h 4903122"/>
                <a:gd name="connsiteX7" fmla="*/ 398501 w 6313947"/>
                <a:gd name="connsiteY7" fmla="*/ 1901241 h 4903122"/>
                <a:gd name="connsiteX8" fmla="*/ 583495 w 6313947"/>
                <a:gd name="connsiteY8" fmla="*/ 1203548 h 4903122"/>
                <a:gd name="connsiteX9" fmla="*/ 1376327 w 6313947"/>
                <a:gd name="connsiteY9" fmla="*/ 569283 h 4903122"/>
                <a:gd name="connsiteX10" fmla="*/ 2396439 w 6313947"/>
                <a:gd name="connsiteY10" fmla="*/ 130582 h 4903122"/>
                <a:gd name="connsiteX11" fmla="*/ 3818251 w 6313947"/>
                <a:gd name="connsiteY11" fmla="*/ 24871 h 4903122"/>
                <a:gd name="connsiteX12" fmla="*/ 5340490 w 6313947"/>
                <a:gd name="connsiteY12" fmla="*/ 537568 h 4903122"/>
                <a:gd name="connsiteX13" fmla="*/ 6080466 w 6313947"/>
                <a:gd name="connsiteY13" fmla="*/ 1414970 h 4903122"/>
                <a:gd name="connsiteX14" fmla="*/ 6313031 w 6313947"/>
                <a:gd name="connsiteY14" fmla="*/ 2694073 h 4903122"/>
                <a:gd name="connsiteX15" fmla="*/ 6017039 w 6313947"/>
                <a:gd name="connsiteY15" fmla="*/ 3397053 h 4903122"/>
                <a:gd name="connsiteX16" fmla="*/ 5488485 w 6313947"/>
                <a:gd name="connsiteY16" fmla="*/ 4147600 h 4903122"/>
                <a:gd name="connsiteX17" fmla="*/ 4087813 w 6313947"/>
                <a:gd name="connsiteY17" fmla="*/ 4824150 h 4903122"/>
                <a:gd name="connsiteX18" fmla="*/ 2301299 w 6313947"/>
                <a:gd name="connsiteY18" fmla="*/ 4850577 h 4903122"/>
                <a:gd name="connsiteX19" fmla="*/ 964055 w 6313947"/>
                <a:gd name="connsiteY19" fmla="*/ 4475303 h 4903122"/>
                <a:gd name="connsiteX20" fmla="*/ 382644 w 6313947"/>
                <a:gd name="connsiteY20" fmla="*/ 3999604 h 4903122"/>
                <a:gd name="connsiteX21" fmla="*/ 49655 w 6313947"/>
                <a:gd name="connsiteY21" fmla="*/ 3381195 h 4903122"/>
                <a:gd name="connsiteX22" fmla="*/ 7370 w 6313947"/>
                <a:gd name="connsiteY22" fmla="*/ 2651789 h 4903122"/>
                <a:gd name="connsiteX23" fmla="*/ 107796 w 6313947"/>
                <a:gd name="connsiteY23" fmla="*/ 2033380 h 4903122"/>
                <a:gd name="connsiteX24" fmla="*/ 382644 w 6313947"/>
                <a:gd name="connsiteY24" fmla="*/ 1388543 h 4903122"/>
                <a:gd name="connsiteX25" fmla="*/ 440785 w 6313947"/>
                <a:gd name="connsiteY25" fmla="*/ 1467826 h 4903122"/>
                <a:gd name="connsiteX26" fmla="*/ 329789 w 6313947"/>
                <a:gd name="connsiteY26" fmla="*/ 1906527 h 4903122"/>
                <a:gd name="connsiteX27" fmla="*/ 234649 w 6313947"/>
                <a:gd name="connsiteY27" fmla="*/ 2635932 h 4903122"/>
                <a:gd name="connsiteX28" fmla="*/ 345645 w 6313947"/>
                <a:gd name="connsiteY28" fmla="*/ 3243770 h 4903122"/>
                <a:gd name="connsiteX29" fmla="*/ 731490 w 6313947"/>
                <a:gd name="connsiteY29" fmla="*/ 3883322 h 4903122"/>
                <a:gd name="connsiteX30" fmla="*/ 1381613 w 6313947"/>
                <a:gd name="connsiteY30" fmla="*/ 4279738 h 4903122"/>
                <a:gd name="connsiteX31" fmla="*/ 2148018 w 6313947"/>
                <a:gd name="connsiteY31" fmla="*/ 4459446 h 4903122"/>
                <a:gd name="connsiteX32" fmla="*/ 3088845 w 6313947"/>
                <a:gd name="connsiteY32" fmla="*/ 4533444 h 4903122"/>
                <a:gd name="connsiteX33" fmla="*/ 4066672 w 6313947"/>
                <a:gd name="connsiteY33" fmla="*/ 4417162 h 4903122"/>
                <a:gd name="connsiteX34" fmla="*/ 4706223 w 6313947"/>
                <a:gd name="connsiteY34" fmla="*/ 4142314 h 4903122"/>
                <a:gd name="connsiteX35" fmla="*/ 5113211 w 6313947"/>
                <a:gd name="connsiteY35" fmla="*/ 3788182 h 4903122"/>
                <a:gd name="connsiteX36" fmla="*/ 5298205 w 6313947"/>
                <a:gd name="connsiteY36" fmla="*/ 3576760 h 4903122"/>
                <a:gd name="connsiteX0" fmla="*/ 1841456 w 6203283"/>
                <a:gd name="connsiteY0" fmla="*/ 3915035 h 4903122"/>
                <a:gd name="connsiteX1" fmla="*/ 1593035 w 6203283"/>
                <a:gd name="connsiteY1" fmla="*/ 3888607 h 4903122"/>
                <a:gd name="connsiteX2" fmla="*/ 1455611 w 6203283"/>
                <a:gd name="connsiteY2" fmla="*/ 3751183 h 4903122"/>
                <a:gd name="connsiteX3" fmla="*/ 1201904 w 6203283"/>
                <a:gd name="connsiteY3" fmla="*/ 3444621 h 4903122"/>
                <a:gd name="connsiteX4" fmla="*/ 1001053 w 6203283"/>
                <a:gd name="connsiteY4" fmla="*/ 3312483 h 4903122"/>
                <a:gd name="connsiteX5" fmla="*/ 694492 w 6203283"/>
                <a:gd name="connsiteY5" fmla="*/ 3069347 h 4903122"/>
                <a:gd name="connsiteX6" fmla="*/ 319218 w 6203283"/>
                <a:gd name="connsiteY6" fmla="*/ 2477366 h 4903122"/>
                <a:gd name="connsiteX7" fmla="*/ 398501 w 6203283"/>
                <a:gd name="connsiteY7" fmla="*/ 1901241 h 4903122"/>
                <a:gd name="connsiteX8" fmla="*/ 583495 w 6203283"/>
                <a:gd name="connsiteY8" fmla="*/ 1203548 h 4903122"/>
                <a:gd name="connsiteX9" fmla="*/ 1376327 w 6203283"/>
                <a:gd name="connsiteY9" fmla="*/ 569283 h 4903122"/>
                <a:gd name="connsiteX10" fmla="*/ 2396439 w 6203283"/>
                <a:gd name="connsiteY10" fmla="*/ 130582 h 4903122"/>
                <a:gd name="connsiteX11" fmla="*/ 3818251 w 6203283"/>
                <a:gd name="connsiteY11" fmla="*/ 24871 h 4903122"/>
                <a:gd name="connsiteX12" fmla="*/ 5340490 w 6203283"/>
                <a:gd name="connsiteY12" fmla="*/ 537568 h 4903122"/>
                <a:gd name="connsiteX13" fmla="*/ 6080466 w 6203283"/>
                <a:gd name="connsiteY13" fmla="*/ 1414970 h 4903122"/>
                <a:gd name="connsiteX14" fmla="*/ 6196749 w 6203283"/>
                <a:gd name="connsiteY14" fmla="*/ 2450937 h 4903122"/>
                <a:gd name="connsiteX15" fmla="*/ 6017039 w 6203283"/>
                <a:gd name="connsiteY15" fmla="*/ 3397053 h 4903122"/>
                <a:gd name="connsiteX16" fmla="*/ 5488485 w 6203283"/>
                <a:gd name="connsiteY16" fmla="*/ 4147600 h 4903122"/>
                <a:gd name="connsiteX17" fmla="*/ 4087813 w 6203283"/>
                <a:gd name="connsiteY17" fmla="*/ 4824150 h 4903122"/>
                <a:gd name="connsiteX18" fmla="*/ 2301299 w 6203283"/>
                <a:gd name="connsiteY18" fmla="*/ 4850577 h 4903122"/>
                <a:gd name="connsiteX19" fmla="*/ 964055 w 6203283"/>
                <a:gd name="connsiteY19" fmla="*/ 4475303 h 4903122"/>
                <a:gd name="connsiteX20" fmla="*/ 382644 w 6203283"/>
                <a:gd name="connsiteY20" fmla="*/ 3999604 h 4903122"/>
                <a:gd name="connsiteX21" fmla="*/ 49655 w 6203283"/>
                <a:gd name="connsiteY21" fmla="*/ 3381195 h 4903122"/>
                <a:gd name="connsiteX22" fmla="*/ 7370 w 6203283"/>
                <a:gd name="connsiteY22" fmla="*/ 2651789 h 4903122"/>
                <a:gd name="connsiteX23" fmla="*/ 107796 w 6203283"/>
                <a:gd name="connsiteY23" fmla="*/ 2033380 h 4903122"/>
                <a:gd name="connsiteX24" fmla="*/ 382644 w 6203283"/>
                <a:gd name="connsiteY24" fmla="*/ 1388543 h 4903122"/>
                <a:gd name="connsiteX25" fmla="*/ 440785 w 6203283"/>
                <a:gd name="connsiteY25" fmla="*/ 1467826 h 4903122"/>
                <a:gd name="connsiteX26" fmla="*/ 329789 w 6203283"/>
                <a:gd name="connsiteY26" fmla="*/ 1906527 h 4903122"/>
                <a:gd name="connsiteX27" fmla="*/ 234649 w 6203283"/>
                <a:gd name="connsiteY27" fmla="*/ 2635932 h 4903122"/>
                <a:gd name="connsiteX28" fmla="*/ 345645 w 6203283"/>
                <a:gd name="connsiteY28" fmla="*/ 3243770 h 4903122"/>
                <a:gd name="connsiteX29" fmla="*/ 731490 w 6203283"/>
                <a:gd name="connsiteY29" fmla="*/ 3883322 h 4903122"/>
                <a:gd name="connsiteX30" fmla="*/ 1381613 w 6203283"/>
                <a:gd name="connsiteY30" fmla="*/ 4279738 h 4903122"/>
                <a:gd name="connsiteX31" fmla="*/ 2148018 w 6203283"/>
                <a:gd name="connsiteY31" fmla="*/ 4459446 h 4903122"/>
                <a:gd name="connsiteX32" fmla="*/ 3088845 w 6203283"/>
                <a:gd name="connsiteY32" fmla="*/ 4533444 h 4903122"/>
                <a:gd name="connsiteX33" fmla="*/ 4066672 w 6203283"/>
                <a:gd name="connsiteY33" fmla="*/ 4417162 h 4903122"/>
                <a:gd name="connsiteX34" fmla="*/ 4706223 w 6203283"/>
                <a:gd name="connsiteY34" fmla="*/ 4142314 h 4903122"/>
                <a:gd name="connsiteX35" fmla="*/ 5113211 w 6203283"/>
                <a:gd name="connsiteY35" fmla="*/ 3788182 h 4903122"/>
                <a:gd name="connsiteX36" fmla="*/ 5298205 w 6203283"/>
                <a:gd name="connsiteY36" fmla="*/ 3576760 h 4903122"/>
                <a:gd name="connsiteX0" fmla="*/ 1841456 w 6203283"/>
                <a:gd name="connsiteY0" fmla="*/ 3915035 h 4895940"/>
                <a:gd name="connsiteX1" fmla="*/ 1593035 w 6203283"/>
                <a:gd name="connsiteY1" fmla="*/ 3888607 h 4895940"/>
                <a:gd name="connsiteX2" fmla="*/ 1455611 w 6203283"/>
                <a:gd name="connsiteY2" fmla="*/ 3751183 h 4895940"/>
                <a:gd name="connsiteX3" fmla="*/ 1201904 w 6203283"/>
                <a:gd name="connsiteY3" fmla="*/ 3444621 h 4895940"/>
                <a:gd name="connsiteX4" fmla="*/ 1001053 w 6203283"/>
                <a:gd name="connsiteY4" fmla="*/ 3312483 h 4895940"/>
                <a:gd name="connsiteX5" fmla="*/ 694492 w 6203283"/>
                <a:gd name="connsiteY5" fmla="*/ 3069347 h 4895940"/>
                <a:gd name="connsiteX6" fmla="*/ 319218 w 6203283"/>
                <a:gd name="connsiteY6" fmla="*/ 2477366 h 4895940"/>
                <a:gd name="connsiteX7" fmla="*/ 398501 w 6203283"/>
                <a:gd name="connsiteY7" fmla="*/ 1901241 h 4895940"/>
                <a:gd name="connsiteX8" fmla="*/ 583495 w 6203283"/>
                <a:gd name="connsiteY8" fmla="*/ 1203548 h 4895940"/>
                <a:gd name="connsiteX9" fmla="*/ 1376327 w 6203283"/>
                <a:gd name="connsiteY9" fmla="*/ 569283 h 4895940"/>
                <a:gd name="connsiteX10" fmla="*/ 2396439 w 6203283"/>
                <a:gd name="connsiteY10" fmla="*/ 130582 h 4895940"/>
                <a:gd name="connsiteX11" fmla="*/ 3818251 w 6203283"/>
                <a:gd name="connsiteY11" fmla="*/ 24871 h 4895940"/>
                <a:gd name="connsiteX12" fmla="*/ 5340490 w 6203283"/>
                <a:gd name="connsiteY12" fmla="*/ 537568 h 4895940"/>
                <a:gd name="connsiteX13" fmla="*/ 6080466 w 6203283"/>
                <a:gd name="connsiteY13" fmla="*/ 1414970 h 4895940"/>
                <a:gd name="connsiteX14" fmla="*/ 6196749 w 6203283"/>
                <a:gd name="connsiteY14" fmla="*/ 2450937 h 4895940"/>
                <a:gd name="connsiteX15" fmla="*/ 6017039 w 6203283"/>
                <a:gd name="connsiteY15" fmla="*/ 3397053 h 4895940"/>
                <a:gd name="connsiteX16" fmla="*/ 5303490 w 6203283"/>
                <a:gd name="connsiteY16" fmla="*/ 4263882 h 4895940"/>
                <a:gd name="connsiteX17" fmla="*/ 4087813 w 6203283"/>
                <a:gd name="connsiteY17" fmla="*/ 4824150 h 4895940"/>
                <a:gd name="connsiteX18" fmla="*/ 2301299 w 6203283"/>
                <a:gd name="connsiteY18" fmla="*/ 4850577 h 4895940"/>
                <a:gd name="connsiteX19" fmla="*/ 964055 w 6203283"/>
                <a:gd name="connsiteY19" fmla="*/ 4475303 h 4895940"/>
                <a:gd name="connsiteX20" fmla="*/ 382644 w 6203283"/>
                <a:gd name="connsiteY20" fmla="*/ 3999604 h 4895940"/>
                <a:gd name="connsiteX21" fmla="*/ 49655 w 6203283"/>
                <a:gd name="connsiteY21" fmla="*/ 3381195 h 4895940"/>
                <a:gd name="connsiteX22" fmla="*/ 7370 w 6203283"/>
                <a:gd name="connsiteY22" fmla="*/ 2651789 h 4895940"/>
                <a:gd name="connsiteX23" fmla="*/ 107796 w 6203283"/>
                <a:gd name="connsiteY23" fmla="*/ 2033380 h 4895940"/>
                <a:gd name="connsiteX24" fmla="*/ 382644 w 6203283"/>
                <a:gd name="connsiteY24" fmla="*/ 1388543 h 4895940"/>
                <a:gd name="connsiteX25" fmla="*/ 440785 w 6203283"/>
                <a:gd name="connsiteY25" fmla="*/ 1467826 h 4895940"/>
                <a:gd name="connsiteX26" fmla="*/ 329789 w 6203283"/>
                <a:gd name="connsiteY26" fmla="*/ 1906527 h 4895940"/>
                <a:gd name="connsiteX27" fmla="*/ 234649 w 6203283"/>
                <a:gd name="connsiteY27" fmla="*/ 2635932 h 4895940"/>
                <a:gd name="connsiteX28" fmla="*/ 345645 w 6203283"/>
                <a:gd name="connsiteY28" fmla="*/ 3243770 h 4895940"/>
                <a:gd name="connsiteX29" fmla="*/ 731490 w 6203283"/>
                <a:gd name="connsiteY29" fmla="*/ 3883322 h 4895940"/>
                <a:gd name="connsiteX30" fmla="*/ 1381613 w 6203283"/>
                <a:gd name="connsiteY30" fmla="*/ 4279738 h 4895940"/>
                <a:gd name="connsiteX31" fmla="*/ 2148018 w 6203283"/>
                <a:gd name="connsiteY31" fmla="*/ 4459446 h 4895940"/>
                <a:gd name="connsiteX32" fmla="*/ 3088845 w 6203283"/>
                <a:gd name="connsiteY32" fmla="*/ 4533444 h 4895940"/>
                <a:gd name="connsiteX33" fmla="*/ 4066672 w 6203283"/>
                <a:gd name="connsiteY33" fmla="*/ 4417162 h 4895940"/>
                <a:gd name="connsiteX34" fmla="*/ 4706223 w 6203283"/>
                <a:gd name="connsiteY34" fmla="*/ 4142314 h 4895940"/>
                <a:gd name="connsiteX35" fmla="*/ 5113211 w 6203283"/>
                <a:gd name="connsiteY35" fmla="*/ 3788182 h 4895940"/>
                <a:gd name="connsiteX36" fmla="*/ 5298205 w 6203283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19218 w 6256709"/>
                <a:gd name="connsiteY6" fmla="*/ 2477366 h 4895940"/>
                <a:gd name="connsiteX7" fmla="*/ 398501 w 6256709"/>
                <a:gd name="connsiteY7" fmla="*/ 1901241 h 4895940"/>
                <a:gd name="connsiteX8" fmla="*/ 583495 w 6256709"/>
                <a:gd name="connsiteY8" fmla="*/ 1203548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19218 w 6256709"/>
                <a:gd name="connsiteY6" fmla="*/ 2477366 h 4895940"/>
                <a:gd name="connsiteX7" fmla="*/ 398501 w 6256709"/>
                <a:gd name="connsiteY7" fmla="*/ 1901241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77359 w 6256709"/>
                <a:gd name="connsiteY6" fmla="*/ 2493223 h 4895940"/>
                <a:gd name="connsiteX7" fmla="*/ 398501 w 6256709"/>
                <a:gd name="connsiteY7" fmla="*/ 1901241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77359 w 6256709"/>
                <a:gd name="connsiteY6" fmla="*/ 2493223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0325 w 6256709"/>
                <a:gd name="connsiteY2" fmla="*/ 3640186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630034 w 6256709"/>
                <a:gd name="connsiteY1" fmla="*/ 3825181 h 4895940"/>
                <a:gd name="connsiteX2" fmla="*/ 1450325 w 6256709"/>
                <a:gd name="connsiteY2" fmla="*/ 3640186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89566"/>
                <a:gd name="connsiteX1" fmla="*/ 1630034 w 6256709"/>
                <a:gd name="connsiteY1" fmla="*/ 3825181 h 4889566"/>
                <a:gd name="connsiteX2" fmla="*/ 1450325 w 6256709"/>
                <a:gd name="connsiteY2" fmla="*/ 3640186 h 4889566"/>
                <a:gd name="connsiteX3" fmla="*/ 1201904 w 6256709"/>
                <a:gd name="connsiteY3" fmla="*/ 3444621 h 4889566"/>
                <a:gd name="connsiteX4" fmla="*/ 1001053 w 6256709"/>
                <a:gd name="connsiteY4" fmla="*/ 3312483 h 4889566"/>
                <a:gd name="connsiteX5" fmla="*/ 694492 w 6256709"/>
                <a:gd name="connsiteY5" fmla="*/ 3069347 h 4889566"/>
                <a:gd name="connsiteX6" fmla="*/ 435500 w 6256709"/>
                <a:gd name="connsiteY6" fmla="*/ 2461510 h 4889566"/>
                <a:gd name="connsiteX7" fmla="*/ 446071 w 6256709"/>
                <a:gd name="connsiteY7" fmla="*/ 1895956 h 4889566"/>
                <a:gd name="connsiteX8" fmla="*/ 694491 w 6256709"/>
                <a:gd name="connsiteY8" fmla="*/ 1219404 h 4889566"/>
                <a:gd name="connsiteX9" fmla="*/ 1376327 w 6256709"/>
                <a:gd name="connsiteY9" fmla="*/ 569283 h 4889566"/>
                <a:gd name="connsiteX10" fmla="*/ 2396439 w 6256709"/>
                <a:gd name="connsiteY10" fmla="*/ 130582 h 4889566"/>
                <a:gd name="connsiteX11" fmla="*/ 3818251 w 6256709"/>
                <a:gd name="connsiteY11" fmla="*/ 24871 h 4889566"/>
                <a:gd name="connsiteX12" fmla="*/ 5340490 w 6256709"/>
                <a:gd name="connsiteY12" fmla="*/ 537568 h 4889566"/>
                <a:gd name="connsiteX13" fmla="*/ 6080466 w 6256709"/>
                <a:gd name="connsiteY13" fmla="*/ 1414970 h 4889566"/>
                <a:gd name="connsiteX14" fmla="*/ 6254890 w 6256709"/>
                <a:gd name="connsiteY14" fmla="*/ 2466793 h 4889566"/>
                <a:gd name="connsiteX15" fmla="*/ 6017039 w 6256709"/>
                <a:gd name="connsiteY15" fmla="*/ 3397053 h 4889566"/>
                <a:gd name="connsiteX16" fmla="*/ 5303490 w 6256709"/>
                <a:gd name="connsiteY16" fmla="*/ 4263882 h 4889566"/>
                <a:gd name="connsiteX17" fmla="*/ 4087813 w 6256709"/>
                <a:gd name="connsiteY17" fmla="*/ 4824150 h 4889566"/>
                <a:gd name="connsiteX18" fmla="*/ 2301299 w 6256709"/>
                <a:gd name="connsiteY18" fmla="*/ 4850577 h 4889566"/>
                <a:gd name="connsiteX19" fmla="*/ 1143764 w 6256709"/>
                <a:gd name="connsiteY19" fmla="*/ 4575728 h 4889566"/>
                <a:gd name="connsiteX20" fmla="*/ 382644 w 6256709"/>
                <a:gd name="connsiteY20" fmla="*/ 3999604 h 4889566"/>
                <a:gd name="connsiteX21" fmla="*/ 49655 w 6256709"/>
                <a:gd name="connsiteY21" fmla="*/ 3381195 h 4889566"/>
                <a:gd name="connsiteX22" fmla="*/ 7370 w 6256709"/>
                <a:gd name="connsiteY22" fmla="*/ 2651789 h 4889566"/>
                <a:gd name="connsiteX23" fmla="*/ 107796 w 6256709"/>
                <a:gd name="connsiteY23" fmla="*/ 2033380 h 4889566"/>
                <a:gd name="connsiteX24" fmla="*/ 382644 w 6256709"/>
                <a:gd name="connsiteY24" fmla="*/ 1388543 h 4889566"/>
                <a:gd name="connsiteX25" fmla="*/ 440785 w 6256709"/>
                <a:gd name="connsiteY25" fmla="*/ 1467826 h 4889566"/>
                <a:gd name="connsiteX26" fmla="*/ 329789 w 6256709"/>
                <a:gd name="connsiteY26" fmla="*/ 1906527 h 4889566"/>
                <a:gd name="connsiteX27" fmla="*/ 234649 w 6256709"/>
                <a:gd name="connsiteY27" fmla="*/ 2635932 h 4889566"/>
                <a:gd name="connsiteX28" fmla="*/ 345645 w 6256709"/>
                <a:gd name="connsiteY28" fmla="*/ 3243770 h 4889566"/>
                <a:gd name="connsiteX29" fmla="*/ 731490 w 6256709"/>
                <a:gd name="connsiteY29" fmla="*/ 3883322 h 4889566"/>
                <a:gd name="connsiteX30" fmla="*/ 1381613 w 6256709"/>
                <a:gd name="connsiteY30" fmla="*/ 4279738 h 4889566"/>
                <a:gd name="connsiteX31" fmla="*/ 2148018 w 6256709"/>
                <a:gd name="connsiteY31" fmla="*/ 4459446 h 4889566"/>
                <a:gd name="connsiteX32" fmla="*/ 3088845 w 6256709"/>
                <a:gd name="connsiteY32" fmla="*/ 4533444 h 4889566"/>
                <a:gd name="connsiteX33" fmla="*/ 4066672 w 6256709"/>
                <a:gd name="connsiteY33" fmla="*/ 4417162 h 4889566"/>
                <a:gd name="connsiteX34" fmla="*/ 4706223 w 6256709"/>
                <a:gd name="connsiteY34" fmla="*/ 4142314 h 4889566"/>
                <a:gd name="connsiteX35" fmla="*/ 5113211 w 6256709"/>
                <a:gd name="connsiteY35" fmla="*/ 3788182 h 4889566"/>
                <a:gd name="connsiteX36" fmla="*/ 5298205 w 6256709"/>
                <a:gd name="connsiteY36" fmla="*/ 3576760 h 4889566"/>
                <a:gd name="connsiteX0" fmla="*/ 1841456 w 6256709"/>
                <a:gd name="connsiteY0" fmla="*/ 3915035 h 4863384"/>
                <a:gd name="connsiteX1" fmla="*/ 1630034 w 6256709"/>
                <a:gd name="connsiteY1" fmla="*/ 3825181 h 4863384"/>
                <a:gd name="connsiteX2" fmla="*/ 1450325 w 6256709"/>
                <a:gd name="connsiteY2" fmla="*/ 3640186 h 4863384"/>
                <a:gd name="connsiteX3" fmla="*/ 1201904 w 6256709"/>
                <a:gd name="connsiteY3" fmla="*/ 3444621 h 4863384"/>
                <a:gd name="connsiteX4" fmla="*/ 1001053 w 6256709"/>
                <a:gd name="connsiteY4" fmla="*/ 3312483 h 4863384"/>
                <a:gd name="connsiteX5" fmla="*/ 694492 w 6256709"/>
                <a:gd name="connsiteY5" fmla="*/ 3069347 h 4863384"/>
                <a:gd name="connsiteX6" fmla="*/ 435500 w 6256709"/>
                <a:gd name="connsiteY6" fmla="*/ 2461510 h 4863384"/>
                <a:gd name="connsiteX7" fmla="*/ 446071 w 6256709"/>
                <a:gd name="connsiteY7" fmla="*/ 1895956 h 4863384"/>
                <a:gd name="connsiteX8" fmla="*/ 694491 w 6256709"/>
                <a:gd name="connsiteY8" fmla="*/ 1219404 h 4863384"/>
                <a:gd name="connsiteX9" fmla="*/ 1376327 w 6256709"/>
                <a:gd name="connsiteY9" fmla="*/ 569283 h 4863384"/>
                <a:gd name="connsiteX10" fmla="*/ 2396439 w 6256709"/>
                <a:gd name="connsiteY10" fmla="*/ 130582 h 4863384"/>
                <a:gd name="connsiteX11" fmla="*/ 3818251 w 6256709"/>
                <a:gd name="connsiteY11" fmla="*/ 24871 h 4863384"/>
                <a:gd name="connsiteX12" fmla="*/ 5340490 w 6256709"/>
                <a:gd name="connsiteY12" fmla="*/ 537568 h 4863384"/>
                <a:gd name="connsiteX13" fmla="*/ 6080466 w 6256709"/>
                <a:gd name="connsiteY13" fmla="*/ 1414970 h 4863384"/>
                <a:gd name="connsiteX14" fmla="*/ 6254890 w 6256709"/>
                <a:gd name="connsiteY14" fmla="*/ 2466793 h 4863384"/>
                <a:gd name="connsiteX15" fmla="*/ 6017039 w 6256709"/>
                <a:gd name="connsiteY15" fmla="*/ 3397053 h 4863384"/>
                <a:gd name="connsiteX16" fmla="*/ 5303490 w 6256709"/>
                <a:gd name="connsiteY16" fmla="*/ 4263882 h 4863384"/>
                <a:gd name="connsiteX17" fmla="*/ 4087813 w 6256709"/>
                <a:gd name="connsiteY17" fmla="*/ 4760723 h 4863384"/>
                <a:gd name="connsiteX18" fmla="*/ 2301299 w 6256709"/>
                <a:gd name="connsiteY18" fmla="*/ 4850577 h 4863384"/>
                <a:gd name="connsiteX19" fmla="*/ 1143764 w 6256709"/>
                <a:gd name="connsiteY19" fmla="*/ 4575728 h 4863384"/>
                <a:gd name="connsiteX20" fmla="*/ 382644 w 6256709"/>
                <a:gd name="connsiteY20" fmla="*/ 3999604 h 4863384"/>
                <a:gd name="connsiteX21" fmla="*/ 49655 w 6256709"/>
                <a:gd name="connsiteY21" fmla="*/ 3381195 h 4863384"/>
                <a:gd name="connsiteX22" fmla="*/ 7370 w 6256709"/>
                <a:gd name="connsiteY22" fmla="*/ 2651789 h 4863384"/>
                <a:gd name="connsiteX23" fmla="*/ 107796 w 6256709"/>
                <a:gd name="connsiteY23" fmla="*/ 2033380 h 4863384"/>
                <a:gd name="connsiteX24" fmla="*/ 382644 w 6256709"/>
                <a:gd name="connsiteY24" fmla="*/ 1388543 h 4863384"/>
                <a:gd name="connsiteX25" fmla="*/ 440785 w 6256709"/>
                <a:gd name="connsiteY25" fmla="*/ 1467826 h 4863384"/>
                <a:gd name="connsiteX26" fmla="*/ 329789 w 6256709"/>
                <a:gd name="connsiteY26" fmla="*/ 1906527 h 4863384"/>
                <a:gd name="connsiteX27" fmla="*/ 234649 w 6256709"/>
                <a:gd name="connsiteY27" fmla="*/ 2635932 h 4863384"/>
                <a:gd name="connsiteX28" fmla="*/ 345645 w 6256709"/>
                <a:gd name="connsiteY28" fmla="*/ 3243770 h 4863384"/>
                <a:gd name="connsiteX29" fmla="*/ 731490 w 6256709"/>
                <a:gd name="connsiteY29" fmla="*/ 3883322 h 4863384"/>
                <a:gd name="connsiteX30" fmla="*/ 1381613 w 6256709"/>
                <a:gd name="connsiteY30" fmla="*/ 4279738 h 4863384"/>
                <a:gd name="connsiteX31" fmla="*/ 2148018 w 6256709"/>
                <a:gd name="connsiteY31" fmla="*/ 4459446 h 4863384"/>
                <a:gd name="connsiteX32" fmla="*/ 3088845 w 6256709"/>
                <a:gd name="connsiteY32" fmla="*/ 4533444 h 4863384"/>
                <a:gd name="connsiteX33" fmla="*/ 4066672 w 6256709"/>
                <a:gd name="connsiteY33" fmla="*/ 4417162 h 4863384"/>
                <a:gd name="connsiteX34" fmla="*/ 4706223 w 6256709"/>
                <a:gd name="connsiteY34" fmla="*/ 4142314 h 4863384"/>
                <a:gd name="connsiteX35" fmla="*/ 5113211 w 6256709"/>
                <a:gd name="connsiteY35" fmla="*/ 3788182 h 4863384"/>
                <a:gd name="connsiteX36" fmla="*/ 5298205 w 6256709"/>
                <a:gd name="connsiteY36" fmla="*/ 3576760 h 4863384"/>
                <a:gd name="connsiteX0" fmla="*/ 1834103 w 6249356"/>
                <a:gd name="connsiteY0" fmla="*/ 3915035 h 4863384"/>
                <a:gd name="connsiteX1" fmla="*/ 1622681 w 6249356"/>
                <a:gd name="connsiteY1" fmla="*/ 3825181 h 4863384"/>
                <a:gd name="connsiteX2" fmla="*/ 1442972 w 6249356"/>
                <a:gd name="connsiteY2" fmla="*/ 3640186 h 4863384"/>
                <a:gd name="connsiteX3" fmla="*/ 1194551 w 6249356"/>
                <a:gd name="connsiteY3" fmla="*/ 3444621 h 4863384"/>
                <a:gd name="connsiteX4" fmla="*/ 993700 w 6249356"/>
                <a:gd name="connsiteY4" fmla="*/ 3312483 h 4863384"/>
                <a:gd name="connsiteX5" fmla="*/ 687139 w 6249356"/>
                <a:gd name="connsiteY5" fmla="*/ 3069347 h 4863384"/>
                <a:gd name="connsiteX6" fmla="*/ 428147 w 6249356"/>
                <a:gd name="connsiteY6" fmla="*/ 2461510 h 4863384"/>
                <a:gd name="connsiteX7" fmla="*/ 438718 w 6249356"/>
                <a:gd name="connsiteY7" fmla="*/ 1895956 h 4863384"/>
                <a:gd name="connsiteX8" fmla="*/ 687138 w 6249356"/>
                <a:gd name="connsiteY8" fmla="*/ 1219404 h 4863384"/>
                <a:gd name="connsiteX9" fmla="*/ 1368974 w 6249356"/>
                <a:gd name="connsiteY9" fmla="*/ 569283 h 4863384"/>
                <a:gd name="connsiteX10" fmla="*/ 2389086 w 6249356"/>
                <a:gd name="connsiteY10" fmla="*/ 130582 h 4863384"/>
                <a:gd name="connsiteX11" fmla="*/ 3810898 w 6249356"/>
                <a:gd name="connsiteY11" fmla="*/ 24871 h 4863384"/>
                <a:gd name="connsiteX12" fmla="*/ 5333137 w 6249356"/>
                <a:gd name="connsiteY12" fmla="*/ 537568 h 4863384"/>
                <a:gd name="connsiteX13" fmla="*/ 6073113 w 6249356"/>
                <a:gd name="connsiteY13" fmla="*/ 1414970 h 4863384"/>
                <a:gd name="connsiteX14" fmla="*/ 6247537 w 6249356"/>
                <a:gd name="connsiteY14" fmla="*/ 2466793 h 4863384"/>
                <a:gd name="connsiteX15" fmla="*/ 6009686 w 6249356"/>
                <a:gd name="connsiteY15" fmla="*/ 3397053 h 4863384"/>
                <a:gd name="connsiteX16" fmla="*/ 5296137 w 6249356"/>
                <a:gd name="connsiteY16" fmla="*/ 4263882 h 4863384"/>
                <a:gd name="connsiteX17" fmla="*/ 4080460 w 6249356"/>
                <a:gd name="connsiteY17" fmla="*/ 4760723 h 4863384"/>
                <a:gd name="connsiteX18" fmla="*/ 2293946 w 6249356"/>
                <a:gd name="connsiteY18" fmla="*/ 4850577 h 4863384"/>
                <a:gd name="connsiteX19" fmla="*/ 1136411 w 6249356"/>
                <a:gd name="connsiteY19" fmla="*/ 4575728 h 4863384"/>
                <a:gd name="connsiteX20" fmla="*/ 375291 w 6249356"/>
                <a:gd name="connsiteY20" fmla="*/ 3999604 h 4863384"/>
                <a:gd name="connsiteX21" fmla="*/ 95157 w 6249356"/>
                <a:gd name="connsiteY21" fmla="*/ 3412908 h 4863384"/>
                <a:gd name="connsiteX22" fmla="*/ 17 w 6249356"/>
                <a:gd name="connsiteY22" fmla="*/ 2651789 h 4863384"/>
                <a:gd name="connsiteX23" fmla="*/ 100443 w 6249356"/>
                <a:gd name="connsiteY23" fmla="*/ 2033380 h 4863384"/>
                <a:gd name="connsiteX24" fmla="*/ 375291 w 6249356"/>
                <a:gd name="connsiteY24" fmla="*/ 1388543 h 4863384"/>
                <a:gd name="connsiteX25" fmla="*/ 433432 w 6249356"/>
                <a:gd name="connsiteY25" fmla="*/ 1467826 h 4863384"/>
                <a:gd name="connsiteX26" fmla="*/ 322436 w 6249356"/>
                <a:gd name="connsiteY26" fmla="*/ 1906527 h 4863384"/>
                <a:gd name="connsiteX27" fmla="*/ 227296 w 6249356"/>
                <a:gd name="connsiteY27" fmla="*/ 2635932 h 4863384"/>
                <a:gd name="connsiteX28" fmla="*/ 338292 w 6249356"/>
                <a:gd name="connsiteY28" fmla="*/ 3243770 h 4863384"/>
                <a:gd name="connsiteX29" fmla="*/ 724137 w 6249356"/>
                <a:gd name="connsiteY29" fmla="*/ 3883322 h 4863384"/>
                <a:gd name="connsiteX30" fmla="*/ 1374260 w 6249356"/>
                <a:gd name="connsiteY30" fmla="*/ 4279738 h 4863384"/>
                <a:gd name="connsiteX31" fmla="*/ 2140665 w 6249356"/>
                <a:gd name="connsiteY31" fmla="*/ 4459446 h 4863384"/>
                <a:gd name="connsiteX32" fmla="*/ 3081492 w 6249356"/>
                <a:gd name="connsiteY32" fmla="*/ 4533444 h 4863384"/>
                <a:gd name="connsiteX33" fmla="*/ 4059319 w 6249356"/>
                <a:gd name="connsiteY33" fmla="*/ 4417162 h 4863384"/>
                <a:gd name="connsiteX34" fmla="*/ 4698870 w 6249356"/>
                <a:gd name="connsiteY34" fmla="*/ 4142314 h 4863384"/>
                <a:gd name="connsiteX35" fmla="*/ 5105858 w 6249356"/>
                <a:gd name="connsiteY35" fmla="*/ 3788182 h 4863384"/>
                <a:gd name="connsiteX36" fmla="*/ 5290852 w 6249356"/>
                <a:gd name="connsiteY36" fmla="*/ 3576760 h 4863384"/>
                <a:gd name="connsiteX0" fmla="*/ 1834106 w 6249359"/>
                <a:gd name="connsiteY0" fmla="*/ 3915035 h 4863384"/>
                <a:gd name="connsiteX1" fmla="*/ 1622684 w 6249359"/>
                <a:gd name="connsiteY1" fmla="*/ 3825181 h 4863384"/>
                <a:gd name="connsiteX2" fmla="*/ 1442975 w 6249359"/>
                <a:gd name="connsiteY2" fmla="*/ 3640186 h 4863384"/>
                <a:gd name="connsiteX3" fmla="*/ 1194554 w 6249359"/>
                <a:gd name="connsiteY3" fmla="*/ 3444621 h 4863384"/>
                <a:gd name="connsiteX4" fmla="*/ 993703 w 6249359"/>
                <a:gd name="connsiteY4" fmla="*/ 3312483 h 4863384"/>
                <a:gd name="connsiteX5" fmla="*/ 687142 w 6249359"/>
                <a:gd name="connsiteY5" fmla="*/ 3069347 h 4863384"/>
                <a:gd name="connsiteX6" fmla="*/ 428150 w 6249359"/>
                <a:gd name="connsiteY6" fmla="*/ 2461510 h 4863384"/>
                <a:gd name="connsiteX7" fmla="*/ 438721 w 6249359"/>
                <a:gd name="connsiteY7" fmla="*/ 1895956 h 4863384"/>
                <a:gd name="connsiteX8" fmla="*/ 687141 w 6249359"/>
                <a:gd name="connsiteY8" fmla="*/ 1219404 h 4863384"/>
                <a:gd name="connsiteX9" fmla="*/ 1368977 w 6249359"/>
                <a:gd name="connsiteY9" fmla="*/ 569283 h 4863384"/>
                <a:gd name="connsiteX10" fmla="*/ 2389089 w 6249359"/>
                <a:gd name="connsiteY10" fmla="*/ 130582 h 4863384"/>
                <a:gd name="connsiteX11" fmla="*/ 3810901 w 6249359"/>
                <a:gd name="connsiteY11" fmla="*/ 24871 h 4863384"/>
                <a:gd name="connsiteX12" fmla="*/ 5333140 w 6249359"/>
                <a:gd name="connsiteY12" fmla="*/ 537568 h 4863384"/>
                <a:gd name="connsiteX13" fmla="*/ 6073116 w 6249359"/>
                <a:gd name="connsiteY13" fmla="*/ 1414970 h 4863384"/>
                <a:gd name="connsiteX14" fmla="*/ 6247540 w 6249359"/>
                <a:gd name="connsiteY14" fmla="*/ 2466793 h 4863384"/>
                <a:gd name="connsiteX15" fmla="*/ 6009689 w 6249359"/>
                <a:gd name="connsiteY15" fmla="*/ 3397053 h 4863384"/>
                <a:gd name="connsiteX16" fmla="*/ 5296140 w 6249359"/>
                <a:gd name="connsiteY16" fmla="*/ 4263882 h 4863384"/>
                <a:gd name="connsiteX17" fmla="*/ 4080463 w 6249359"/>
                <a:gd name="connsiteY17" fmla="*/ 4760723 h 4863384"/>
                <a:gd name="connsiteX18" fmla="*/ 2293949 w 6249359"/>
                <a:gd name="connsiteY18" fmla="*/ 4850577 h 4863384"/>
                <a:gd name="connsiteX19" fmla="*/ 1136414 w 6249359"/>
                <a:gd name="connsiteY19" fmla="*/ 4575728 h 4863384"/>
                <a:gd name="connsiteX20" fmla="*/ 412293 w 6249359"/>
                <a:gd name="connsiteY20" fmla="*/ 3999604 h 4863384"/>
                <a:gd name="connsiteX21" fmla="*/ 95160 w 6249359"/>
                <a:gd name="connsiteY21" fmla="*/ 3412908 h 4863384"/>
                <a:gd name="connsiteX22" fmla="*/ 20 w 6249359"/>
                <a:gd name="connsiteY22" fmla="*/ 2651789 h 4863384"/>
                <a:gd name="connsiteX23" fmla="*/ 100446 w 6249359"/>
                <a:gd name="connsiteY23" fmla="*/ 2033380 h 4863384"/>
                <a:gd name="connsiteX24" fmla="*/ 375294 w 6249359"/>
                <a:gd name="connsiteY24" fmla="*/ 1388543 h 4863384"/>
                <a:gd name="connsiteX25" fmla="*/ 433435 w 6249359"/>
                <a:gd name="connsiteY25" fmla="*/ 1467826 h 4863384"/>
                <a:gd name="connsiteX26" fmla="*/ 322439 w 6249359"/>
                <a:gd name="connsiteY26" fmla="*/ 1906527 h 4863384"/>
                <a:gd name="connsiteX27" fmla="*/ 227299 w 6249359"/>
                <a:gd name="connsiteY27" fmla="*/ 2635932 h 4863384"/>
                <a:gd name="connsiteX28" fmla="*/ 338295 w 6249359"/>
                <a:gd name="connsiteY28" fmla="*/ 3243770 h 4863384"/>
                <a:gd name="connsiteX29" fmla="*/ 724140 w 6249359"/>
                <a:gd name="connsiteY29" fmla="*/ 3883322 h 4863384"/>
                <a:gd name="connsiteX30" fmla="*/ 1374263 w 6249359"/>
                <a:gd name="connsiteY30" fmla="*/ 4279738 h 4863384"/>
                <a:gd name="connsiteX31" fmla="*/ 2140668 w 6249359"/>
                <a:gd name="connsiteY31" fmla="*/ 4459446 h 4863384"/>
                <a:gd name="connsiteX32" fmla="*/ 3081495 w 6249359"/>
                <a:gd name="connsiteY32" fmla="*/ 4533444 h 4863384"/>
                <a:gd name="connsiteX33" fmla="*/ 4059322 w 6249359"/>
                <a:gd name="connsiteY33" fmla="*/ 4417162 h 4863384"/>
                <a:gd name="connsiteX34" fmla="*/ 4698873 w 6249359"/>
                <a:gd name="connsiteY34" fmla="*/ 4142314 h 4863384"/>
                <a:gd name="connsiteX35" fmla="*/ 5105861 w 6249359"/>
                <a:gd name="connsiteY35" fmla="*/ 3788182 h 4863384"/>
                <a:gd name="connsiteX36" fmla="*/ 5290855 w 6249359"/>
                <a:gd name="connsiteY36" fmla="*/ 3576760 h 4863384"/>
                <a:gd name="connsiteX0" fmla="*/ 1834106 w 6249359"/>
                <a:gd name="connsiteY0" fmla="*/ 3915035 h 4866442"/>
                <a:gd name="connsiteX1" fmla="*/ 1622684 w 6249359"/>
                <a:gd name="connsiteY1" fmla="*/ 3825181 h 4866442"/>
                <a:gd name="connsiteX2" fmla="*/ 1442975 w 6249359"/>
                <a:gd name="connsiteY2" fmla="*/ 3640186 h 4866442"/>
                <a:gd name="connsiteX3" fmla="*/ 1194554 w 6249359"/>
                <a:gd name="connsiteY3" fmla="*/ 3444621 h 4866442"/>
                <a:gd name="connsiteX4" fmla="*/ 993703 w 6249359"/>
                <a:gd name="connsiteY4" fmla="*/ 3312483 h 4866442"/>
                <a:gd name="connsiteX5" fmla="*/ 687142 w 6249359"/>
                <a:gd name="connsiteY5" fmla="*/ 3069347 h 4866442"/>
                <a:gd name="connsiteX6" fmla="*/ 428150 w 6249359"/>
                <a:gd name="connsiteY6" fmla="*/ 2461510 h 4866442"/>
                <a:gd name="connsiteX7" fmla="*/ 438721 w 6249359"/>
                <a:gd name="connsiteY7" fmla="*/ 1895956 h 4866442"/>
                <a:gd name="connsiteX8" fmla="*/ 687141 w 6249359"/>
                <a:gd name="connsiteY8" fmla="*/ 1219404 h 4866442"/>
                <a:gd name="connsiteX9" fmla="*/ 1368977 w 6249359"/>
                <a:gd name="connsiteY9" fmla="*/ 569283 h 4866442"/>
                <a:gd name="connsiteX10" fmla="*/ 2389089 w 6249359"/>
                <a:gd name="connsiteY10" fmla="*/ 130582 h 4866442"/>
                <a:gd name="connsiteX11" fmla="*/ 3810901 w 6249359"/>
                <a:gd name="connsiteY11" fmla="*/ 24871 h 4866442"/>
                <a:gd name="connsiteX12" fmla="*/ 5333140 w 6249359"/>
                <a:gd name="connsiteY12" fmla="*/ 537568 h 4866442"/>
                <a:gd name="connsiteX13" fmla="*/ 6073116 w 6249359"/>
                <a:gd name="connsiteY13" fmla="*/ 1414970 h 4866442"/>
                <a:gd name="connsiteX14" fmla="*/ 6247540 w 6249359"/>
                <a:gd name="connsiteY14" fmla="*/ 2466793 h 4866442"/>
                <a:gd name="connsiteX15" fmla="*/ 6009689 w 6249359"/>
                <a:gd name="connsiteY15" fmla="*/ 3397053 h 4866442"/>
                <a:gd name="connsiteX16" fmla="*/ 5296140 w 6249359"/>
                <a:gd name="connsiteY16" fmla="*/ 4263882 h 4866442"/>
                <a:gd name="connsiteX17" fmla="*/ 4080463 w 6249359"/>
                <a:gd name="connsiteY17" fmla="*/ 4760723 h 4866442"/>
                <a:gd name="connsiteX18" fmla="*/ 2293949 w 6249359"/>
                <a:gd name="connsiteY18" fmla="*/ 4850577 h 4866442"/>
                <a:gd name="connsiteX19" fmla="*/ 1183984 w 6249359"/>
                <a:gd name="connsiteY19" fmla="*/ 4533444 h 4866442"/>
                <a:gd name="connsiteX20" fmla="*/ 412293 w 6249359"/>
                <a:gd name="connsiteY20" fmla="*/ 3999604 h 4866442"/>
                <a:gd name="connsiteX21" fmla="*/ 95160 w 6249359"/>
                <a:gd name="connsiteY21" fmla="*/ 3412908 h 4866442"/>
                <a:gd name="connsiteX22" fmla="*/ 20 w 6249359"/>
                <a:gd name="connsiteY22" fmla="*/ 2651789 h 4866442"/>
                <a:gd name="connsiteX23" fmla="*/ 100446 w 6249359"/>
                <a:gd name="connsiteY23" fmla="*/ 2033380 h 4866442"/>
                <a:gd name="connsiteX24" fmla="*/ 375294 w 6249359"/>
                <a:gd name="connsiteY24" fmla="*/ 1388543 h 4866442"/>
                <a:gd name="connsiteX25" fmla="*/ 433435 w 6249359"/>
                <a:gd name="connsiteY25" fmla="*/ 1467826 h 4866442"/>
                <a:gd name="connsiteX26" fmla="*/ 322439 w 6249359"/>
                <a:gd name="connsiteY26" fmla="*/ 1906527 h 4866442"/>
                <a:gd name="connsiteX27" fmla="*/ 227299 w 6249359"/>
                <a:gd name="connsiteY27" fmla="*/ 2635932 h 4866442"/>
                <a:gd name="connsiteX28" fmla="*/ 338295 w 6249359"/>
                <a:gd name="connsiteY28" fmla="*/ 3243770 h 4866442"/>
                <a:gd name="connsiteX29" fmla="*/ 724140 w 6249359"/>
                <a:gd name="connsiteY29" fmla="*/ 3883322 h 4866442"/>
                <a:gd name="connsiteX30" fmla="*/ 1374263 w 6249359"/>
                <a:gd name="connsiteY30" fmla="*/ 4279738 h 4866442"/>
                <a:gd name="connsiteX31" fmla="*/ 2140668 w 6249359"/>
                <a:gd name="connsiteY31" fmla="*/ 4459446 h 4866442"/>
                <a:gd name="connsiteX32" fmla="*/ 3081495 w 6249359"/>
                <a:gd name="connsiteY32" fmla="*/ 4533444 h 4866442"/>
                <a:gd name="connsiteX33" fmla="*/ 4059322 w 6249359"/>
                <a:gd name="connsiteY33" fmla="*/ 4417162 h 4866442"/>
                <a:gd name="connsiteX34" fmla="*/ 4698873 w 6249359"/>
                <a:gd name="connsiteY34" fmla="*/ 4142314 h 4866442"/>
                <a:gd name="connsiteX35" fmla="*/ 5105861 w 6249359"/>
                <a:gd name="connsiteY35" fmla="*/ 3788182 h 4866442"/>
                <a:gd name="connsiteX36" fmla="*/ 5290855 w 6249359"/>
                <a:gd name="connsiteY36" fmla="*/ 3576760 h 4866442"/>
                <a:gd name="connsiteX0" fmla="*/ 1834106 w 6249359"/>
                <a:gd name="connsiteY0" fmla="*/ 3915035 h 4830564"/>
                <a:gd name="connsiteX1" fmla="*/ 1622684 w 6249359"/>
                <a:gd name="connsiteY1" fmla="*/ 3825181 h 4830564"/>
                <a:gd name="connsiteX2" fmla="*/ 1442975 w 6249359"/>
                <a:gd name="connsiteY2" fmla="*/ 3640186 h 4830564"/>
                <a:gd name="connsiteX3" fmla="*/ 1194554 w 6249359"/>
                <a:gd name="connsiteY3" fmla="*/ 3444621 h 4830564"/>
                <a:gd name="connsiteX4" fmla="*/ 993703 w 6249359"/>
                <a:gd name="connsiteY4" fmla="*/ 3312483 h 4830564"/>
                <a:gd name="connsiteX5" fmla="*/ 687142 w 6249359"/>
                <a:gd name="connsiteY5" fmla="*/ 3069347 h 4830564"/>
                <a:gd name="connsiteX6" fmla="*/ 428150 w 6249359"/>
                <a:gd name="connsiteY6" fmla="*/ 2461510 h 4830564"/>
                <a:gd name="connsiteX7" fmla="*/ 438721 w 6249359"/>
                <a:gd name="connsiteY7" fmla="*/ 1895956 h 4830564"/>
                <a:gd name="connsiteX8" fmla="*/ 687141 w 6249359"/>
                <a:gd name="connsiteY8" fmla="*/ 1219404 h 4830564"/>
                <a:gd name="connsiteX9" fmla="*/ 1368977 w 6249359"/>
                <a:gd name="connsiteY9" fmla="*/ 569283 h 4830564"/>
                <a:gd name="connsiteX10" fmla="*/ 2389089 w 6249359"/>
                <a:gd name="connsiteY10" fmla="*/ 130582 h 4830564"/>
                <a:gd name="connsiteX11" fmla="*/ 3810901 w 6249359"/>
                <a:gd name="connsiteY11" fmla="*/ 24871 h 4830564"/>
                <a:gd name="connsiteX12" fmla="*/ 5333140 w 6249359"/>
                <a:gd name="connsiteY12" fmla="*/ 537568 h 4830564"/>
                <a:gd name="connsiteX13" fmla="*/ 6073116 w 6249359"/>
                <a:gd name="connsiteY13" fmla="*/ 1414970 h 4830564"/>
                <a:gd name="connsiteX14" fmla="*/ 6247540 w 6249359"/>
                <a:gd name="connsiteY14" fmla="*/ 2466793 h 4830564"/>
                <a:gd name="connsiteX15" fmla="*/ 6009689 w 6249359"/>
                <a:gd name="connsiteY15" fmla="*/ 3397053 h 4830564"/>
                <a:gd name="connsiteX16" fmla="*/ 5296140 w 6249359"/>
                <a:gd name="connsiteY16" fmla="*/ 4263882 h 4830564"/>
                <a:gd name="connsiteX17" fmla="*/ 4080463 w 6249359"/>
                <a:gd name="connsiteY17" fmla="*/ 4760723 h 4830564"/>
                <a:gd name="connsiteX18" fmla="*/ 2346804 w 6249359"/>
                <a:gd name="connsiteY18" fmla="*/ 4803007 h 4830564"/>
                <a:gd name="connsiteX19" fmla="*/ 1183984 w 6249359"/>
                <a:gd name="connsiteY19" fmla="*/ 4533444 h 4830564"/>
                <a:gd name="connsiteX20" fmla="*/ 412293 w 6249359"/>
                <a:gd name="connsiteY20" fmla="*/ 3999604 h 4830564"/>
                <a:gd name="connsiteX21" fmla="*/ 95160 w 6249359"/>
                <a:gd name="connsiteY21" fmla="*/ 3412908 h 4830564"/>
                <a:gd name="connsiteX22" fmla="*/ 20 w 6249359"/>
                <a:gd name="connsiteY22" fmla="*/ 2651789 h 4830564"/>
                <a:gd name="connsiteX23" fmla="*/ 100446 w 6249359"/>
                <a:gd name="connsiteY23" fmla="*/ 2033380 h 4830564"/>
                <a:gd name="connsiteX24" fmla="*/ 375294 w 6249359"/>
                <a:gd name="connsiteY24" fmla="*/ 1388543 h 4830564"/>
                <a:gd name="connsiteX25" fmla="*/ 433435 w 6249359"/>
                <a:gd name="connsiteY25" fmla="*/ 1467826 h 4830564"/>
                <a:gd name="connsiteX26" fmla="*/ 322439 w 6249359"/>
                <a:gd name="connsiteY26" fmla="*/ 1906527 h 4830564"/>
                <a:gd name="connsiteX27" fmla="*/ 227299 w 6249359"/>
                <a:gd name="connsiteY27" fmla="*/ 2635932 h 4830564"/>
                <a:gd name="connsiteX28" fmla="*/ 338295 w 6249359"/>
                <a:gd name="connsiteY28" fmla="*/ 3243770 h 4830564"/>
                <a:gd name="connsiteX29" fmla="*/ 724140 w 6249359"/>
                <a:gd name="connsiteY29" fmla="*/ 3883322 h 4830564"/>
                <a:gd name="connsiteX30" fmla="*/ 1374263 w 6249359"/>
                <a:gd name="connsiteY30" fmla="*/ 4279738 h 4830564"/>
                <a:gd name="connsiteX31" fmla="*/ 2140668 w 6249359"/>
                <a:gd name="connsiteY31" fmla="*/ 4459446 h 4830564"/>
                <a:gd name="connsiteX32" fmla="*/ 3081495 w 6249359"/>
                <a:gd name="connsiteY32" fmla="*/ 4533444 h 4830564"/>
                <a:gd name="connsiteX33" fmla="*/ 4059322 w 6249359"/>
                <a:gd name="connsiteY33" fmla="*/ 4417162 h 4830564"/>
                <a:gd name="connsiteX34" fmla="*/ 4698873 w 6249359"/>
                <a:gd name="connsiteY34" fmla="*/ 4142314 h 4830564"/>
                <a:gd name="connsiteX35" fmla="*/ 5105861 w 6249359"/>
                <a:gd name="connsiteY35" fmla="*/ 3788182 h 4830564"/>
                <a:gd name="connsiteX36" fmla="*/ 5290855 w 6249359"/>
                <a:gd name="connsiteY36" fmla="*/ 3576760 h 4830564"/>
                <a:gd name="connsiteX0" fmla="*/ 1834106 w 6249359"/>
                <a:gd name="connsiteY0" fmla="*/ 3915035 h 4830564"/>
                <a:gd name="connsiteX1" fmla="*/ 1622684 w 6249359"/>
                <a:gd name="connsiteY1" fmla="*/ 3825181 h 4830564"/>
                <a:gd name="connsiteX2" fmla="*/ 1442975 w 6249359"/>
                <a:gd name="connsiteY2" fmla="*/ 3640186 h 4830564"/>
                <a:gd name="connsiteX3" fmla="*/ 1194554 w 6249359"/>
                <a:gd name="connsiteY3" fmla="*/ 3444621 h 4830564"/>
                <a:gd name="connsiteX4" fmla="*/ 993703 w 6249359"/>
                <a:gd name="connsiteY4" fmla="*/ 3312483 h 4830564"/>
                <a:gd name="connsiteX5" fmla="*/ 687142 w 6249359"/>
                <a:gd name="connsiteY5" fmla="*/ 3069347 h 4830564"/>
                <a:gd name="connsiteX6" fmla="*/ 428150 w 6249359"/>
                <a:gd name="connsiteY6" fmla="*/ 2461510 h 4830564"/>
                <a:gd name="connsiteX7" fmla="*/ 438721 w 6249359"/>
                <a:gd name="connsiteY7" fmla="*/ 1895956 h 4830564"/>
                <a:gd name="connsiteX8" fmla="*/ 687141 w 6249359"/>
                <a:gd name="connsiteY8" fmla="*/ 1219404 h 4830564"/>
                <a:gd name="connsiteX9" fmla="*/ 1368977 w 6249359"/>
                <a:gd name="connsiteY9" fmla="*/ 569283 h 4830564"/>
                <a:gd name="connsiteX10" fmla="*/ 2389089 w 6249359"/>
                <a:gd name="connsiteY10" fmla="*/ 130582 h 4830564"/>
                <a:gd name="connsiteX11" fmla="*/ 3810901 w 6249359"/>
                <a:gd name="connsiteY11" fmla="*/ 24871 h 4830564"/>
                <a:gd name="connsiteX12" fmla="*/ 5333140 w 6249359"/>
                <a:gd name="connsiteY12" fmla="*/ 537568 h 4830564"/>
                <a:gd name="connsiteX13" fmla="*/ 6073116 w 6249359"/>
                <a:gd name="connsiteY13" fmla="*/ 1414970 h 4830564"/>
                <a:gd name="connsiteX14" fmla="*/ 6247540 w 6249359"/>
                <a:gd name="connsiteY14" fmla="*/ 2466793 h 4830564"/>
                <a:gd name="connsiteX15" fmla="*/ 6009689 w 6249359"/>
                <a:gd name="connsiteY15" fmla="*/ 3397053 h 4830564"/>
                <a:gd name="connsiteX16" fmla="*/ 5296140 w 6249359"/>
                <a:gd name="connsiteY16" fmla="*/ 4263882 h 4830564"/>
                <a:gd name="connsiteX17" fmla="*/ 4080463 w 6249359"/>
                <a:gd name="connsiteY17" fmla="*/ 4760723 h 4830564"/>
                <a:gd name="connsiteX18" fmla="*/ 2346804 w 6249359"/>
                <a:gd name="connsiteY18" fmla="*/ 4803007 h 4830564"/>
                <a:gd name="connsiteX19" fmla="*/ 1183984 w 6249359"/>
                <a:gd name="connsiteY19" fmla="*/ 4533444 h 4830564"/>
                <a:gd name="connsiteX20" fmla="*/ 412293 w 6249359"/>
                <a:gd name="connsiteY20" fmla="*/ 3999604 h 4830564"/>
                <a:gd name="connsiteX21" fmla="*/ 95160 w 6249359"/>
                <a:gd name="connsiteY21" fmla="*/ 3412908 h 4830564"/>
                <a:gd name="connsiteX22" fmla="*/ 20 w 6249359"/>
                <a:gd name="connsiteY22" fmla="*/ 2651789 h 4830564"/>
                <a:gd name="connsiteX23" fmla="*/ 100446 w 6249359"/>
                <a:gd name="connsiteY23" fmla="*/ 2033380 h 4830564"/>
                <a:gd name="connsiteX24" fmla="*/ 375294 w 6249359"/>
                <a:gd name="connsiteY24" fmla="*/ 1388543 h 4830564"/>
                <a:gd name="connsiteX25" fmla="*/ 433435 w 6249359"/>
                <a:gd name="connsiteY25" fmla="*/ 1467826 h 4830564"/>
                <a:gd name="connsiteX26" fmla="*/ 322439 w 6249359"/>
                <a:gd name="connsiteY26" fmla="*/ 1906527 h 4830564"/>
                <a:gd name="connsiteX27" fmla="*/ 227299 w 6249359"/>
                <a:gd name="connsiteY27" fmla="*/ 2635932 h 4830564"/>
                <a:gd name="connsiteX28" fmla="*/ 338295 w 6249359"/>
                <a:gd name="connsiteY28" fmla="*/ 3243770 h 4830564"/>
                <a:gd name="connsiteX29" fmla="*/ 724140 w 6249359"/>
                <a:gd name="connsiteY29" fmla="*/ 3883322 h 4830564"/>
                <a:gd name="connsiteX30" fmla="*/ 1374263 w 6249359"/>
                <a:gd name="connsiteY30" fmla="*/ 4279738 h 4830564"/>
                <a:gd name="connsiteX31" fmla="*/ 2135382 w 6249359"/>
                <a:gd name="connsiteY31" fmla="*/ 4491159 h 4830564"/>
                <a:gd name="connsiteX32" fmla="*/ 3081495 w 6249359"/>
                <a:gd name="connsiteY32" fmla="*/ 4533444 h 4830564"/>
                <a:gd name="connsiteX33" fmla="*/ 4059322 w 6249359"/>
                <a:gd name="connsiteY33" fmla="*/ 4417162 h 4830564"/>
                <a:gd name="connsiteX34" fmla="*/ 4698873 w 6249359"/>
                <a:gd name="connsiteY34" fmla="*/ 4142314 h 4830564"/>
                <a:gd name="connsiteX35" fmla="*/ 5105861 w 6249359"/>
                <a:gd name="connsiteY35" fmla="*/ 3788182 h 4830564"/>
                <a:gd name="connsiteX36" fmla="*/ 5290855 w 6249359"/>
                <a:gd name="connsiteY36" fmla="*/ 3576760 h 4830564"/>
                <a:gd name="connsiteX0" fmla="*/ 1812997 w 6228250"/>
                <a:gd name="connsiteY0" fmla="*/ 3915035 h 4830564"/>
                <a:gd name="connsiteX1" fmla="*/ 1601575 w 6228250"/>
                <a:gd name="connsiteY1" fmla="*/ 3825181 h 4830564"/>
                <a:gd name="connsiteX2" fmla="*/ 1421866 w 6228250"/>
                <a:gd name="connsiteY2" fmla="*/ 3640186 h 4830564"/>
                <a:gd name="connsiteX3" fmla="*/ 1173445 w 6228250"/>
                <a:gd name="connsiteY3" fmla="*/ 3444621 h 4830564"/>
                <a:gd name="connsiteX4" fmla="*/ 972594 w 6228250"/>
                <a:gd name="connsiteY4" fmla="*/ 3312483 h 4830564"/>
                <a:gd name="connsiteX5" fmla="*/ 666033 w 6228250"/>
                <a:gd name="connsiteY5" fmla="*/ 3069347 h 4830564"/>
                <a:gd name="connsiteX6" fmla="*/ 407041 w 6228250"/>
                <a:gd name="connsiteY6" fmla="*/ 2461510 h 4830564"/>
                <a:gd name="connsiteX7" fmla="*/ 417612 w 6228250"/>
                <a:gd name="connsiteY7" fmla="*/ 1895956 h 4830564"/>
                <a:gd name="connsiteX8" fmla="*/ 666032 w 6228250"/>
                <a:gd name="connsiteY8" fmla="*/ 1219404 h 4830564"/>
                <a:gd name="connsiteX9" fmla="*/ 1347868 w 6228250"/>
                <a:gd name="connsiteY9" fmla="*/ 569283 h 4830564"/>
                <a:gd name="connsiteX10" fmla="*/ 2367980 w 6228250"/>
                <a:gd name="connsiteY10" fmla="*/ 130582 h 4830564"/>
                <a:gd name="connsiteX11" fmla="*/ 3789792 w 6228250"/>
                <a:gd name="connsiteY11" fmla="*/ 24871 h 4830564"/>
                <a:gd name="connsiteX12" fmla="*/ 5312031 w 6228250"/>
                <a:gd name="connsiteY12" fmla="*/ 537568 h 4830564"/>
                <a:gd name="connsiteX13" fmla="*/ 6052007 w 6228250"/>
                <a:gd name="connsiteY13" fmla="*/ 1414970 h 4830564"/>
                <a:gd name="connsiteX14" fmla="*/ 6226431 w 6228250"/>
                <a:gd name="connsiteY14" fmla="*/ 2466793 h 4830564"/>
                <a:gd name="connsiteX15" fmla="*/ 5988580 w 6228250"/>
                <a:gd name="connsiteY15" fmla="*/ 3397053 h 4830564"/>
                <a:gd name="connsiteX16" fmla="*/ 5275031 w 6228250"/>
                <a:gd name="connsiteY16" fmla="*/ 4263882 h 4830564"/>
                <a:gd name="connsiteX17" fmla="*/ 4059354 w 6228250"/>
                <a:gd name="connsiteY17" fmla="*/ 4760723 h 4830564"/>
                <a:gd name="connsiteX18" fmla="*/ 2325695 w 6228250"/>
                <a:gd name="connsiteY18" fmla="*/ 4803007 h 4830564"/>
                <a:gd name="connsiteX19" fmla="*/ 1162875 w 6228250"/>
                <a:gd name="connsiteY19" fmla="*/ 4533444 h 4830564"/>
                <a:gd name="connsiteX20" fmla="*/ 391184 w 6228250"/>
                <a:gd name="connsiteY20" fmla="*/ 3999604 h 4830564"/>
                <a:gd name="connsiteX21" fmla="*/ 74051 w 6228250"/>
                <a:gd name="connsiteY21" fmla="*/ 3412908 h 4830564"/>
                <a:gd name="connsiteX22" fmla="*/ 53 w 6228250"/>
                <a:gd name="connsiteY22" fmla="*/ 2657075 h 4830564"/>
                <a:gd name="connsiteX23" fmla="*/ 79337 w 6228250"/>
                <a:gd name="connsiteY23" fmla="*/ 2033380 h 4830564"/>
                <a:gd name="connsiteX24" fmla="*/ 354185 w 6228250"/>
                <a:gd name="connsiteY24" fmla="*/ 1388543 h 4830564"/>
                <a:gd name="connsiteX25" fmla="*/ 412326 w 6228250"/>
                <a:gd name="connsiteY25" fmla="*/ 1467826 h 4830564"/>
                <a:gd name="connsiteX26" fmla="*/ 301330 w 6228250"/>
                <a:gd name="connsiteY26" fmla="*/ 1906527 h 4830564"/>
                <a:gd name="connsiteX27" fmla="*/ 206190 w 6228250"/>
                <a:gd name="connsiteY27" fmla="*/ 2635932 h 4830564"/>
                <a:gd name="connsiteX28" fmla="*/ 317186 w 6228250"/>
                <a:gd name="connsiteY28" fmla="*/ 3243770 h 4830564"/>
                <a:gd name="connsiteX29" fmla="*/ 703031 w 6228250"/>
                <a:gd name="connsiteY29" fmla="*/ 3883322 h 4830564"/>
                <a:gd name="connsiteX30" fmla="*/ 1353154 w 6228250"/>
                <a:gd name="connsiteY30" fmla="*/ 4279738 h 4830564"/>
                <a:gd name="connsiteX31" fmla="*/ 2114273 w 6228250"/>
                <a:gd name="connsiteY31" fmla="*/ 4491159 h 4830564"/>
                <a:gd name="connsiteX32" fmla="*/ 3060386 w 6228250"/>
                <a:gd name="connsiteY32" fmla="*/ 4533444 h 4830564"/>
                <a:gd name="connsiteX33" fmla="*/ 4038213 w 6228250"/>
                <a:gd name="connsiteY33" fmla="*/ 4417162 h 4830564"/>
                <a:gd name="connsiteX34" fmla="*/ 4677764 w 6228250"/>
                <a:gd name="connsiteY34" fmla="*/ 4142314 h 4830564"/>
                <a:gd name="connsiteX35" fmla="*/ 5084752 w 6228250"/>
                <a:gd name="connsiteY35" fmla="*/ 3788182 h 4830564"/>
                <a:gd name="connsiteX36" fmla="*/ 5269746 w 6228250"/>
                <a:gd name="connsiteY36" fmla="*/ 3576760 h 4830564"/>
                <a:gd name="connsiteX0" fmla="*/ 1814766 w 6230019"/>
                <a:gd name="connsiteY0" fmla="*/ 3915035 h 4830564"/>
                <a:gd name="connsiteX1" fmla="*/ 1603344 w 6230019"/>
                <a:gd name="connsiteY1" fmla="*/ 3825181 h 4830564"/>
                <a:gd name="connsiteX2" fmla="*/ 1423635 w 6230019"/>
                <a:gd name="connsiteY2" fmla="*/ 3640186 h 4830564"/>
                <a:gd name="connsiteX3" fmla="*/ 1175214 w 6230019"/>
                <a:gd name="connsiteY3" fmla="*/ 3444621 h 4830564"/>
                <a:gd name="connsiteX4" fmla="*/ 974363 w 6230019"/>
                <a:gd name="connsiteY4" fmla="*/ 3312483 h 4830564"/>
                <a:gd name="connsiteX5" fmla="*/ 667802 w 6230019"/>
                <a:gd name="connsiteY5" fmla="*/ 3069347 h 4830564"/>
                <a:gd name="connsiteX6" fmla="*/ 408810 w 6230019"/>
                <a:gd name="connsiteY6" fmla="*/ 2461510 h 4830564"/>
                <a:gd name="connsiteX7" fmla="*/ 419381 w 6230019"/>
                <a:gd name="connsiteY7" fmla="*/ 1895956 h 4830564"/>
                <a:gd name="connsiteX8" fmla="*/ 667801 w 6230019"/>
                <a:gd name="connsiteY8" fmla="*/ 1219404 h 4830564"/>
                <a:gd name="connsiteX9" fmla="*/ 1349637 w 6230019"/>
                <a:gd name="connsiteY9" fmla="*/ 569283 h 4830564"/>
                <a:gd name="connsiteX10" fmla="*/ 2369749 w 6230019"/>
                <a:gd name="connsiteY10" fmla="*/ 130582 h 4830564"/>
                <a:gd name="connsiteX11" fmla="*/ 3791561 w 6230019"/>
                <a:gd name="connsiteY11" fmla="*/ 24871 h 4830564"/>
                <a:gd name="connsiteX12" fmla="*/ 5313800 w 6230019"/>
                <a:gd name="connsiteY12" fmla="*/ 537568 h 4830564"/>
                <a:gd name="connsiteX13" fmla="*/ 6053776 w 6230019"/>
                <a:gd name="connsiteY13" fmla="*/ 1414970 h 4830564"/>
                <a:gd name="connsiteX14" fmla="*/ 6228200 w 6230019"/>
                <a:gd name="connsiteY14" fmla="*/ 2466793 h 4830564"/>
                <a:gd name="connsiteX15" fmla="*/ 5990349 w 6230019"/>
                <a:gd name="connsiteY15" fmla="*/ 3397053 h 4830564"/>
                <a:gd name="connsiteX16" fmla="*/ 5276800 w 6230019"/>
                <a:gd name="connsiteY16" fmla="*/ 4263882 h 4830564"/>
                <a:gd name="connsiteX17" fmla="*/ 4061123 w 6230019"/>
                <a:gd name="connsiteY17" fmla="*/ 4760723 h 4830564"/>
                <a:gd name="connsiteX18" fmla="*/ 2327464 w 6230019"/>
                <a:gd name="connsiteY18" fmla="*/ 4803007 h 4830564"/>
                <a:gd name="connsiteX19" fmla="*/ 1164644 w 6230019"/>
                <a:gd name="connsiteY19" fmla="*/ 4533444 h 4830564"/>
                <a:gd name="connsiteX20" fmla="*/ 392953 w 6230019"/>
                <a:gd name="connsiteY20" fmla="*/ 3999604 h 4830564"/>
                <a:gd name="connsiteX21" fmla="*/ 75820 w 6230019"/>
                <a:gd name="connsiteY21" fmla="*/ 3412908 h 4830564"/>
                <a:gd name="connsiteX22" fmla="*/ 1822 w 6230019"/>
                <a:gd name="connsiteY22" fmla="*/ 2657075 h 4830564"/>
                <a:gd name="connsiteX23" fmla="*/ 123391 w 6230019"/>
                <a:gd name="connsiteY23" fmla="*/ 2033380 h 4830564"/>
                <a:gd name="connsiteX24" fmla="*/ 355954 w 6230019"/>
                <a:gd name="connsiteY24" fmla="*/ 1388543 h 4830564"/>
                <a:gd name="connsiteX25" fmla="*/ 414095 w 6230019"/>
                <a:gd name="connsiteY25" fmla="*/ 1467826 h 4830564"/>
                <a:gd name="connsiteX26" fmla="*/ 303099 w 6230019"/>
                <a:gd name="connsiteY26" fmla="*/ 1906527 h 4830564"/>
                <a:gd name="connsiteX27" fmla="*/ 207959 w 6230019"/>
                <a:gd name="connsiteY27" fmla="*/ 2635932 h 4830564"/>
                <a:gd name="connsiteX28" fmla="*/ 318955 w 6230019"/>
                <a:gd name="connsiteY28" fmla="*/ 3243770 h 4830564"/>
                <a:gd name="connsiteX29" fmla="*/ 704800 w 6230019"/>
                <a:gd name="connsiteY29" fmla="*/ 3883322 h 4830564"/>
                <a:gd name="connsiteX30" fmla="*/ 1354923 w 6230019"/>
                <a:gd name="connsiteY30" fmla="*/ 4279738 h 4830564"/>
                <a:gd name="connsiteX31" fmla="*/ 2116042 w 6230019"/>
                <a:gd name="connsiteY31" fmla="*/ 4491159 h 4830564"/>
                <a:gd name="connsiteX32" fmla="*/ 3062155 w 6230019"/>
                <a:gd name="connsiteY32" fmla="*/ 4533444 h 4830564"/>
                <a:gd name="connsiteX33" fmla="*/ 4039982 w 6230019"/>
                <a:gd name="connsiteY33" fmla="*/ 4417162 h 4830564"/>
                <a:gd name="connsiteX34" fmla="*/ 4679533 w 6230019"/>
                <a:gd name="connsiteY34" fmla="*/ 4142314 h 4830564"/>
                <a:gd name="connsiteX35" fmla="*/ 5086521 w 6230019"/>
                <a:gd name="connsiteY35" fmla="*/ 3788182 h 4830564"/>
                <a:gd name="connsiteX36" fmla="*/ 5271515 w 6230019"/>
                <a:gd name="connsiteY36" fmla="*/ 3576760 h 4830564"/>
                <a:gd name="connsiteX0" fmla="*/ 1815180 w 6230433"/>
                <a:gd name="connsiteY0" fmla="*/ 3915035 h 4830564"/>
                <a:gd name="connsiteX1" fmla="*/ 1603758 w 6230433"/>
                <a:gd name="connsiteY1" fmla="*/ 3825181 h 4830564"/>
                <a:gd name="connsiteX2" fmla="*/ 1424049 w 6230433"/>
                <a:gd name="connsiteY2" fmla="*/ 3640186 h 4830564"/>
                <a:gd name="connsiteX3" fmla="*/ 1175628 w 6230433"/>
                <a:gd name="connsiteY3" fmla="*/ 3444621 h 4830564"/>
                <a:gd name="connsiteX4" fmla="*/ 974777 w 6230433"/>
                <a:gd name="connsiteY4" fmla="*/ 3312483 h 4830564"/>
                <a:gd name="connsiteX5" fmla="*/ 668216 w 6230433"/>
                <a:gd name="connsiteY5" fmla="*/ 3069347 h 4830564"/>
                <a:gd name="connsiteX6" fmla="*/ 409224 w 6230433"/>
                <a:gd name="connsiteY6" fmla="*/ 2461510 h 4830564"/>
                <a:gd name="connsiteX7" fmla="*/ 419795 w 6230433"/>
                <a:gd name="connsiteY7" fmla="*/ 1895956 h 4830564"/>
                <a:gd name="connsiteX8" fmla="*/ 668215 w 6230433"/>
                <a:gd name="connsiteY8" fmla="*/ 1219404 h 4830564"/>
                <a:gd name="connsiteX9" fmla="*/ 1350051 w 6230433"/>
                <a:gd name="connsiteY9" fmla="*/ 569283 h 4830564"/>
                <a:gd name="connsiteX10" fmla="*/ 2370163 w 6230433"/>
                <a:gd name="connsiteY10" fmla="*/ 130582 h 4830564"/>
                <a:gd name="connsiteX11" fmla="*/ 3791975 w 6230433"/>
                <a:gd name="connsiteY11" fmla="*/ 24871 h 4830564"/>
                <a:gd name="connsiteX12" fmla="*/ 5314214 w 6230433"/>
                <a:gd name="connsiteY12" fmla="*/ 537568 h 4830564"/>
                <a:gd name="connsiteX13" fmla="*/ 6054190 w 6230433"/>
                <a:gd name="connsiteY13" fmla="*/ 1414970 h 4830564"/>
                <a:gd name="connsiteX14" fmla="*/ 6228614 w 6230433"/>
                <a:gd name="connsiteY14" fmla="*/ 2466793 h 4830564"/>
                <a:gd name="connsiteX15" fmla="*/ 5990763 w 6230433"/>
                <a:gd name="connsiteY15" fmla="*/ 3397053 h 4830564"/>
                <a:gd name="connsiteX16" fmla="*/ 5277214 w 6230433"/>
                <a:gd name="connsiteY16" fmla="*/ 4263882 h 4830564"/>
                <a:gd name="connsiteX17" fmla="*/ 4061537 w 6230433"/>
                <a:gd name="connsiteY17" fmla="*/ 4760723 h 4830564"/>
                <a:gd name="connsiteX18" fmla="*/ 2327878 w 6230433"/>
                <a:gd name="connsiteY18" fmla="*/ 4803007 h 4830564"/>
                <a:gd name="connsiteX19" fmla="*/ 1165058 w 6230433"/>
                <a:gd name="connsiteY19" fmla="*/ 4533444 h 4830564"/>
                <a:gd name="connsiteX20" fmla="*/ 430366 w 6230433"/>
                <a:gd name="connsiteY20" fmla="*/ 3983747 h 4830564"/>
                <a:gd name="connsiteX21" fmla="*/ 76234 w 6230433"/>
                <a:gd name="connsiteY21" fmla="*/ 3412908 h 4830564"/>
                <a:gd name="connsiteX22" fmla="*/ 2236 w 6230433"/>
                <a:gd name="connsiteY22" fmla="*/ 2657075 h 4830564"/>
                <a:gd name="connsiteX23" fmla="*/ 123805 w 6230433"/>
                <a:gd name="connsiteY23" fmla="*/ 2033380 h 4830564"/>
                <a:gd name="connsiteX24" fmla="*/ 356368 w 6230433"/>
                <a:gd name="connsiteY24" fmla="*/ 1388543 h 4830564"/>
                <a:gd name="connsiteX25" fmla="*/ 414509 w 6230433"/>
                <a:gd name="connsiteY25" fmla="*/ 1467826 h 4830564"/>
                <a:gd name="connsiteX26" fmla="*/ 303513 w 6230433"/>
                <a:gd name="connsiteY26" fmla="*/ 1906527 h 4830564"/>
                <a:gd name="connsiteX27" fmla="*/ 208373 w 6230433"/>
                <a:gd name="connsiteY27" fmla="*/ 2635932 h 4830564"/>
                <a:gd name="connsiteX28" fmla="*/ 319369 w 6230433"/>
                <a:gd name="connsiteY28" fmla="*/ 3243770 h 4830564"/>
                <a:gd name="connsiteX29" fmla="*/ 705214 w 6230433"/>
                <a:gd name="connsiteY29" fmla="*/ 3883322 h 4830564"/>
                <a:gd name="connsiteX30" fmla="*/ 1355337 w 6230433"/>
                <a:gd name="connsiteY30" fmla="*/ 4279738 h 4830564"/>
                <a:gd name="connsiteX31" fmla="*/ 2116456 w 6230433"/>
                <a:gd name="connsiteY31" fmla="*/ 4491159 h 4830564"/>
                <a:gd name="connsiteX32" fmla="*/ 3062569 w 6230433"/>
                <a:gd name="connsiteY32" fmla="*/ 4533444 h 4830564"/>
                <a:gd name="connsiteX33" fmla="*/ 4040396 w 6230433"/>
                <a:gd name="connsiteY33" fmla="*/ 4417162 h 4830564"/>
                <a:gd name="connsiteX34" fmla="*/ 4679947 w 6230433"/>
                <a:gd name="connsiteY34" fmla="*/ 4142314 h 4830564"/>
                <a:gd name="connsiteX35" fmla="*/ 5086935 w 6230433"/>
                <a:gd name="connsiteY35" fmla="*/ 3788182 h 4830564"/>
                <a:gd name="connsiteX36" fmla="*/ 5271929 w 6230433"/>
                <a:gd name="connsiteY36" fmla="*/ 3576760 h 4830564"/>
                <a:gd name="connsiteX0" fmla="*/ 1813652 w 6228905"/>
                <a:gd name="connsiteY0" fmla="*/ 3915035 h 4830564"/>
                <a:gd name="connsiteX1" fmla="*/ 1602230 w 6228905"/>
                <a:gd name="connsiteY1" fmla="*/ 3825181 h 4830564"/>
                <a:gd name="connsiteX2" fmla="*/ 1422521 w 6228905"/>
                <a:gd name="connsiteY2" fmla="*/ 3640186 h 4830564"/>
                <a:gd name="connsiteX3" fmla="*/ 1174100 w 6228905"/>
                <a:gd name="connsiteY3" fmla="*/ 3444621 h 4830564"/>
                <a:gd name="connsiteX4" fmla="*/ 973249 w 6228905"/>
                <a:gd name="connsiteY4" fmla="*/ 3312483 h 4830564"/>
                <a:gd name="connsiteX5" fmla="*/ 666688 w 6228905"/>
                <a:gd name="connsiteY5" fmla="*/ 3069347 h 4830564"/>
                <a:gd name="connsiteX6" fmla="*/ 407696 w 6228905"/>
                <a:gd name="connsiteY6" fmla="*/ 2461510 h 4830564"/>
                <a:gd name="connsiteX7" fmla="*/ 418267 w 6228905"/>
                <a:gd name="connsiteY7" fmla="*/ 1895956 h 4830564"/>
                <a:gd name="connsiteX8" fmla="*/ 666687 w 6228905"/>
                <a:gd name="connsiteY8" fmla="*/ 1219404 h 4830564"/>
                <a:gd name="connsiteX9" fmla="*/ 1348523 w 6228905"/>
                <a:gd name="connsiteY9" fmla="*/ 569283 h 4830564"/>
                <a:gd name="connsiteX10" fmla="*/ 2368635 w 6228905"/>
                <a:gd name="connsiteY10" fmla="*/ 130582 h 4830564"/>
                <a:gd name="connsiteX11" fmla="*/ 3790447 w 6228905"/>
                <a:gd name="connsiteY11" fmla="*/ 24871 h 4830564"/>
                <a:gd name="connsiteX12" fmla="*/ 5312686 w 6228905"/>
                <a:gd name="connsiteY12" fmla="*/ 537568 h 4830564"/>
                <a:gd name="connsiteX13" fmla="*/ 6052662 w 6228905"/>
                <a:gd name="connsiteY13" fmla="*/ 1414970 h 4830564"/>
                <a:gd name="connsiteX14" fmla="*/ 6227086 w 6228905"/>
                <a:gd name="connsiteY14" fmla="*/ 2466793 h 4830564"/>
                <a:gd name="connsiteX15" fmla="*/ 5989235 w 6228905"/>
                <a:gd name="connsiteY15" fmla="*/ 3397053 h 4830564"/>
                <a:gd name="connsiteX16" fmla="*/ 5275686 w 6228905"/>
                <a:gd name="connsiteY16" fmla="*/ 4263882 h 4830564"/>
                <a:gd name="connsiteX17" fmla="*/ 4060009 w 6228905"/>
                <a:gd name="connsiteY17" fmla="*/ 4760723 h 4830564"/>
                <a:gd name="connsiteX18" fmla="*/ 2326350 w 6228905"/>
                <a:gd name="connsiteY18" fmla="*/ 4803007 h 4830564"/>
                <a:gd name="connsiteX19" fmla="*/ 1163530 w 6228905"/>
                <a:gd name="connsiteY19" fmla="*/ 4533444 h 4830564"/>
                <a:gd name="connsiteX20" fmla="*/ 428838 w 6228905"/>
                <a:gd name="connsiteY20" fmla="*/ 3983747 h 4830564"/>
                <a:gd name="connsiteX21" fmla="*/ 90562 w 6228905"/>
                <a:gd name="connsiteY21" fmla="*/ 3412908 h 4830564"/>
                <a:gd name="connsiteX22" fmla="*/ 708 w 6228905"/>
                <a:gd name="connsiteY22" fmla="*/ 2657075 h 4830564"/>
                <a:gd name="connsiteX23" fmla="*/ 122277 w 6228905"/>
                <a:gd name="connsiteY23" fmla="*/ 2033380 h 4830564"/>
                <a:gd name="connsiteX24" fmla="*/ 354840 w 6228905"/>
                <a:gd name="connsiteY24" fmla="*/ 1388543 h 4830564"/>
                <a:gd name="connsiteX25" fmla="*/ 412981 w 6228905"/>
                <a:gd name="connsiteY25" fmla="*/ 1467826 h 4830564"/>
                <a:gd name="connsiteX26" fmla="*/ 301985 w 6228905"/>
                <a:gd name="connsiteY26" fmla="*/ 1906527 h 4830564"/>
                <a:gd name="connsiteX27" fmla="*/ 206845 w 6228905"/>
                <a:gd name="connsiteY27" fmla="*/ 2635932 h 4830564"/>
                <a:gd name="connsiteX28" fmla="*/ 317841 w 6228905"/>
                <a:gd name="connsiteY28" fmla="*/ 3243770 h 4830564"/>
                <a:gd name="connsiteX29" fmla="*/ 703686 w 6228905"/>
                <a:gd name="connsiteY29" fmla="*/ 3883322 h 4830564"/>
                <a:gd name="connsiteX30" fmla="*/ 1353809 w 6228905"/>
                <a:gd name="connsiteY30" fmla="*/ 4279738 h 4830564"/>
                <a:gd name="connsiteX31" fmla="*/ 2114928 w 6228905"/>
                <a:gd name="connsiteY31" fmla="*/ 4491159 h 4830564"/>
                <a:gd name="connsiteX32" fmla="*/ 3061041 w 6228905"/>
                <a:gd name="connsiteY32" fmla="*/ 4533444 h 4830564"/>
                <a:gd name="connsiteX33" fmla="*/ 4038868 w 6228905"/>
                <a:gd name="connsiteY33" fmla="*/ 4417162 h 4830564"/>
                <a:gd name="connsiteX34" fmla="*/ 4678419 w 6228905"/>
                <a:gd name="connsiteY34" fmla="*/ 4142314 h 4830564"/>
                <a:gd name="connsiteX35" fmla="*/ 5085407 w 6228905"/>
                <a:gd name="connsiteY35" fmla="*/ 3788182 h 4830564"/>
                <a:gd name="connsiteX36" fmla="*/ 5270401 w 6228905"/>
                <a:gd name="connsiteY36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397589 w 6213513"/>
                <a:gd name="connsiteY25" fmla="*/ 1467826 h 4830564"/>
                <a:gd name="connsiteX26" fmla="*/ 286593 w 6213513"/>
                <a:gd name="connsiteY26" fmla="*/ 1906527 h 4830564"/>
                <a:gd name="connsiteX27" fmla="*/ 191453 w 6213513"/>
                <a:gd name="connsiteY27" fmla="*/ 2635932 h 4830564"/>
                <a:gd name="connsiteX28" fmla="*/ 302449 w 6213513"/>
                <a:gd name="connsiteY28" fmla="*/ 3243770 h 4830564"/>
                <a:gd name="connsiteX29" fmla="*/ 688294 w 6213513"/>
                <a:gd name="connsiteY29" fmla="*/ 3883322 h 4830564"/>
                <a:gd name="connsiteX30" fmla="*/ 1338417 w 6213513"/>
                <a:gd name="connsiteY30" fmla="*/ 4279738 h 4830564"/>
                <a:gd name="connsiteX31" fmla="*/ 2099536 w 6213513"/>
                <a:gd name="connsiteY31" fmla="*/ 4491159 h 4830564"/>
                <a:gd name="connsiteX32" fmla="*/ 3045649 w 6213513"/>
                <a:gd name="connsiteY32" fmla="*/ 4533444 h 4830564"/>
                <a:gd name="connsiteX33" fmla="*/ 4023476 w 6213513"/>
                <a:gd name="connsiteY33" fmla="*/ 4417162 h 4830564"/>
                <a:gd name="connsiteX34" fmla="*/ 4663027 w 6213513"/>
                <a:gd name="connsiteY34" fmla="*/ 4142314 h 4830564"/>
                <a:gd name="connsiteX35" fmla="*/ 5070015 w 6213513"/>
                <a:gd name="connsiteY35" fmla="*/ 3788182 h 4830564"/>
                <a:gd name="connsiteX36" fmla="*/ 5255009 w 6213513"/>
                <a:gd name="connsiteY36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286593 w 6213513"/>
                <a:gd name="connsiteY25" fmla="*/ 1906527 h 4830564"/>
                <a:gd name="connsiteX26" fmla="*/ 191453 w 6213513"/>
                <a:gd name="connsiteY26" fmla="*/ 2635932 h 4830564"/>
                <a:gd name="connsiteX27" fmla="*/ 302449 w 6213513"/>
                <a:gd name="connsiteY27" fmla="*/ 3243770 h 4830564"/>
                <a:gd name="connsiteX28" fmla="*/ 688294 w 6213513"/>
                <a:gd name="connsiteY28" fmla="*/ 3883322 h 4830564"/>
                <a:gd name="connsiteX29" fmla="*/ 1338417 w 6213513"/>
                <a:gd name="connsiteY29" fmla="*/ 4279738 h 4830564"/>
                <a:gd name="connsiteX30" fmla="*/ 2099536 w 6213513"/>
                <a:gd name="connsiteY30" fmla="*/ 4491159 h 4830564"/>
                <a:gd name="connsiteX31" fmla="*/ 3045649 w 6213513"/>
                <a:gd name="connsiteY31" fmla="*/ 4533444 h 4830564"/>
                <a:gd name="connsiteX32" fmla="*/ 4023476 w 6213513"/>
                <a:gd name="connsiteY32" fmla="*/ 4417162 h 4830564"/>
                <a:gd name="connsiteX33" fmla="*/ 4663027 w 6213513"/>
                <a:gd name="connsiteY33" fmla="*/ 4142314 h 4830564"/>
                <a:gd name="connsiteX34" fmla="*/ 5070015 w 6213513"/>
                <a:gd name="connsiteY34" fmla="*/ 3788182 h 4830564"/>
                <a:gd name="connsiteX35" fmla="*/ 5255009 w 6213513"/>
                <a:gd name="connsiteY35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191453 w 6213513"/>
                <a:gd name="connsiteY25" fmla="*/ 2635932 h 4830564"/>
                <a:gd name="connsiteX26" fmla="*/ 302449 w 6213513"/>
                <a:gd name="connsiteY26" fmla="*/ 3243770 h 4830564"/>
                <a:gd name="connsiteX27" fmla="*/ 688294 w 6213513"/>
                <a:gd name="connsiteY27" fmla="*/ 3883322 h 4830564"/>
                <a:gd name="connsiteX28" fmla="*/ 1338417 w 6213513"/>
                <a:gd name="connsiteY28" fmla="*/ 4279738 h 4830564"/>
                <a:gd name="connsiteX29" fmla="*/ 2099536 w 6213513"/>
                <a:gd name="connsiteY29" fmla="*/ 4491159 h 4830564"/>
                <a:gd name="connsiteX30" fmla="*/ 3045649 w 6213513"/>
                <a:gd name="connsiteY30" fmla="*/ 4533444 h 4830564"/>
                <a:gd name="connsiteX31" fmla="*/ 4023476 w 6213513"/>
                <a:gd name="connsiteY31" fmla="*/ 4417162 h 4830564"/>
                <a:gd name="connsiteX32" fmla="*/ 4663027 w 6213513"/>
                <a:gd name="connsiteY32" fmla="*/ 4142314 h 4830564"/>
                <a:gd name="connsiteX33" fmla="*/ 5070015 w 6213513"/>
                <a:gd name="connsiteY33" fmla="*/ 3788182 h 4830564"/>
                <a:gd name="connsiteX34" fmla="*/ 5255009 w 6213513"/>
                <a:gd name="connsiteY34" fmla="*/ 3576760 h 4830564"/>
                <a:gd name="connsiteX0" fmla="*/ 1813809 w 6229062"/>
                <a:gd name="connsiteY0" fmla="*/ 3915035 h 4830564"/>
                <a:gd name="connsiteX1" fmla="*/ 1602387 w 6229062"/>
                <a:gd name="connsiteY1" fmla="*/ 3825181 h 4830564"/>
                <a:gd name="connsiteX2" fmla="*/ 1422678 w 6229062"/>
                <a:gd name="connsiteY2" fmla="*/ 3640186 h 4830564"/>
                <a:gd name="connsiteX3" fmla="*/ 1174257 w 6229062"/>
                <a:gd name="connsiteY3" fmla="*/ 3444621 h 4830564"/>
                <a:gd name="connsiteX4" fmla="*/ 973406 w 6229062"/>
                <a:gd name="connsiteY4" fmla="*/ 3312483 h 4830564"/>
                <a:gd name="connsiteX5" fmla="*/ 666845 w 6229062"/>
                <a:gd name="connsiteY5" fmla="*/ 3069347 h 4830564"/>
                <a:gd name="connsiteX6" fmla="*/ 407853 w 6229062"/>
                <a:gd name="connsiteY6" fmla="*/ 2461510 h 4830564"/>
                <a:gd name="connsiteX7" fmla="*/ 418424 w 6229062"/>
                <a:gd name="connsiteY7" fmla="*/ 1895956 h 4830564"/>
                <a:gd name="connsiteX8" fmla="*/ 666844 w 6229062"/>
                <a:gd name="connsiteY8" fmla="*/ 1219404 h 4830564"/>
                <a:gd name="connsiteX9" fmla="*/ 1348680 w 6229062"/>
                <a:gd name="connsiteY9" fmla="*/ 569283 h 4830564"/>
                <a:gd name="connsiteX10" fmla="*/ 2368792 w 6229062"/>
                <a:gd name="connsiteY10" fmla="*/ 130582 h 4830564"/>
                <a:gd name="connsiteX11" fmla="*/ 3790604 w 6229062"/>
                <a:gd name="connsiteY11" fmla="*/ 24871 h 4830564"/>
                <a:gd name="connsiteX12" fmla="*/ 5312843 w 6229062"/>
                <a:gd name="connsiteY12" fmla="*/ 537568 h 4830564"/>
                <a:gd name="connsiteX13" fmla="*/ 6052819 w 6229062"/>
                <a:gd name="connsiteY13" fmla="*/ 1414970 h 4830564"/>
                <a:gd name="connsiteX14" fmla="*/ 6227243 w 6229062"/>
                <a:gd name="connsiteY14" fmla="*/ 2466793 h 4830564"/>
                <a:gd name="connsiteX15" fmla="*/ 5989392 w 6229062"/>
                <a:gd name="connsiteY15" fmla="*/ 3397053 h 4830564"/>
                <a:gd name="connsiteX16" fmla="*/ 5275843 w 6229062"/>
                <a:gd name="connsiteY16" fmla="*/ 4263882 h 4830564"/>
                <a:gd name="connsiteX17" fmla="*/ 4060166 w 6229062"/>
                <a:gd name="connsiteY17" fmla="*/ 4760723 h 4830564"/>
                <a:gd name="connsiteX18" fmla="*/ 2326507 w 6229062"/>
                <a:gd name="connsiteY18" fmla="*/ 4803007 h 4830564"/>
                <a:gd name="connsiteX19" fmla="*/ 1163687 w 6229062"/>
                <a:gd name="connsiteY19" fmla="*/ 4533444 h 4830564"/>
                <a:gd name="connsiteX20" fmla="*/ 428995 w 6229062"/>
                <a:gd name="connsiteY20" fmla="*/ 3983747 h 4830564"/>
                <a:gd name="connsiteX21" fmla="*/ 90719 w 6229062"/>
                <a:gd name="connsiteY21" fmla="*/ 3412908 h 4830564"/>
                <a:gd name="connsiteX22" fmla="*/ 16721 w 6229062"/>
                <a:gd name="connsiteY22" fmla="*/ 2657075 h 4830564"/>
                <a:gd name="connsiteX23" fmla="*/ 354997 w 6229062"/>
                <a:gd name="connsiteY23" fmla="*/ 1388543 h 4830564"/>
                <a:gd name="connsiteX24" fmla="*/ 207002 w 6229062"/>
                <a:gd name="connsiteY24" fmla="*/ 2635932 h 4830564"/>
                <a:gd name="connsiteX25" fmla="*/ 317998 w 6229062"/>
                <a:gd name="connsiteY25" fmla="*/ 3243770 h 4830564"/>
                <a:gd name="connsiteX26" fmla="*/ 703843 w 6229062"/>
                <a:gd name="connsiteY26" fmla="*/ 3883322 h 4830564"/>
                <a:gd name="connsiteX27" fmla="*/ 1353966 w 6229062"/>
                <a:gd name="connsiteY27" fmla="*/ 4279738 h 4830564"/>
                <a:gd name="connsiteX28" fmla="*/ 2115085 w 6229062"/>
                <a:gd name="connsiteY28" fmla="*/ 4491159 h 4830564"/>
                <a:gd name="connsiteX29" fmla="*/ 3061198 w 6229062"/>
                <a:gd name="connsiteY29" fmla="*/ 4533444 h 4830564"/>
                <a:gd name="connsiteX30" fmla="*/ 4039025 w 6229062"/>
                <a:gd name="connsiteY30" fmla="*/ 4417162 h 4830564"/>
                <a:gd name="connsiteX31" fmla="*/ 4678576 w 6229062"/>
                <a:gd name="connsiteY31" fmla="*/ 4142314 h 4830564"/>
                <a:gd name="connsiteX32" fmla="*/ 5085564 w 6229062"/>
                <a:gd name="connsiteY32" fmla="*/ 3788182 h 4830564"/>
                <a:gd name="connsiteX33" fmla="*/ 5270558 w 6229062"/>
                <a:gd name="connsiteY33" fmla="*/ 3576760 h 4830564"/>
                <a:gd name="connsiteX0" fmla="*/ 1811177 w 6226430"/>
                <a:gd name="connsiteY0" fmla="*/ 3915035 h 4830564"/>
                <a:gd name="connsiteX1" fmla="*/ 1599755 w 6226430"/>
                <a:gd name="connsiteY1" fmla="*/ 3825181 h 4830564"/>
                <a:gd name="connsiteX2" fmla="*/ 1420046 w 6226430"/>
                <a:gd name="connsiteY2" fmla="*/ 3640186 h 4830564"/>
                <a:gd name="connsiteX3" fmla="*/ 1171625 w 6226430"/>
                <a:gd name="connsiteY3" fmla="*/ 3444621 h 4830564"/>
                <a:gd name="connsiteX4" fmla="*/ 970774 w 6226430"/>
                <a:gd name="connsiteY4" fmla="*/ 3312483 h 4830564"/>
                <a:gd name="connsiteX5" fmla="*/ 664213 w 6226430"/>
                <a:gd name="connsiteY5" fmla="*/ 3069347 h 4830564"/>
                <a:gd name="connsiteX6" fmla="*/ 405221 w 6226430"/>
                <a:gd name="connsiteY6" fmla="*/ 2461510 h 4830564"/>
                <a:gd name="connsiteX7" fmla="*/ 415792 w 6226430"/>
                <a:gd name="connsiteY7" fmla="*/ 1895956 h 4830564"/>
                <a:gd name="connsiteX8" fmla="*/ 664212 w 6226430"/>
                <a:gd name="connsiteY8" fmla="*/ 1219404 h 4830564"/>
                <a:gd name="connsiteX9" fmla="*/ 1346048 w 6226430"/>
                <a:gd name="connsiteY9" fmla="*/ 569283 h 4830564"/>
                <a:gd name="connsiteX10" fmla="*/ 2366160 w 6226430"/>
                <a:gd name="connsiteY10" fmla="*/ 130582 h 4830564"/>
                <a:gd name="connsiteX11" fmla="*/ 3787972 w 6226430"/>
                <a:gd name="connsiteY11" fmla="*/ 24871 h 4830564"/>
                <a:gd name="connsiteX12" fmla="*/ 5310211 w 6226430"/>
                <a:gd name="connsiteY12" fmla="*/ 537568 h 4830564"/>
                <a:gd name="connsiteX13" fmla="*/ 6050187 w 6226430"/>
                <a:gd name="connsiteY13" fmla="*/ 1414970 h 4830564"/>
                <a:gd name="connsiteX14" fmla="*/ 6224611 w 6226430"/>
                <a:gd name="connsiteY14" fmla="*/ 2466793 h 4830564"/>
                <a:gd name="connsiteX15" fmla="*/ 5986760 w 6226430"/>
                <a:gd name="connsiteY15" fmla="*/ 3397053 h 4830564"/>
                <a:gd name="connsiteX16" fmla="*/ 5273211 w 6226430"/>
                <a:gd name="connsiteY16" fmla="*/ 4263882 h 4830564"/>
                <a:gd name="connsiteX17" fmla="*/ 4057534 w 6226430"/>
                <a:gd name="connsiteY17" fmla="*/ 4760723 h 4830564"/>
                <a:gd name="connsiteX18" fmla="*/ 2323875 w 6226430"/>
                <a:gd name="connsiteY18" fmla="*/ 4803007 h 4830564"/>
                <a:gd name="connsiteX19" fmla="*/ 1161055 w 6226430"/>
                <a:gd name="connsiteY19" fmla="*/ 4533444 h 4830564"/>
                <a:gd name="connsiteX20" fmla="*/ 426363 w 6226430"/>
                <a:gd name="connsiteY20" fmla="*/ 3983747 h 4830564"/>
                <a:gd name="connsiteX21" fmla="*/ 88087 w 6226430"/>
                <a:gd name="connsiteY21" fmla="*/ 3412908 h 4830564"/>
                <a:gd name="connsiteX22" fmla="*/ 14089 w 6226430"/>
                <a:gd name="connsiteY22" fmla="*/ 2657075 h 4830564"/>
                <a:gd name="connsiteX23" fmla="*/ 315366 w 6226430"/>
                <a:gd name="connsiteY23" fmla="*/ 2117949 h 4830564"/>
                <a:gd name="connsiteX24" fmla="*/ 204370 w 6226430"/>
                <a:gd name="connsiteY24" fmla="*/ 2635932 h 4830564"/>
                <a:gd name="connsiteX25" fmla="*/ 315366 w 6226430"/>
                <a:gd name="connsiteY25" fmla="*/ 3243770 h 4830564"/>
                <a:gd name="connsiteX26" fmla="*/ 701211 w 6226430"/>
                <a:gd name="connsiteY26" fmla="*/ 3883322 h 4830564"/>
                <a:gd name="connsiteX27" fmla="*/ 1351334 w 6226430"/>
                <a:gd name="connsiteY27" fmla="*/ 4279738 h 4830564"/>
                <a:gd name="connsiteX28" fmla="*/ 2112453 w 6226430"/>
                <a:gd name="connsiteY28" fmla="*/ 4491159 h 4830564"/>
                <a:gd name="connsiteX29" fmla="*/ 3058566 w 6226430"/>
                <a:gd name="connsiteY29" fmla="*/ 4533444 h 4830564"/>
                <a:gd name="connsiteX30" fmla="*/ 4036393 w 6226430"/>
                <a:gd name="connsiteY30" fmla="*/ 4417162 h 4830564"/>
                <a:gd name="connsiteX31" fmla="*/ 4675944 w 6226430"/>
                <a:gd name="connsiteY31" fmla="*/ 4142314 h 4830564"/>
                <a:gd name="connsiteX32" fmla="*/ 5082932 w 6226430"/>
                <a:gd name="connsiteY32" fmla="*/ 3788182 h 4830564"/>
                <a:gd name="connsiteX33" fmla="*/ 5267926 w 6226430"/>
                <a:gd name="connsiteY33" fmla="*/ 3576760 h 4830564"/>
                <a:gd name="connsiteX0" fmla="*/ 1801852 w 6217105"/>
                <a:gd name="connsiteY0" fmla="*/ 3915035 h 4830564"/>
                <a:gd name="connsiteX1" fmla="*/ 1590430 w 6217105"/>
                <a:gd name="connsiteY1" fmla="*/ 3825181 h 4830564"/>
                <a:gd name="connsiteX2" fmla="*/ 1410721 w 6217105"/>
                <a:gd name="connsiteY2" fmla="*/ 3640186 h 4830564"/>
                <a:gd name="connsiteX3" fmla="*/ 1162300 w 6217105"/>
                <a:gd name="connsiteY3" fmla="*/ 3444621 h 4830564"/>
                <a:gd name="connsiteX4" fmla="*/ 961449 w 6217105"/>
                <a:gd name="connsiteY4" fmla="*/ 3312483 h 4830564"/>
                <a:gd name="connsiteX5" fmla="*/ 654888 w 6217105"/>
                <a:gd name="connsiteY5" fmla="*/ 3069347 h 4830564"/>
                <a:gd name="connsiteX6" fmla="*/ 395896 w 6217105"/>
                <a:gd name="connsiteY6" fmla="*/ 2461510 h 4830564"/>
                <a:gd name="connsiteX7" fmla="*/ 406467 w 6217105"/>
                <a:gd name="connsiteY7" fmla="*/ 1895956 h 4830564"/>
                <a:gd name="connsiteX8" fmla="*/ 654887 w 6217105"/>
                <a:gd name="connsiteY8" fmla="*/ 1219404 h 4830564"/>
                <a:gd name="connsiteX9" fmla="*/ 1336723 w 6217105"/>
                <a:gd name="connsiteY9" fmla="*/ 569283 h 4830564"/>
                <a:gd name="connsiteX10" fmla="*/ 2356835 w 6217105"/>
                <a:gd name="connsiteY10" fmla="*/ 130582 h 4830564"/>
                <a:gd name="connsiteX11" fmla="*/ 3778647 w 6217105"/>
                <a:gd name="connsiteY11" fmla="*/ 24871 h 4830564"/>
                <a:gd name="connsiteX12" fmla="*/ 5300886 w 6217105"/>
                <a:gd name="connsiteY12" fmla="*/ 537568 h 4830564"/>
                <a:gd name="connsiteX13" fmla="*/ 6040862 w 6217105"/>
                <a:gd name="connsiteY13" fmla="*/ 1414970 h 4830564"/>
                <a:gd name="connsiteX14" fmla="*/ 6215286 w 6217105"/>
                <a:gd name="connsiteY14" fmla="*/ 2466793 h 4830564"/>
                <a:gd name="connsiteX15" fmla="*/ 5977435 w 6217105"/>
                <a:gd name="connsiteY15" fmla="*/ 3397053 h 4830564"/>
                <a:gd name="connsiteX16" fmla="*/ 5263886 w 6217105"/>
                <a:gd name="connsiteY16" fmla="*/ 4263882 h 4830564"/>
                <a:gd name="connsiteX17" fmla="*/ 4048209 w 6217105"/>
                <a:gd name="connsiteY17" fmla="*/ 4760723 h 4830564"/>
                <a:gd name="connsiteX18" fmla="*/ 2314550 w 6217105"/>
                <a:gd name="connsiteY18" fmla="*/ 4803007 h 4830564"/>
                <a:gd name="connsiteX19" fmla="*/ 1151730 w 6217105"/>
                <a:gd name="connsiteY19" fmla="*/ 4533444 h 4830564"/>
                <a:gd name="connsiteX20" fmla="*/ 417038 w 6217105"/>
                <a:gd name="connsiteY20" fmla="*/ 3983747 h 4830564"/>
                <a:gd name="connsiteX21" fmla="*/ 142188 w 6217105"/>
                <a:gd name="connsiteY21" fmla="*/ 3423479 h 4830564"/>
                <a:gd name="connsiteX22" fmla="*/ 4764 w 6217105"/>
                <a:gd name="connsiteY22" fmla="*/ 2657075 h 4830564"/>
                <a:gd name="connsiteX23" fmla="*/ 306041 w 6217105"/>
                <a:gd name="connsiteY23" fmla="*/ 2117949 h 4830564"/>
                <a:gd name="connsiteX24" fmla="*/ 195045 w 6217105"/>
                <a:gd name="connsiteY24" fmla="*/ 2635932 h 4830564"/>
                <a:gd name="connsiteX25" fmla="*/ 306041 w 6217105"/>
                <a:gd name="connsiteY25" fmla="*/ 3243770 h 4830564"/>
                <a:gd name="connsiteX26" fmla="*/ 691886 w 6217105"/>
                <a:gd name="connsiteY26" fmla="*/ 3883322 h 4830564"/>
                <a:gd name="connsiteX27" fmla="*/ 1342009 w 6217105"/>
                <a:gd name="connsiteY27" fmla="*/ 4279738 h 4830564"/>
                <a:gd name="connsiteX28" fmla="*/ 2103128 w 6217105"/>
                <a:gd name="connsiteY28" fmla="*/ 4491159 h 4830564"/>
                <a:gd name="connsiteX29" fmla="*/ 3049241 w 6217105"/>
                <a:gd name="connsiteY29" fmla="*/ 4533444 h 4830564"/>
                <a:gd name="connsiteX30" fmla="*/ 4027068 w 6217105"/>
                <a:gd name="connsiteY30" fmla="*/ 4417162 h 4830564"/>
                <a:gd name="connsiteX31" fmla="*/ 4666619 w 6217105"/>
                <a:gd name="connsiteY31" fmla="*/ 4142314 h 4830564"/>
                <a:gd name="connsiteX32" fmla="*/ 5073607 w 6217105"/>
                <a:gd name="connsiteY32" fmla="*/ 3788182 h 4830564"/>
                <a:gd name="connsiteX33" fmla="*/ 5258601 w 6217105"/>
                <a:gd name="connsiteY33" fmla="*/ 3576760 h 4830564"/>
                <a:gd name="connsiteX0" fmla="*/ 1728052 w 6143305"/>
                <a:gd name="connsiteY0" fmla="*/ 3915035 h 4830564"/>
                <a:gd name="connsiteX1" fmla="*/ 1516630 w 6143305"/>
                <a:gd name="connsiteY1" fmla="*/ 3825181 h 4830564"/>
                <a:gd name="connsiteX2" fmla="*/ 1336921 w 6143305"/>
                <a:gd name="connsiteY2" fmla="*/ 3640186 h 4830564"/>
                <a:gd name="connsiteX3" fmla="*/ 1088500 w 6143305"/>
                <a:gd name="connsiteY3" fmla="*/ 3444621 h 4830564"/>
                <a:gd name="connsiteX4" fmla="*/ 887649 w 6143305"/>
                <a:gd name="connsiteY4" fmla="*/ 3312483 h 4830564"/>
                <a:gd name="connsiteX5" fmla="*/ 581088 w 6143305"/>
                <a:gd name="connsiteY5" fmla="*/ 3069347 h 4830564"/>
                <a:gd name="connsiteX6" fmla="*/ 322096 w 6143305"/>
                <a:gd name="connsiteY6" fmla="*/ 2461510 h 4830564"/>
                <a:gd name="connsiteX7" fmla="*/ 332667 w 6143305"/>
                <a:gd name="connsiteY7" fmla="*/ 1895956 h 4830564"/>
                <a:gd name="connsiteX8" fmla="*/ 581087 w 6143305"/>
                <a:gd name="connsiteY8" fmla="*/ 1219404 h 4830564"/>
                <a:gd name="connsiteX9" fmla="*/ 1262923 w 6143305"/>
                <a:gd name="connsiteY9" fmla="*/ 569283 h 4830564"/>
                <a:gd name="connsiteX10" fmla="*/ 2283035 w 6143305"/>
                <a:gd name="connsiteY10" fmla="*/ 130582 h 4830564"/>
                <a:gd name="connsiteX11" fmla="*/ 3704847 w 6143305"/>
                <a:gd name="connsiteY11" fmla="*/ 24871 h 4830564"/>
                <a:gd name="connsiteX12" fmla="*/ 5227086 w 6143305"/>
                <a:gd name="connsiteY12" fmla="*/ 537568 h 4830564"/>
                <a:gd name="connsiteX13" fmla="*/ 5967062 w 6143305"/>
                <a:gd name="connsiteY13" fmla="*/ 1414970 h 4830564"/>
                <a:gd name="connsiteX14" fmla="*/ 6141486 w 6143305"/>
                <a:gd name="connsiteY14" fmla="*/ 2466793 h 4830564"/>
                <a:gd name="connsiteX15" fmla="*/ 5903635 w 6143305"/>
                <a:gd name="connsiteY15" fmla="*/ 3397053 h 4830564"/>
                <a:gd name="connsiteX16" fmla="*/ 5190086 w 6143305"/>
                <a:gd name="connsiteY16" fmla="*/ 4263882 h 4830564"/>
                <a:gd name="connsiteX17" fmla="*/ 3974409 w 6143305"/>
                <a:gd name="connsiteY17" fmla="*/ 4760723 h 4830564"/>
                <a:gd name="connsiteX18" fmla="*/ 2240750 w 6143305"/>
                <a:gd name="connsiteY18" fmla="*/ 4803007 h 4830564"/>
                <a:gd name="connsiteX19" fmla="*/ 1077930 w 6143305"/>
                <a:gd name="connsiteY19" fmla="*/ 4533444 h 4830564"/>
                <a:gd name="connsiteX20" fmla="*/ 343238 w 6143305"/>
                <a:gd name="connsiteY20" fmla="*/ 3983747 h 4830564"/>
                <a:gd name="connsiteX21" fmla="*/ 68388 w 6143305"/>
                <a:gd name="connsiteY21" fmla="*/ 3423479 h 4830564"/>
                <a:gd name="connsiteX22" fmla="*/ 10248 w 6143305"/>
                <a:gd name="connsiteY22" fmla="*/ 2657075 h 4830564"/>
                <a:gd name="connsiteX23" fmla="*/ 232241 w 6143305"/>
                <a:gd name="connsiteY23" fmla="*/ 2117949 h 4830564"/>
                <a:gd name="connsiteX24" fmla="*/ 121245 w 6143305"/>
                <a:gd name="connsiteY24" fmla="*/ 2635932 h 4830564"/>
                <a:gd name="connsiteX25" fmla="*/ 232241 w 6143305"/>
                <a:gd name="connsiteY25" fmla="*/ 3243770 h 4830564"/>
                <a:gd name="connsiteX26" fmla="*/ 618086 w 6143305"/>
                <a:gd name="connsiteY26" fmla="*/ 3883322 h 4830564"/>
                <a:gd name="connsiteX27" fmla="*/ 1268209 w 6143305"/>
                <a:gd name="connsiteY27" fmla="*/ 4279738 h 4830564"/>
                <a:gd name="connsiteX28" fmla="*/ 2029328 w 6143305"/>
                <a:gd name="connsiteY28" fmla="*/ 4491159 h 4830564"/>
                <a:gd name="connsiteX29" fmla="*/ 2975441 w 6143305"/>
                <a:gd name="connsiteY29" fmla="*/ 4533444 h 4830564"/>
                <a:gd name="connsiteX30" fmla="*/ 3953268 w 6143305"/>
                <a:gd name="connsiteY30" fmla="*/ 4417162 h 4830564"/>
                <a:gd name="connsiteX31" fmla="*/ 4592819 w 6143305"/>
                <a:gd name="connsiteY31" fmla="*/ 4142314 h 4830564"/>
                <a:gd name="connsiteX32" fmla="*/ 4999807 w 6143305"/>
                <a:gd name="connsiteY32" fmla="*/ 3788182 h 4830564"/>
                <a:gd name="connsiteX33" fmla="*/ 5184801 w 6143305"/>
                <a:gd name="connsiteY33" fmla="*/ 3576760 h 4830564"/>
                <a:gd name="connsiteX0" fmla="*/ 1728052 w 6143305"/>
                <a:gd name="connsiteY0" fmla="*/ 3915035 h 4834265"/>
                <a:gd name="connsiteX1" fmla="*/ 1516630 w 6143305"/>
                <a:gd name="connsiteY1" fmla="*/ 3825181 h 4834265"/>
                <a:gd name="connsiteX2" fmla="*/ 1336921 w 6143305"/>
                <a:gd name="connsiteY2" fmla="*/ 3640186 h 4834265"/>
                <a:gd name="connsiteX3" fmla="*/ 1088500 w 6143305"/>
                <a:gd name="connsiteY3" fmla="*/ 3444621 h 4834265"/>
                <a:gd name="connsiteX4" fmla="*/ 887649 w 6143305"/>
                <a:gd name="connsiteY4" fmla="*/ 3312483 h 4834265"/>
                <a:gd name="connsiteX5" fmla="*/ 581088 w 6143305"/>
                <a:gd name="connsiteY5" fmla="*/ 3069347 h 4834265"/>
                <a:gd name="connsiteX6" fmla="*/ 322096 w 6143305"/>
                <a:gd name="connsiteY6" fmla="*/ 2461510 h 4834265"/>
                <a:gd name="connsiteX7" fmla="*/ 332667 w 6143305"/>
                <a:gd name="connsiteY7" fmla="*/ 1895956 h 4834265"/>
                <a:gd name="connsiteX8" fmla="*/ 581087 w 6143305"/>
                <a:gd name="connsiteY8" fmla="*/ 1219404 h 4834265"/>
                <a:gd name="connsiteX9" fmla="*/ 1262923 w 6143305"/>
                <a:gd name="connsiteY9" fmla="*/ 569283 h 4834265"/>
                <a:gd name="connsiteX10" fmla="*/ 2283035 w 6143305"/>
                <a:gd name="connsiteY10" fmla="*/ 130582 h 4834265"/>
                <a:gd name="connsiteX11" fmla="*/ 3704847 w 6143305"/>
                <a:gd name="connsiteY11" fmla="*/ 24871 h 4834265"/>
                <a:gd name="connsiteX12" fmla="*/ 5227086 w 6143305"/>
                <a:gd name="connsiteY12" fmla="*/ 537568 h 4834265"/>
                <a:gd name="connsiteX13" fmla="*/ 5967062 w 6143305"/>
                <a:gd name="connsiteY13" fmla="*/ 1414970 h 4834265"/>
                <a:gd name="connsiteX14" fmla="*/ 6141486 w 6143305"/>
                <a:gd name="connsiteY14" fmla="*/ 2466793 h 4834265"/>
                <a:gd name="connsiteX15" fmla="*/ 5903635 w 6143305"/>
                <a:gd name="connsiteY15" fmla="*/ 3397053 h 4834265"/>
                <a:gd name="connsiteX16" fmla="*/ 5190086 w 6143305"/>
                <a:gd name="connsiteY16" fmla="*/ 4263882 h 4834265"/>
                <a:gd name="connsiteX17" fmla="*/ 3974409 w 6143305"/>
                <a:gd name="connsiteY17" fmla="*/ 4760723 h 4834265"/>
                <a:gd name="connsiteX18" fmla="*/ 2240750 w 6143305"/>
                <a:gd name="connsiteY18" fmla="*/ 4803007 h 4834265"/>
                <a:gd name="connsiteX19" fmla="*/ 1083215 w 6143305"/>
                <a:gd name="connsiteY19" fmla="*/ 4480589 h 4834265"/>
                <a:gd name="connsiteX20" fmla="*/ 343238 w 6143305"/>
                <a:gd name="connsiteY20" fmla="*/ 3983747 h 4834265"/>
                <a:gd name="connsiteX21" fmla="*/ 68388 w 6143305"/>
                <a:gd name="connsiteY21" fmla="*/ 3423479 h 4834265"/>
                <a:gd name="connsiteX22" fmla="*/ 10248 w 6143305"/>
                <a:gd name="connsiteY22" fmla="*/ 2657075 h 4834265"/>
                <a:gd name="connsiteX23" fmla="*/ 232241 w 6143305"/>
                <a:gd name="connsiteY23" fmla="*/ 2117949 h 4834265"/>
                <a:gd name="connsiteX24" fmla="*/ 121245 w 6143305"/>
                <a:gd name="connsiteY24" fmla="*/ 2635932 h 4834265"/>
                <a:gd name="connsiteX25" fmla="*/ 232241 w 6143305"/>
                <a:gd name="connsiteY25" fmla="*/ 3243770 h 4834265"/>
                <a:gd name="connsiteX26" fmla="*/ 618086 w 6143305"/>
                <a:gd name="connsiteY26" fmla="*/ 3883322 h 4834265"/>
                <a:gd name="connsiteX27" fmla="*/ 1268209 w 6143305"/>
                <a:gd name="connsiteY27" fmla="*/ 4279738 h 4834265"/>
                <a:gd name="connsiteX28" fmla="*/ 2029328 w 6143305"/>
                <a:gd name="connsiteY28" fmla="*/ 4491159 h 4834265"/>
                <a:gd name="connsiteX29" fmla="*/ 2975441 w 6143305"/>
                <a:gd name="connsiteY29" fmla="*/ 4533444 h 4834265"/>
                <a:gd name="connsiteX30" fmla="*/ 3953268 w 6143305"/>
                <a:gd name="connsiteY30" fmla="*/ 4417162 h 4834265"/>
                <a:gd name="connsiteX31" fmla="*/ 4592819 w 6143305"/>
                <a:gd name="connsiteY31" fmla="*/ 4142314 h 4834265"/>
                <a:gd name="connsiteX32" fmla="*/ 4999807 w 6143305"/>
                <a:gd name="connsiteY32" fmla="*/ 3788182 h 4834265"/>
                <a:gd name="connsiteX33" fmla="*/ 5184801 w 6143305"/>
                <a:gd name="connsiteY33" fmla="*/ 3576760 h 4834265"/>
                <a:gd name="connsiteX0" fmla="*/ 1728052 w 6143305"/>
                <a:gd name="connsiteY0" fmla="*/ 3915035 h 4815426"/>
                <a:gd name="connsiteX1" fmla="*/ 1516630 w 6143305"/>
                <a:gd name="connsiteY1" fmla="*/ 3825181 h 4815426"/>
                <a:gd name="connsiteX2" fmla="*/ 1336921 w 6143305"/>
                <a:gd name="connsiteY2" fmla="*/ 3640186 h 4815426"/>
                <a:gd name="connsiteX3" fmla="*/ 1088500 w 6143305"/>
                <a:gd name="connsiteY3" fmla="*/ 3444621 h 4815426"/>
                <a:gd name="connsiteX4" fmla="*/ 887649 w 6143305"/>
                <a:gd name="connsiteY4" fmla="*/ 3312483 h 4815426"/>
                <a:gd name="connsiteX5" fmla="*/ 581088 w 6143305"/>
                <a:gd name="connsiteY5" fmla="*/ 3069347 h 4815426"/>
                <a:gd name="connsiteX6" fmla="*/ 322096 w 6143305"/>
                <a:gd name="connsiteY6" fmla="*/ 2461510 h 4815426"/>
                <a:gd name="connsiteX7" fmla="*/ 332667 w 6143305"/>
                <a:gd name="connsiteY7" fmla="*/ 1895956 h 4815426"/>
                <a:gd name="connsiteX8" fmla="*/ 581087 w 6143305"/>
                <a:gd name="connsiteY8" fmla="*/ 1219404 h 4815426"/>
                <a:gd name="connsiteX9" fmla="*/ 1262923 w 6143305"/>
                <a:gd name="connsiteY9" fmla="*/ 569283 h 4815426"/>
                <a:gd name="connsiteX10" fmla="*/ 2283035 w 6143305"/>
                <a:gd name="connsiteY10" fmla="*/ 130582 h 4815426"/>
                <a:gd name="connsiteX11" fmla="*/ 3704847 w 6143305"/>
                <a:gd name="connsiteY11" fmla="*/ 24871 h 4815426"/>
                <a:gd name="connsiteX12" fmla="*/ 5227086 w 6143305"/>
                <a:gd name="connsiteY12" fmla="*/ 537568 h 4815426"/>
                <a:gd name="connsiteX13" fmla="*/ 5967062 w 6143305"/>
                <a:gd name="connsiteY13" fmla="*/ 1414970 h 4815426"/>
                <a:gd name="connsiteX14" fmla="*/ 6141486 w 6143305"/>
                <a:gd name="connsiteY14" fmla="*/ 2466793 h 4815426"/>
                <a:gd name="connsiteX15" fmla="*/ 5903635 w 6143305"/>
                <a:gd name="connsiteY15" fmla="*/ 3397053 h 4815426"/>
                <a:gd name="connsiteX16" fmla="*/ 5190086 w 6143305"/>
                <a:gd name="connsiteY16" fmla="*/ 4263882 h 4815426"/>
                <a:gd name="connsiteX17" fmla="*/ 3974409 w 6143305"/>
                <a:gd name="connsiteY17" fmla="*/ 4760723 h 4815426"/>
                <a:gd name="connsiteX18" fmla="*/ 2224893 w 6143305"/>
                <a:gd name="connsiteY18" fmla="*/ 4771293 h 4815426"/>
                <a:gd name="connsiteX19" fmla="*/ 1083215 w 6143305"/>
                <a:gd name="connsiteY19" fmla="*/ 4480589 h 4815426"/>
                <a:gd name="connsiteX20" fmla="*/ 343238 w 6143305"/>
                <a:gd name="connsiteY20" fmla="*/ 3983747 h 4815426"/>
                <a:gd name="connsiteX21" fmla="*/ 68388 w 6143305"/>
                <a:gd name="connsiteY21" fmla="*/ 3423479 h 4815426"/>
                <a:gd name="connsiteX22" fmla="*/ 10248 w 6143305"/>
                <a:gd name="connsiteY22" fmla="*/ 2657075 h 4815426"/>
                <a:gd name="connsiteX23" fmla="*/ 232241 w 6143305"/>
                <a:gd name="connsiteY23" fmla="*/ 2117949 h 4815426"/>
                <a:gd name="connsiteX24" fmla="*/ 121245 w 6143305"/>
                <a:gd name="connsiteY24" fmla="*/ 2635932 h 4815426"/>
                <a:gd name="connsiteX25" fmla="*/ 232241 w 6143305"/>
                <a:gd name="connsiteY25" fmla="*/ 3243770 h 4815426"/>
                <a:gd name="connsiteX26" fmla="*/ 618086 w 6143305"/>
                <a:gd name="connsiteY26" fmla="*/ 3883322 h 4815426"/>
                <a:gd name="connsiteX27" fmla="*/ 1268209 w 6143305"/>
                <a:gd name="connsiteY27" fmla="*/ 4279738 h 4815426"/>
                <a:gd name="connsiteX28" fmla="*/ 2029328 w 6143305"/>
                <a:gd name="connsiteY28" fmla="*/ 4491159 h 4815426"/>
                <a:gd name="connsiteX29" fmla="*/ 2975441 w 6143305"/>
                <a:gd name="connsiteY29" fmla="*/ 4533444 h 4815426"/>
                <a:gd name="connsiteX30" fmla="*/ 3953268 w 6143305"/>
                <a:gd name="connsiteY30" fmla="*/ 4417162 h 4815426"/>
                <a:gd name="connsiteX31" fmla="*/ 4592819 w 6143305"/>
                <a:gd name="connsiteY31" fmla="*/ 4142314 h 4815426"/>
                <a:gd name="connsiteX32" fmla="*/ 4999807 w 6143305"/>
                <a:gd name="connsiteY32" fmla="*/ 3788182 h 4815426"/>
                <a:gd name="connsiteX33" fmla="*/ 5184801 w 6143305"/>
                <a:gd name="connsiteY33" fmla="*/ 3576760 h 4815426"/>
                <a:gd name="connsiteX0" fmla="*/ 1728052 w 6143305"/>
                <a:gd name="connsiteY0" fmla="*/ 3915035 h 4818959"/>
                <a:gd name="connsiteX1" fmla="*/ 1516630 w 6143305"/>
                <a:gd name="connsiteY1" fmla="*/ 3825181 h 4818959"/>
                <a:gd name="connsiteX2" fmla="*/ 1336921 w 6143305"/>
                <a:gd name="connsiteY2" fmla="*/ 3640186 h 4818959"/>
                <a:gd name="connsiteX3" fmla="*/ 1088500 w 6143305"/>
                <a:gd name="connsiteY3" fmla="*/ 3444621 h 4818959"/>
                <a:gd name="connsiteX4" fmla="*/ 887649 w 6143305"/>
                <a:gd name="connsiteY4" fmla="*/ 3312483 h 4818959"/>
                <a:gd name="connsiteX5" fmla="*/ 581088 w 6143305"/>
                <a:gd name="connsiteY5" fmla="*/ 3069347 h 4818959"/>
                <a:gd name="connsiteX6" fmla="*/ 322096 w 6143305"/>
                <a:gd name="connsiteY6" fmla="*/ 2461510 h 4818959"/>
                <a:gd name="connsiteX7" fmla="*/ 332667 w 6143305"/>
                <a:gd name="connsiteY7" fmla="*/ 1895956 h 4818959"/>
                <a:gd name="connsiteX8" fmla="*/ 581087 w 6143305"/>
                <a:gd name="connsiteY8" fmla="*/ 1219404 h 4818959"/>
                <a:gd name="connsiteX9" fmla="*/ 1262923 w 6143305"/>
                <a:gd name="connsiteY9" fmla="*/ 569283 h 4818959"/>
                <a:gd name="connsiteX10" fmla="*/ 2283035 w 6143305"/>
                <a:gd name="connsiteY10" fmla="*/ 130582 h 4818959"/>
                <a:gd name="connsiteX11" fmla="*/ 3704847 w 6143305"/>
                <a:gd name="connsiteY11" fmla="*/ 24871 h 4818959"/>
                <a:gd name="connsiteX12" fmla="*/ 5227086 w 6143305"/>
                <a:gd name="connsiteY12" fmla="*/ 537568 h 4818959"/>
                <a:gd name="connsiteX13" fmla="*/ 5967062 w 6143305"/>
                <a:gd name="connsiteY13" fmla="*/ 1414970 h 4818959"/>
                <a:gd name="connsiteX14" fmla="*/ 6141486 w 6143305"/>
                <a:gd name="connsiteY14" fmla="*/ 2466793 h 4818959"/>
                <a:gd name="connsiteX15" fmla="*/ 5903635 w 6143305"/>
                <a:gd name="connsiteY15" fmla="*/ 3397053 h 4818959"/>
                <a:gd name="connsiteX16" fmla="*/ 5168944 w 6143305"/>
                <a:gd name="connsiteY16" fmla="*/ 4211027 h 4818959"/>
                <a:gd name="connsiteX17" fmla="*/ 3974409 w 6143305"/>
                <a:gd name="connsiteY17" fmla="*/ 4760723 h 4818959"/>
                <a:gd name="connsiteX18" fmla="*/ 2224893 w 6143305"/>
                <a:gd name="connsiteY18" fmla="*/ 4771293 h 4818959"/>
                <a:gd name="connsiteX19" fmla="*/ 1083215 w 6143305"/>
                <a:gd name="connsiteY19" fmla="*/ 4480589 h 4818959"/>
                <a:gd name="connsiteX20" fmla="*/ 343238 w 6143305"/>
                <a:gd name="connsiteY20" fmla="*/ 3983747 h 4818959"/>
                <a:gd name="connsiteX21" fmla="*/ 68388 w 6143305"/>
                <a:gd name="connsiteY21" fmla="*/ 3423479 h 4818959"/>
                <a:gd name="connsiteX22" fmla="*/ 10248 w 6143305"/>
                <a:gd name="connsiteY22" fmla="*/ 2657075 h 4818959"/>
                <a:gd name="connsiteX23" fmla="*/ 232241 w 6143305"/>
                <a:gd name="connsiteY23" fmla="*/ 2117949 h 4818959"/>
                <a:gd name="connsiteX24" fmla="*/ 121245 w 6143305"/>
                <a:gd name="connsiteY24" fmla="*/ 2635932 h 4818959"/>
                <a:gd name="connsiteX25" fmla="*/ 232241 w 6143305"/>
                <a:gd name="connsiteY25" fmla="*/ 3243770 h 4818959"/>
                <a:gd name="connsiteX26" fmla="*/ 618086 w 6143305"/>
                <a:gd name="connsiteY26" fmla="*/ 3883322 h 4818959"/>
                <a:gd name="connsiteX27" fmla="*/ 1268209 w 6143305"/>
                <a:gd name="connsiteY27" fmla="*/ 4279738 h 4818959"/>
                <a:gd name="connsiteX28" fmla="*/ 2029328 w 6143305"/>
                <a:gd name="connsiteY28" fmla="*/ 4491159 h 4818959"/>
                <a:gd name="connsiteX29" fmla="*/ 2975441 w 6143305"/>
                <a:gd name="connsiteY29" fmla="*/ 4533444 h 4818959"/>
                <a:gd name="connsiteX30" fmla="*/ 3953268 w 6143305"/>
                <a:gd name="connsiteY30" fmla="*/ 4417162 h 4818959"/>
                <a:gd name="connsiteX31" fmla="*/ 4592819 w 6143305"/>
                <a:gd name="connsiteY31" fmla="*/ 4142314 h 4818959"/>
                <a:gd name="connsiteX32" fmla="*/ 4999807 w 6143305"/>
                <a:gd name="connsiteY32" fmla="*/ 3788182 h 4818959"/>
                <a:gd name="connsiteX33" fmla="*/ 5184801 w 6143305"/>
                <a:gd name="connsiteY33" fmla="*/ 3576760 h 4818959"/>
                <a:gd name="connsiteX0" fmla="*/ 1728052 w 6143305"/>
                <a:gd name="connsiteY0" fmla="*/ 3915035 h 4806761"/>
                <a:gd name="connsiteX1" fmla="*/ 1516630 w 6143305"/>
                <a:gd name="connsiteY1" fmla="*/ 3825181 h 4806761"/>
                <a:gd name="connsiteX2" fmla="*/ 1336921 w 6143305"/>
                <a:gd name="connsiteY2" fmla="*/ 3640186 h 4806761"/>
                <a:gd name="connsiteX3" fmla="*/ 1088500 w 6143305"/>
                <a:gd name="connsiteY3" fmla="*/ 3444621 h 4806761"/>
                <a:gd name="connsiteX4" fmla="*/ 887649 w 6143305"/>
                <a:gd name="connsiteY4" fmla="*/ 3312483 h 4806761"/>
                <a:gd name="connsiteX5" fmla="*/ 581088 w 6143305"/>
                <a:gd name="connsiteY5" fmla="*/ 3069347 h 4806761"/>
                <a:gd name="connsiteX6" fmla="*/ 322096 w 6143305"/>
                <a:gd name="connsiteY6" fmla="*/ 2461510 h 4806761"/>
                <a:gd name="connsiteX7" fmla="*/ 332667 w 6143305"/>
                <a:gd name="connsiteY7" fmla="*/ 1895956 h 4806761"/>
                <a:gd name="connsiteX8" fmla="*/ 581087 w 6143305"/>
                <a:gd name="connsiteY8" fmla="*/ 1219404 h 4806761"/>
                <a:gd name="connsiteX9" fmla="*/ 1262923 w 6143305"/>
                <a:gd name="connsiteY9" fmla="*/ 569283 h 4806761"/>
                <a:gd name="connsiteX10" fmla="*/ 2283035 w 6143305"/>
                <a:gd name="connsiteY10" fmla="*/ 130582 h 4806761"/>
                <a:gd name="connsiteX11" fmla="*/ 3704847 w 6143305"/>
                <a:gd name="connsiteY11" fmla="*/ 24871 h 4806761"/>
                <a:gd name="connsiteX12" fmla="*/ 5227086 w 6143305"/>
                <a:gd name="connsiteY12" fmla="*/ 537568 h 4806761"/>
                <a:gd name="connsiteX13" fmla="*/ 5967062 w 6143305"/>
                <a:gd name="connsiteY13" fmla="*/ 1414970 h 4806761"/>
                <a:gd name="connsiteX14" fmla="*/ 6141486 w 6143305"/>
                <a:gd name="connsiteY14" fmla="*/ 2466793 h 4806761"/>
                <a:gd name="connsiteX15" fmla="*/ 5903635 w 6143305"/>
                <a:gd name="connsiteY15" fmla="*/ 3397053 h 4806761"/>
                <a:gd name="connsiteX16" fmla="*/ 5168944 w 6143305"/>
                <a:gd name="connsiteY16" fmla="*/ 4211027 h 4806761"/>
                <a:gd name="connsiteX17" fmla="*/ 3969123 w 6143305"/>
                <a:gd name="connsiteY17" fmla="*/ 4739581 h 4806761"/>
                <a:gd name="connsiteX18" fmla="*/ 2224893 w 6143305"/>
                <a:gd name="connsiteY18" fmla="*/ 4771293 h 4806761"/>
                <a:gd name="connsiteX19" fmla="*/ 1083215 w 6143305"/>
                <a:gd name="connsiteY19" fmla="*/ 4480589 h 4806761"/>
                <a:gd name="connsiteX20" fmla="*/ 343238 w 6143305"/>
                <a:gd name="connsiteY20" fmla="*/ 3983747 h 4806761"/>
                <a:gd name="connsiteX21" fmla="*/ 68388 w 6143305"/>
                <a:gd name="connsiteY21" fmla="*/ 3423479 h 4806761"/>
                <a:gd name="connsiteX22" fmla="*/ 10248 w 6143305"/>
                <a:gd name="connsiteY22" fmla="*/ 2657075 h 4806761"/>
                <a:gd name="connsiteX23" fmla="*/ 232241 w 6143305"/>
                <a:gd name="connsiteY23" fmla="*/ 2117949 h 4806761"/>
                <a:gd name="connsiteX24" fmla="*/ 121245 w 6143305"/>
                <a:gd name="connsiteY24" fmla="*/ 2635932 h 4806761"/>
                <a:gd name="connsiteX25" fmla="*/ 232241 w 6143305"/>
                <a:gd name="connsiteY25" fmla="*/ 3243770 h 4806761"/>
                <a:gd name="connsiteX26" fmla="*/ 618086 w 6143305"/>
                <a:gd name="connsiteY26" fmla="*/ 3883322 h 4806761"/>
                <a:gd name="connsiteX27" fmla="*/ 1268209 w 6143305"/>
                <a:gd name="connsiteY27" fmla="*/ 4279738 h 4806761"/>
                <a:gd name="connsiteX28" fmla="*/ 2029328 w 6143305"/>
                <a:gd name="connsiteY28" fmla="*/ 4491159 h 4806761"/>
                <a:gd name="connsiteX29" fmla="*/ 2975441 w 6143305"/>
                <a:gd name="connsiteY29" fmla="*/ 4533444 h 4806761"/>
                <a:gd name="connsiteX30" fmla="*/ 3953268 w 6143305"/>
                <a:gd name="connsiteY30" fmla="*/ 4417162 h 4806761"/>
                <a:gd name="connsiteX31" fmla="*/ 4592819 w 6143305"/>
                <a:gd name="connsiteY31" fmla="*/ 4142314 h 4806761"/>
                <a:gd name="connsiteX32" fmla="*/ 4999807 w 6143305"/>
                <a:gd name="connsiteY32" fmla="*/ 3788182 h 4806761"/>
                <a:gd name="connsiteX33" fmla="*/ 5184801 w 6143305"/>
                <a:gd name="connsiteY33" fmla="*/ 3576760 h 4806761"/>
                <a:gd name="connsiteX0" fmla="*/ 1728729 w 6143982"/>
                <a:gd name="connsiteY0" fmla="*/ 3915035 h 4806761"/>
                <a:gd name="connsiteX1" fmla="*/ 1517307 w 6143982"/>
                <a:gd name="connsiteY1" fmla="*/ 3825181 h 4806761"/>
                <a:gd name="connsiteX2" fmla="*/ 1337598 w 6143982"/>
                <a:gd name="connsiteY2" fmla="*/ 3640186 h 4806761"/>
                <a:gd name="connsiteX3" fmla="*/ 1089177 w 6143982"/>
                <a:gd name="connsiteY3" fmla="*/ 3444621 h 4806761"/>
                <a:gd name="connsiteX4" fmla="*/ 888326 w 6143982"/>
                <a:gd name="connsiteY4" fmla="*/ 3312483 h 4806761"/>
                <a:gd name="connsiteX5" fmla="*/ 581765 w 6143982"/>
                <a:gd name="connsiteY5" fmla="*/ 3069347 h 4806761"/>
                <a:gd name="connsiteX6" fmla="*/ 322773 w 6143982"/>
                <a:gd name="connsiteY6" fmla="*/ 2461510 h 4806761"/>
                <a:gd name="connsiteX7" fmla="*/ 333344 w 6143982"/>
                <a:gd name="connsiteY7" fmla="*/ 1895956 h 4806761"/>
                <a:gd name="connsiteX8" fmla="*/ 581764 w 6143982"/>
                <a:gd name="connsiteY8" fmla="*/ 1219404 h 4806761"/>
                <a:gd name="connsiteX9" fmla="*/ 1263600 w 6143982"/>
                <a:gd name="connsiteY9" fmla="*/ 569283 h 4806761"/>
                <a:gd name="connsiteX10" fmla="*/ 2283712 w 6143982"/>
                <a:gd name="connsiteY10" fmla="*/ 130582 h 4806761"/>
                <a:gd name="connsiteX11" fmla="*/ 3705524 w 6143982"/>
                <a:gd name="connsiteY11" fmla="*/ 24871 h 4806761"/>
                <a:gd name="connsiteX12" fmla="*/ 5227763 w 6143982"/>
                <a:gd name="connsiteY12" fmla="*/ 537568 h 4806761"/>
                <a:gd name="connsiteX13" fmla="*/ 5967739 w 6143982"/>
                <a:gd name="connsiteY13" fmla="*/ 1414970 h 4806761"/>
                <a:gd name="connsiteX14" fmla="*/ 6142163 w 6143982"/>
                <a:gd name="connsiteY14" fmla="*/ 2466793 h 4806761"/>
                <a:gd name="connsiteX15" fmla="*/ 5904312 w 6143982"/>
                <a:gd name="connsiteY15" fmla="*/ 3397053 h 4806761"/>
                <a:gd name="connsiteX16" fmla="*/ 5169621 w 6143982"/>
                <a:gd name="connsiteY16" fmla="*/ 4211027 h 4806761"/>
                <a:gd name="connsiteX17" fmla="*/ 3969800 w 6143982"/>
                <a:gd name="connsiteY17" fmla="*/ 4739581 h 4806761"/>
                <a:gd name="connsiteX18" fmla="*/ 2225570 w 6143982"/>
                <a:gd name="connsiteY18" fmla="*/ 4771293 h 4806761"/>
                <a:gd name="connsiteX19" fmla="*/ 1083892 w 6143982"/>
                <a:gd name="connsiteY19" fmla="*/ 4480589 h 4806761"/>
                <a:gd name="connsiteX20" fmla="*/ 370342 w 6143982"/>
                <a:gd name="connsiteY20" fmla="*/ 4010174 h 4806761"/>
                <a:gd name="connsiteX21" fmla="*/ 69065 w 6143982"/>
                <a:gd name="connsiteY21" fmla="*/ 3423479 h 4806761"/>
                <a:gd name="connsiteX22" fmla="*/ 10925 w 6143982"/>
                <a:gd name="connsiteY22" fmla="*/ 2657075 h 4806761"/>
                <a:gd name="connsiteX23" fmla="*/ 232918 w 6143982"/>
                <a:gd name="connsiteY23" fmla="*/ 2117949 h 4806761"/>
                <a:gd name="connsiteX24" fmla="*/ 121922 w 6143982"/>
                <a:gd name="connsiteY24" fmla="*/ 2635932 h 4806761"/>
                <a:gd name="connsiteX25" fmla="*/ 232918 w 6143982"/>
                <a:gd name="connsiteY25" fmla="*/ 3243770 h 4806761"/>
                <a:gd name="connsiteX26" fmla="*/ 618763 w 6143982"/>
                <a:gd name="connsiteY26" fmla="*/ 3883322 h 4806761"/>
                <a:gd name="connsiteX27" fmla="*/ 1268886 w 6143982"/>
                <a:gd name="connsiteY27" fmla="*/ 4279738 h 4806761"/>
                <a:gd name="connsiteX28" fmla="*/ 2030005 w 6143982"/>
                <a:gd name="connsiteY28" fmla="*/ 4491159 h 4806761"/>
                <a:gd name="connsiteX29" fmla="*/ 2976118 w 6143982"/>
                <a:gd name="connsiteY29" fmla="*/ 4533444 h 4806761"/>
                <a:gd name="connsiteX30" fmla="*/ 3953945 w 6143982"/>
                <a:gd name="connsiteY30" fmla="*/ 4417162 h 4806761"/>
                <a:gd name="connsiteX31" fmla="*/ 4593496 w 6143982"/>
                <a:gd name="connsiteY31" fmla="*/ 4142314 h 4806761"/>
                <a:gd name="connsiteX32" fmla="*/ 5000484 w 6143982"/>
                <a:gd name="connsiteY32" fmla="*/ 3788182 h 4806761"/>
                <a:gd name="connsiteX33" fmla="*/ 5185478 w 6143982"/>
                <a:gd name="connsiteY33" fmla="*/ 3576760 h 4806761"/>
                <a:gd name="connsiteX0" fmla="*/ 1728729 w 6143982"/>
                <a:gd name="connsiteY0" fmla="*/ 3915035 h 4806761"/>
                <a:gd name="connsiteX1" fmla="*/ 1517307 w 6143982"/>
                <a:gd name="connsiteY1" fmla="*/ 3825181 h 4806761"/>
                <a:gd name="connsiteX2" fmla="*/ 1337598 w 6143982"/>
                <a:gd name="connsiteY2" fmla="*/ 3640186 h 4806761"/>
                <a:gd name="connsiteX3" fmla="*/ 1089177 w 6143982"/>
                <a:gd name="connsiteY3" fmla="*/ 3444621 h 4806761"/>
                <a:gd name="connsiteX4" fmla="*/ 888326 w 6143982"/>
                <a:gd name="connsiteY4" fmla="*/ 3312483 h 4806761"/>
                <a:gd name="connsiteX5" fmla="*/ 581765 w 6143982"/>
                <a:gd name="connsiteY5" fmla="*/ 3069347 h 4806761"/>
                <a:gd name="connsiteX6" fmla="*/ 322773 w 6143982"/>
                <a:gd name="connsiteY6" fmla="*/ 2461510 h 4806761"/>
                <a:gd name="connsiteX7" fmla="*/ 333344 w 6143982"/>
                <a:gd name="connsiteY7" fmla="*/ 1895956 h 4806761"/>
                <a:gd name="connsiteX8" fmla="*/ 581764 w 6143982"/>
                <a:gd name="connsiteY8" fmla="*/ 1219404 h 4806761"/>
                <a:gd name="connsiteX9" fmla="*/ 1263600 w 6143982"/>
                <a:gd name="connsiteY9" fmla="*/ 569283 h 4806761"/>
                <a:gd name="connsiteX10" fmla="*/ 2283712 w 6143982"/>
                <a:gd name="connsiteY10" fmla="*/ 130582 h 4806761"/>
                <a:gd name="connsiteX11" fmla="*/ 3705524 w 6143982"/>
                <a:gd name="connsiteY11" fmla="*/ 24871 h 4806761"/>
                <a:gd name="connsiteX12" fmla="*/ 5227763 w 6143982"/>
                <a:gd name="connsiteY12" fmla="*/ 537568 h 4806761"/>
                <a:gd name="connsiteX13" fmla="*/ 5967739 w 6143982"/>
                <a:gd name="connsiteY13" fmla="*/ 1414970 h 4806761"/>
                <a:gd name="connsiteX14" fmla="*/ 6142163 w 6143982"/>
                <a:gd name="connsiteY14" fmla="*/ 2466793 h 4806761"/>
                <a:gd name="connsiteX15" fmla="*/ 5904312 w 6143982"/>
                <a:gd name="connsiteY15" fmla="*/ 3397053 h 4806761"/>
                <a:gd name="connsiteX16" fmla="*/ 5169621 w 6143982"/>
                <a:gd name="connsiteY16" fmla="*/ 4211027 h 4806761"/>
                <a:gd name="connsiteX17" fmla="*/ 3969800 w 6143982"/>
                <a:gd name="connsiteY17" fmla="*/ 4739581 h 4806761"/>
                <a:gd name="connsiteX18" fmla="*/ 2225570 w 6143982"/>
                <a:gd name="connsiteY18" fmla="*/ 4771293 h 4806761"/>
                <a:gd name="connsiteX19" fmla="*/ 1083892 w 6143982"/>
                <a:gd name="connsiteY19" fmla="*/ 4480589 h 4806761"/>
                <a:gd name="connsiteX20" fmla="*/ 370342 w 6143982"/>
                <a:gd name="connsiteY20" fmla="*/ 4010174 h 4806761"/>
                <a:gd name="connsiteX21" fmla="*/ 69065 w 6143982"/>
                <a:gd name="connsiteY21" fmla="*/ 3423479 h 4806761"/>
                <a:gd name="connsiteX22" fmla="*/ 10925 w 6143982"/>
                <a:gd name="connsiteY22" fmla="*/ 2657075 h 4806761"/>
                <a:gd name="connsiteX23" fmla="*/ 232918 w 6143982"/>
                <a:gd name="connsiteY23" fmla="*/ 2117949 h 4806761"/>
                <a:gd name="connsiteX24" fmla="*/ 121922 w 6143982"/>
                <a:gd name="connsiteY24" fmla="*/ 2635932 h 4806761"/>
                <a:gd name="connsiteX25" fmla="*/ 232918 w 6143982"/>
                <a:gd name="connsiteY25" fmla="*/ 3243770 h 4806761"/>
                <a:gd name="connsiteX26" fmla="*/ 618763 w 6143982"/>
                <a:gd name="connsiteY26" fmla="*/ 3883322 h 4806761"/>
                <a:gd name="connsiteX27" fmla="*/ 1268886 w 6143982"/>
                <a:gd name="connsiteY27" fmla="*/ 4279738 h 4806761"/>
                <a:gd name="connsiteX28" fmla="*/ 2030005 w 6143982"/>
                <a:gd name="connsiteY28" fmla="*/ 4491159 h 4806761"/>
                <a:gd name="connsiteX29" fmla="*/ 2976118 w 6143982"/>
                <a:gd name="connsiteY29" fmla="*/ 4533444 h 4806761"/>
                <a:gd name="connsiteX30" fmla="*/ 3953945 w 6143982"/>
                <a:gd name="connsiteY30" fmla="*/ 4417162 h 4806761"/>
                <a:gd name="connsiteX31" fmla="*/ 4593496 w 6143982"/>
                <a:gd name="connsiteY31" fmla="*/ 4142314 h 4806761"/>
                <a:gd name="connsiteX32" fmla="*/ 5000484 w 6143982"/>
                <a:gd name="connsiteY32" fmla="*/ 3788182 h 4806761"/>
                <a:gd name="connsiteX33" fmla="*/ 5185478 w 6143982"/>
                <a:gd name="connsiteY33" fmla="*/ 3576760 h 4806761"/>
                <a:gd name="connsiteX0" fmla="*/ 1729316 w 6144569"/>
                <a:gd name="connsiteY0" fmla="*/ 3915035 h 4806761"/>
                <a:gd name="connsiteX1" fmla="*/ 1517894 w 6144569"/>
                <a:gd name="connsiteY1" fmla="*/ 3825181 h 4806761"/>
                <a:gd name="connsiteX2" fmla="*/ 1338185 w 6144569"/>
                <a:gd name="connsiteY2" fmla="*/ 3640186 h 4806761"/>
                <a:gd name="connsiteX3" fmla="*/ 1089764 w 6144569"/>
                <a:gd name="connsiteY3" fmla="*/ 3444621 h 4806761"/>
                <a:gd name="connsiteX4" fmla="*/ 888913 w 6144569"/>
                <a:gd name="connsiteY4" fmla="*/ 3312483 h 4806761"/>
                <a:gd name="connsiteX5" fmla="*/ 582352 w 6144569"/>
                <a:gd name="connsiteY5" fmla="*/ 3069347 h 4806761"/>
                <a:gd name="connsiteX6" fmla="*/ 323360 w 6144569"/>
                <a:gd name="connsiteY6" fmla="*/ 2461510 h 4806761"/>
                <a:gd name="connsiteX7" fmla="*/ 333931 w 6144569"/>
                <a:gd name="connsiteY7" fmla="*/ 1895956 h 4806761"/>
                <a:gd name="connsiteX8" fmla="*/ 582351 w 6144569"/>
                <a:gd name="connsiteY8" fmla="*/ 1219404 h 4806761"/>
                <a:gd name="connsiteX9" fmla="*/ 1264187 w 6144569"/>
                <a:gd name="connsiteY9" fmla="*/ 569283 h 4806761"/>
                <a:gd name="connsiteX10" fmla="*/ 2284299 w 6144569"/>
                <a:gd name="connsiteY10" fmla="*/ 130582 h 4806761"/>
                <a:gd name="connsiteX11" fmla="*/ 3706111 w 6144569"/>
                <a:gd name="connsiteY11" fmla="*/ 24871 h 4806761"/>
                <a:gd name="connsiteX12" fmla="*/ 5228350 w 6144569"/>
                <a:gd name="connsiteY12" fmla="*/ 537568 h 4806761"/>
                <a:gd name="connsiteX13" fmla="*/ 5968326 w 6144569"/>
                <a:gd name="connsiteY13" fmla="*/ 1414970 h 4806761"/>
                <a:gd name="connsiteX14" fmla="*/ 6142750 w 6144569"/>
                <a:gd name="connsiteY14" fmla="*/ 2466793 h 4806761"/>
                <a:gd name="connsiteX15" fmla="*/ 5904899 w 6144569"/>
                <a:gd name="connsiteY15" fmla="*/ 3397053 h 4806761"/>
                <a:gd name="connsiteX16" fmla="*/ 5170208 w 6144569"/>
                <a:gd name="connsiteY16" fmla="*/ 4211027 h 4806761"/>
                <a:gd name="connsiteX17" fmla="*/ 3970387 w 6144569"/>
                <a:gd name="connsiteY17" fmla="*/ 4739581 h 4806761"/>
                <a:gd name="connsiteX18" fmla="*/ 2226157 w 6144569"/>
                <a:gd name="connsiteY18" fmla="*/ 4771293 h 4806761"/>
                <a:gd name="connsiteX19" fmla="*/ 1084479 w 6144569"/>
                <a:gd name="connsiteY19" fmla="*/ 4480589 h 4806761"/>
                <a:gd name="connsiteX20" fmla="*/ 392072 w 6144569"/>
                <a:gd name="connsiteY20" fmla="*/ 4010174 h 4806761"/>
                <a:gd name="connsiteX21" fmla="*/ 69652 w 6144569"/>
                <a:gd name="connsiteY21" fmla="*/ 3423479 h 4806761"/>
                <a:gd name="connsiteX22" fmla="*/ 11512 w 6144569"/>
                <a:gd name="connsiteY22" fmla="*/ 2657075 h 4806761"/>
                <a:gd name="connsiteX23" fmla="*/ 233505 w 6144569"/>
                <a:gd name="connsiteY23" fmla="*/ 2117949 h 4806761"/>
                <a:gd name="connsiteX24" fmla="*/ 122509 w 6144569"/>
                <a:gd name="connsiteY24" fmla="*/ 2635932 h 4806761"/>
                <a:gd name="connsiteX25" fmla="*/ 233505 w 6144569"/>
                <a:gd name="connsiteY25" fmla="*/ 3243770 h 4806761"/>
                <a:gd name="connsiteX26" fmla="*/ 619350 w 6144569"/>
                <a:gd name="connsiteY26" fmla="*/ 3883322 h 4806761"/>
                <a:gd name="connsiteX27" fmla="*/ 1269473 w 6144569"/>
                <a:gd name="connsiteY27" fmla="*/ 4279738 h 4806761"/>
                <a:gd name="connsiteX28" fmla="*/ 2030592 w 6144569"/>
                <a:gd name="connsiteY28" fmla="*/ 4491159 h 4806761"/>
                <a:gd name="connsiteX29" fmla="*/ 2976705 w 6144569"/>
                <a:gd name="connsiteY29" fmla="*/ 4533444 h 4806761"/>
                <a:gd name="connsiteX30" fmla="*/ 3954532 w 6144569"/>
                <a:gd name="connsiteY30" fmla="*/ 4417162 h 4806761"/>
                <a:gd name="connsiteX31" fmla="*/ 4594083 w 6144569"/>
                <a:gd name="connsiteY31" fmla="*/ 4142314 h 4806761"/>
                <a:gd name="connsiteX32" fmla="*/ 5001071 w 6144569"/>
                <a:gd name="connsiteY32" fmla="*/ 3788182 h 4806761"/>
                <a:gd name="connsiteX33" fmla="*/ 5186065 w 6144569"/>
                <a:gd name="connsiteY33" fmla="*/ 3576760 h 4806761"/>
                <a:gd name="connsiteX0" fmla="*/ 1730276 w 6145529"/>
                <a:gd name="connsiteY0" fmla="*/ 3915035 h 4806761"/>
                <a:gd name="connsiteX1" fmla="*/ 1518854 w 6145529"/>
                <a:gd name="connsiteY1" fmla="*/ 3825181 h 4806761"/>
                <a:gd name="connsiteX2" fmla="*/ 1339145 w 6145529"/>
                <a:gd name="connsiteY2" fmla="*/ 3640186 h 4806761"/>
                <a:gd name="connsiteX3" fmla="*/ 1090724 w 6145529"/>
                <a:gd name="connsiteY3" fmla="*/ 3444621 h 4806761"/>
                <a:gd name="connsiteX4" fmla="*/ 889873 w 6145529"/>
                <a:gd name="connsiteY4" fmla="*/ 3312483 h 4806761"/>
                <a:gd name="connsiteX5" fmla="*/ 583312 w 6145529"/>
                <a:gd name="connsiteY5" fmla="*/ 3069347 h 4806761"/>
                <a:gd name="connsiteX6" fmla="*/ 324320 w 6145529"/>
                <a:gd name="connsiteY6" fmla="*/ 2461510 h 4806761"/>
                <a:gd name="connsiteX7" fmla="*/ 334891 w 6145529"/>
                <a:gd name="connsiteY7" fmla="*/ 1895956 h 4806761"/>
                <a:gd name="connsiteX8" fmla="*/ 583311 w 6145529"/>
                <a:gd name="connsiteY8" fmla="*/ 1219404 h 4806761"/>
                <a:gd name="connsiteX9" fmla="*/ 1265147 w 6145529"/>
                <a:gd name="connsiteY9" fmla="*/ 569283 h 4806761"/>
                <a:gd name="connsiteX10" fmla="*/ 2285259 w 6145529"/>
                <a:gd name="connsiteY10" fmla="*/ 130582 h 4806761"/>
                <a:gd name="connsiteX11" fmla="*/ 3707071 w 6145529"/>
                <a:gd name="connsiteY11" fmla="*/ 24871 h 4806761"/>
                <a:gd name="connsiteX12" fmla="*/ 5229310 w 6145529"/>
                <a:gd name="connsiteY12" fmla="*/ 537568 h 4806761"/>
                <a:gd name="connsiteX13" fmla="*/ 5969286 w 6145529"/>
                <a:gd name="connsiteY13" fmla="*/ 1414970 h 4806761"/>
                <a:gd name="connsiteX14" fmla="*/ 6143710 w 6145529"/>
                <a:gd name="connsiteY14" fmla="*/ 2466793 h 4806761"/>
                <a:gd name="connsiteX15" fmla="*/ 5905859 w 6145529"/>
                <a:gd name="connsiteY15" fmla="*/ 3397053 h 4806761"/>
                <a:gd name="connsiteX16" fmla="*/ 5171168 w 6145529"/>
                <a:gd name="connsiteY16" fmla="*/ 4211027 h 4806761"/>
                <a:gd name="connsiteX17" fmla="*/ 3971347 w 6145529"/>
                <a:gd name="connsiteY17" fmla="*/ 4739581 h 4806761"/>
                <a:gd name="connsiteX18" fmla="*/ 2227117 w 6145529"/>
                <a:gd name="connsiteY18" fmla="*/ 4771293 h 4806761"/>
                <a:gd name="connsiteX19" fmla="*/ 1085439 w 6145529"/>
                <a:gd name="connsiteY19" fmla="*/ 4480589 h 4806761"/>
                <a:gd name="connsiteX20" fmla="*/ 424746 w 6145529"/>
                <a:gd name="connsiteY20" fmla="*/ 4004888 h 4806761"/>
                <a:gd name="connsiteX21" fmla="*/ 70612 w 6145529"/>
                <a:gd name="connsiteY21" fmla="*/ 3423479 h 4806761"/>
                <a:gd name="connsiteX22" fmla="*/ 12472 w 6145529"/>
                <a:gd name="connsiteY22" fmla="*/ 2657075 h 4806761"/>
                <a:gd name="connsiteX23" fmla="*/ 234465 w 6145529"/>
                <a:gd name="connsiteY23" fmla="*/ 2117949 h 4806761"/>
                <a:gd name="connsiteX24" fmla="*/ 123469 w 6145529"/>
                <a:gd name="connsiteY24" fmla="*/ 2635932 h 4806761"/>
                <a:gd name="connsiteX25" fmla="*/ 234465 w 6145529"/>
                <a:gd name="connsiteY25" fmla="*/ 3243770 h 4806761"/>
                <a:gd name="connsiteX26" fmla="*/ 620310 w 6145529"/>
                <a:gd name="connsiteY26" fmla="*/ 3883322 h 4806761"/>
                <a:gd name="connsiteX27" fmla="*/ 1270433 w 6145529"/>
                <a:gd name="connsiteY27" fmla="*/ 4279738 h 4806761"/>
                <a:gd name="connsiteX28" fmla="*/ 2031552 w 6145529"/>
                <a:gd name="connsiteY28" fmla="*/ 4491159 h 4806761"/>
                <a:gd name="connsiteX29" fmla="*/ 2977665 w 6145529"/>
                <a:gd name="connsiteY29" fmla="*/ 4533444 h 4806761"/>
                <a:gd name="connsiteX30" fmla="*/ 3955492 w 6145529"/>
                <a:gd name="connsiteY30" fmla="*/ 4417162 h 4806761"/>
                <a:gd name="connsiteX31" fmla="*/ 4595043 w 6145529"/>
                <a:gd name="connsiteY31" fmla="*/ 4142314 h 4806761"/>
                <a:gd name="connsiteX32" fmla="*/ 5002031 w 6145529"/>
                <a:gd name="connsiteY32" fmla="*/ 3788182 h 4806761"/>
                <a:gd name="connsiteX33" fmla="*/ 5187025 w 6145529"/>
                <a:gd name="connsiteY33" fmla="*/ 3576760 h 4806761"/>
                <a:gd name="connsiteX0" fmla="*/ 1729470 w 6144723"/>
                <a:gd name="connsiteY0" fmla="*/ 3915035 h 4806761"/>
                <a:gd name="connsiteX1" fmla="*/ 1518048 w 6144723"/>
                <a:gd name="connsiteY1" fmla="*/ 3825181 h 4806761"/>
                <a:gd name="connsiteX2" fmla="*/ 1338339 w 6144723"/>
                <a:gd name="connsiteY2" fmla="*/ 3640186 h 4806761"/>
                <a:gd name="connsiteX3" fmla="*/ 1089918 w 6144723"/>
                <a:gd name="connsiteY3" fmla="*/ 3444621 h 4806761"/>
                <a:gd name="connsiteX4" fmla="*/ 889067 w 6144723"/>
                <a:gd name="connsiteY4" fmla="*/ 3312483 h 4806761"/>
                <a:gd name="connsiteX5" fmla="*/ 582506 w 6144723"/>
                <a:gd name="connsiteY5" fmla="*/ 3069347 h 4806761"/>
                <a:gd name="connsiteX6" fmla="*/ 323514 w 6144723"/>
                <a:gd name="connsiteY6" fmla="*/ 2461510 h 4806761"/>
                <a:gd name="connsiteX7" fmla="*/ 334085 w 6144723"/>
                <a:gd name="connsiteY7" fmla="*/ 1895956 h 4806761"/>
                <a:gd name="connsiteX8" fmla="*/ 582505 w 6144723"/>
                <a:gd name="connsiteY8" fmla="*/ 1219404 h 4806761"/>
                <a:gd name="connsiteX9" fmla="*/ 1264341 w 6144723"/>
                <a:gd name="connsiteY9" fmla="*/ 569283 h 4806761"/>
                <a:gd name="connsiteX10" fmla="*/ 2284453 w 6144723"/>
                <a:gd name="connsiteY10" fmla="*/ 130582 h 4806761"/>
                <a:gd name="connsiteX11" fmla="*/ 3706265 w 6144723"/>
                <a:gd name="connsiteY11" fmla="*/ 24871 h 4806761"/>
                <a:gd name="connsiteX12" fmla="*/ 5228504 w 6144723"/>
                <a:gd name="connsiteY12" fmla="*/ 537568 h 4806761"/>
                <a:gd name="connsiteX13" fmla="*/ 5968480 w 6144723"/>
                <a:gd name="connsiteY13" fmla="*/ 1414970 h 4806761"/>
                <a:gd name="connsiteX14" fmla="*/ 6142904 w 6144723"/>
                <a:gd name="connsiteY14" fmla="*/ 2466793 h 4806761"/>
                <a:gd name="connsiteX15" fmla="*/ 5905053 w 6144723"/>
                <a:gd name="connsiteY15" fmla="*/ 3397053 h 4806761"/>
                <a:gd name="connsiteX16" fmla="*/ 5170362 w 6144723"/>
                <a:gd name="connsiteY16" fmla="*/ 4211027 h 4806761"/>
                <a:gd name="connsiteX17" fmla="*/ 3970541 w 6144723"/>
                <a:gd name="connsiteY17" fmla="*/ 4739581 h 4806761"/>
                <a:gd name="connsiteX18" fmla="*/ 2226311 w 6144723"/>
                <a:gd name="connsiteY18" fmla="*/ 4771293 h 4806761"/>
                <a:gd name="connsiteX19" fmla="*/ 1084633 w 6144723"/>
                <a:gd name="connsiteY19" fmla="*/ 4480589 h 4806761"/>
                <a:gd name="connsiteX20" fmla="*/ 397513 w 6144723"/>
                <a:gd name="connsiteY20" fmla="*/ 3978461 h 4806761"/>
                <a:gd name="connsiteX21" fmla="*/ 69806 w 6144723"/>
                <a:gd name="connsiteY21" fmla="*/ 3423479 h 4806761"/>
                <a:gd name="connsiteX22" fmla="*/ 11666 w 6144723"/>
                <a:gd name="connsiteY22" fmla="*/ 2657075 h 4806761"/>
                <a:gd name="connsiteX23" fmla="*/ 233659 w 6144723"/>
                <a:gd name="connsiteY23" fmla="*/ 2117949 h 4806761"/>
                <a:gd name="connsiteX24" fmla="*/ 122663 w 6144723"/>
                <a:gd name="connsiteY24" fmla="*/ 2635932 h 4806761"/>
                <a:gd name="connsiteX25" fmla="*/ 233659 w 6144723"/>
                <a:gd name="connsiteY25" fmla="*/ 3243770 h 4806761"/>
                <a:gd name="connsiteX26" fmla="*/ 619504 w 6144723"/>
                <a:gd name="connsiteY26" fmla="*/ 3883322 h 4806761"/>
                <a:gd name="connsiteX27" fmla="*/ 1269627 w 6144723"/>
                <a:gd name="connsiteY27" fmla="*/ 4279738 h 4806761"/>
                <a:gd name="connsiteX28" fmla="*/ 2030746 w 6144723"/>
                <a:gd name="connsiteY28" fmla="*/ 4491159 h 4806761"/>
                <a:gd name="connsiteX29" fmla="*/ 2976859 w 6144723"/>
                <a:gd name="connsiteY29" fmla="*/ 4533444 h 4806761"/>
                <a:gd name="connsiteX30" fmla="*/ 3954686 w 6144723"/>
                <a:gd name="connsiteY30" fmla="*/ 4417162 h 4806761"/>
                <a:gd name="connsiteX31" fmla="*/ 4594237 w 6144723"/>
                <a:gd name="connsiteY31" fmla="*/ 4142314 h 4806761"/>
                <a:gd name="connsiteX32" fmla="*/ 5001225 w 6144723"/>
                <a:gd name="connsiteY32" fmla="*/ 3788182 h 4806761"/>
                <a:gd name="connsiteX33" fmla="*/ 5186219 w 6144723"/>
                <a:gd name="connsiteY33" fmla="*/ 3576760 h 4806761"/>
                <a:gd name="connsiteX0" fmla="*/ 1721852 w 6137105"/>
                <a:gd name="connsiteY0" fmla="*/ 3915035 h 4806761"/>
                <a:gd name="connsiteX1" fmla="*/ 1510430 w 6137105"/>
                <a:gd name="connsiteY1" fmla="*/ 3825181 h 4806761"/>
                <a:gd name="connsiteX2" fmla="*/ 1330721 w 6137105"/>
                <a:gd name="connsiteY2" fmla="*/ 3640186 h 4806761"/>
                <a:gd name="connsiteX3" fmla="*/ 1082300 w 6137105"/>
                <a:gd name="connsiteY3" fmla="*/ 3444621 h 4806761"/>
                <a:gd name="connsiteX4" fmla="*/ 881449 w 6137105"/>
                <a:gd name="connsiteY4" fmla="*/ 3312483 h 4806761"/>
                <a:gd name="connsiteX5" fmla="*/ 574888 w 6137105"/>
                <a:gd name="connsiteY5" fmla="*/ 3069347 h 4806761"/>
                <a:gd name="connsiteX6" fmla="*/ 315896 w 6137105"/>
                <a:gd name="connsiteY6" fmla="*/ 2461510 h 4806761"/>
                <a:gd name="connsiteX7" fmla="*/ 326467 w 6137105"/>
                <a:gd name="connsiteY7" fmla="*/ 1895956 h 4806761"/>
                <a:gd name="connsiteX8" fmla="*/ 574887 w 6137105"/>
                <a:gd name="connsiteY8" fmla="*/ 1219404 h 4806761"/>
                <a:gd name="connsiteX9" fmla="*/ 1256723 w 6137105"/>
                <a:gd name="connsiteY9" fmla="*/ 569283 h 4806761"/>
                <a:gd name="connsiteX10" fmla="*/ 2276835 w 6137105"/>
                <a:gd name="connsiteY10" fmla="*/ 130582 h 4806761"/>
                <a:gd name="connsiteX11" fmla="*/ 3698647 w 6137105"/>
                <a:gd name="connsiteY11" fmla="*/ 24871 h 4806761"/>
                <a:gd name="connsiteX12" fmla="*/ 5220886 w 6137105"/>
                <a:gd name="connsiteY12" fmla="*/ 537568 h 4806761"/>
                <a:gd name="connsiteX13" fmla="*/ 5960862 w 6137105"/>
                <a:gd name="connsiteY13" fmla="*/ 1414970 h 4806761"/>
                <a:gd name="connsiteX14" fmla="*/ 6135286 w 6137105"/>
                <a:gd name="connsiteY14" fmla="*/ 2466793 h 4806761"/>
                <a:gd name="connsiteX15" fmla="*/ 5897435 w 6137105"/>
                <a:gd name="connsiteY15" fmla="*/ 3397053 h 4806761"/>
                <a:gd name="connsiteX16" fmla="*/ 5162744 w 6137105"/>
                <a:gd name="connsiteY16" fmla="*/ 4211027 h 4806761"/>
                <a:gd name="connsiteX17" fmla="*/ 3962923 w 6137105"/>
                <a:gd name="connsiteY17" fmla="*/ 4739581 h 4806761"/>
                <a:gd name="connsiteX18" fmla="*/ 2218693 w 6137105"/>
                <a:gd name="connsiteY18" fmla="*/ 4771293 h 4806761"/>
                <a:gd name="connsiteX19" fmla="*/ 1077015 w 6137105"/>
                <a:gd name="connsiteY19" fmla="*/ 4480589 h 4806761"/>
                <a:gd name="connsiteX20" fmla="*/ 389895 w 6137105"/>
                <a:gd name="connsiteY20" fmla="*/ 3978461 h 4806761"/>
                <a:gd name="connsiteX21" fmla="*/ 62188 w 6137105"/>
                <a:gd name="connsiteY21" fmla="*/ 3423479 h 4806761"/>
                <a:gd name="connsiteX22" fmla="*/ 4048 w 6137105"/>
                <a:gd name="connsiteY22" fmla="*/ 2657075 h 4806761"/>
                <a:gd name="connsiteX23" fmla="*/ 120330 w 6137105"/>
                <a:gd name="connsiteY23" fmla="*/ 2318800 h 4806761"/>
                <a:gd name="connsiteX24" fmla="*/ 115045 w 6137105"/>
                <a:gd name="connsiteY24" fmla="*/ 2635932 h 4806761"/>
                <a:gd name="connsiteX25" fmla="*/ 226041 w 6137105"/>
                <a:gd name="connsiteY25" fmla="*/ 3243770 h 4806761"/>
                <a:gd name="connsiteX26" fmla="*/ 611886 w 6137105"/>
                <a:gd name="connsiteY26" fmla="*/ 3883322 h 4806761"/>
                <a:gd name="connsiteX27" fmla="*/ 1262009 w 6137105"/>
                <a:gd name="connsiteY27" fmla="*/ 4279738 h 4806761"/>
                <a:gd name="connsiteX28" fmla="*/ 2023128 w 6137105"/>
                <a:gd name="connsiteY28" fmla="*/ 4491159 h 4806761"/>
                <a:gd name="connsiteX29" fmla="*/ 2969241 w 6137105"/>
                <a:gd name="connsiteY29" fmla="*/ 4533444 h 4806761"/>
                <a:gd name="connsiteX30" fmla="*/ 3947068 w 6137105"/>
                <a:gd name="connsiteY30" fmla="*/ 4417162 h 4806761"/>
                <a:gd name="connsiteX31" fmla="*/ 4586619 w 6137105"/>
                <a:gd name="connsiteY31" fmla="*/ 4142314 h 4806761"/>
                <a:gd name="connsiteX32" fmla="*/ 4993607 w 6137105"/>
                <a:gd name="connsiteY32" fmla="*/ 3788182 h 4806761"/>
                <a:gd name="connsiteX33" fmla="*/ 5178601 w 6137105"/>
                <a:gd name="connsiteY33" fmla="*/ 3576760 h 4806761"/>
                <a:gd name="connsiteX0" fmla="*/ 1713109 w 6128362"/>
                <a:gd name="connsiteY0" fmla="*/ 3915035 h 4806761"/>
                <a:gd name="connsiteX1" fmla="*/ 1501687 w 6128362"/>
                <a:gd name="connsiteY1" fmla="*/ 3825181 h 4806761"/>
                <a:gd name="connsiteX2" fmla="*/ 1321978 w 6128362"/>
                <a:gd name="connsiteY2" fmla="*/ 3640186 h 4806761"/>
                <a:gd name="connsiteX3" fmla="*/ 1073557 w 6128362"/>
                <a:gd name="connsiteY3" fmla="*/ 3444621 h 4806761"/>
                <a:gd name="connsiteX4" fmla="*/ 872706 w 6128362"/>
                <a:gd name="connsiteY4" fmla="*/ 3312483 h 4806761"/>
                <a:gd name="connsiteX5" fmla="*/ 566145 w 6128362"/>
                <a:gd name="connsiteY5" fmla="*/ 3069347 h 4806761"/>
                <a:gd name="connsiteX6" fmla="*/ 307153 w 6128362"/>
                <a:gd name="connsiteY6" fmla="*/ 2461510 h 4806761"/>
                <a:gd name="connsiteX7" fmla="*/ 317724 w 6128362"/>
                <a:gd name="connsiteY7" fmla="*/ 1895956 h 4806761"/>
                <a:gd name="connsiteX8" fmla="*/ 566144 w 6128362"/>
                <a:gd name="connsiteY8" fmla="*/ 1219404 h 4806761"/>
                <a:gd name="connsiteX9" fmla="*/ 1247980 w 6128362"/>
                <a:gd name="connsiteY9" fmla="*/ 569283 h 4806761"/>
                <a:gd name="connsiteX10" fmla="*/ 2268092 w 6128362"/>
                <a:gd name="connsiteY10" fmla="*/ 130582 h 4806761"/>
                <a:gd name="connsiteX11" fmla="*/ 3689904 w 6128362"/>
                <a:gd name="connsiteY11" fmla="*/ 24871 h 4806761"/>
                <a:gd name="connsiteX12" fmla="*/ 5212143 w 6128362"/>
                <a:gd name="connsiteY12" fmla="*/ 537568 h 4806761"/>
                <a:gd name="connsiteX13" fmla="*/ 5952119 w 6128362"/>
                <a:gd name="connsiteY13" fmla="*/ 1414970 h 4806761"/>
                <a:gd name="connsiteX14" fmla="*/ 6126543 w 6128362"/>
                <a:gd name="connsiteY14" fmla="*/ 2466793 h 4806761"/>
                <a:gd name="connsiteX15" fmla="*/ 5888692 w 6128362"/>
                <a:gd name="connsiteY15" fmla="*/ 3397053 h 4806761"/>
                <a:gd name="connsiteX16" fmla="*/ 5154001 w 6128362"/>
                <a:gd name="connsiteY16" fmla="*/ 4211027 h 4806761"/>
                <a:gd name="connsiteX17" fmla="*/ 3954180 w 6128362"/>
                <a:gd name="connsiteY17" fmla="*/ 4739581 h 4806761"/>
                <a:gd name="connsiteX18" fmla="*/ 2209950 w 6128362"/>
                <a:gd name="connsiteY18" fmla="*/ 4771293 h 4806761"/>
                <a:gd name="connsiteX19" fmla="*/ 1068272 w 6128362"/>
                <a:gd name="connsiteY19" fmla="*/ 4480589 h 4806761"/>
                <a:gd name="connsiteX20" fmla="*/ 381152 w 6128362"/>
                <a:gd name="connsiteY20" fmla="*/ 3978461 h 4806761"/>
                <a:gd name="connsiteX21" fmla="*/ 53445 w 6128362"/>
                <a:gd name="connsiteY21" fmla="*/ 3423479 h 4806761"/>
                <a:gd name="connsiteX22" fmla="*/ 5876 w 6128362"/>
                <a:gd name="connsiteY22" fmla="*/ 2741644 h 4806761"/>
                <a:gd name="connsiteX23" fmla="*/ 111587 w 6128362"/>
                <a:gd name="connsiteY23" fmla="*/ 2318800 h 4806761"/>
                <a:gd name="connsiteX24" fmla="*/ 106302 w 6128362"/>
                <a:gd name="connsiteY24" fmla="*/ 2635932 h 4806761"/>
                <a:gd name="connsiteX25" fmla="*/ 217298 w 6128362"/>
                <a:gd name="connsiteY25" fmla="*/ 3243770 h 4806761"/>
                <a:gd name="connsiteX26" fmla="*/ 603143 w 6128362"/>
                <a:gd name="connsiteY26" fmla="*/ 3883322 h 4806761"/>
                <a:gd name="connsiteX27" fmla="*/ 1253266 w 6128362"/>
                <a:gd name="connsiteY27" fmla="*/ 4279738 h 4806761"/>
                <a:gd name="connsiteX28" fmla="*/ 2014385 w 6128362"/>
                <a:gd name="connsiteY28" fmla="*/ 4491159 h 4806761"/>
                <a:gd name="connsiteX29" fmla="*/ 2960498 w 6128362"/>
                <a:gd name="connsiteY29" fmla="*/ 4533444 h 4806761"/>
                <a:gd name="connsiteX30" fmla="*/ 3938325 w 6128362"/>
                <a:gd name="connsiteY30" fmla="*/ 4417162 h 4806761"/>
                <a:gd name="connsiteX31" fmla="*/ 4577876 w 6128362"/>
                <a:gd name="connsiteY31" fmla="*/ 4142314 h 4806761"/>
                <a:gd name="connsiteX32" fmla="*/ 4984864 w 6128362"/>
                <a:gd name="connsiteY32" fmla="*/ 3788182 h 4806761"/>
                <a:gd name="connsiteX33" fmla="*/ 5169858 w 6128362"/>
                <a:gd name="connsiteY33" fmla="*/ 3576760 h 4806761"/>
                <a:gd name="connsiteX0" fmla="*/ 1707394 w 6122647"/>
                <a:gd name="connsiteY0" fmla="*/ 3915035 h 4806761"/>
                <a:gd name="connsiteX1" fmla="*/ 1495972 w 6122647"/>
                <a:gd name="connsiteY1" fmla="*/ 3825181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866991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95972 w 6122647"/>
                <a:gd name="connsiteY1" fmla="*/ 3825181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4027860 w 6122647"/>
                <a:gd name="connsiteY30" fmla="*/ 45060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4027860 w 6122647"/>
                <a:gd name="connsiteY30" fmla="*/ 4506062 h 4806761"/>
                <a:gd name="connsiteX31" fmla="*/ 4648361 w 6122647"/>
                <a:gd name="connsiteY31" fmla="*/ 41677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7708"/>
                <a:gd name="connsiteX1" fmla="*/ 1458973 w 6122647"/>
                <a:gd name="connsiteY1" fmla="*/ 3809324 h 4807708"/>
                <a:gd name="connsiteX2" fmla="*/ 1316263 w 6122647"/>
                <a:gd name="connsiteY2" fmla="*/ 3640186 h 4807708"/>
                <a:gd name="connsiteX3" fmla="*/ 1067842 w 6122647"/>
                <a:gd name="connsiteY3" fmla="*/ 3444621 h 4807708"/>
                <a:gd name="connsiteX4" fmla="*/ 903990 w 6122647"/>
                <a:gd name="connsiteY4" fmla="*/ 3312483 h 4807708"/>
                <a:gd name="connsiteX5" fmla="*/ 560430 w 6122647"/>
                <a:gd name="connsiteY5" fmla="*/ 3069347 h 4807708"/>
                <a:gd name="connsiteX6" fmla="*/ 301438 w 6122647"/>
                <a:gd name="connsiteY6" fmla="*/ 2461510 h 4807708"/>
                <a:gd name="connsiteX7" fmla="*/ 312009 w 6122647"/>
                <a:gd name="connsiteY7" fmla="*/ 1895956 h 4807708"/>
                <a:gd name="connsiteX8" fmla="*/ 560429 w 6122647"/>
                <a:gd name="connsiteY8" fmla="*/ 1219404 h 4807708"/>
                <a:gd name="connsiteX9" fmla="*/ 1242265 w 6122647"/>
                <a:gd name="connsiteY9" fmla="*/ 569283 h 4807708"/>
                <a:gd name="connsiteX10" fmla="*/ 2262377 w 6122647"/>
                <a:gd name="connsiteY10" fmla="*/ 130582 h 4807708"/>
                <a:gd name="connsiteX11" fmla="*/ 3684189 w 6122647"/>
                <a:gd name="connsiteY11" fmla="*/ 24871 h 4807708"/>
                <a:gd name="connsiteX12" fmla="*/ 5206428 w 6122647"/>
                <a:gd name="connsiteY12" fmla="*/ 537568 h 4807708"/>
                <a:gd name="connsiteX13" fmla="*/ 5946404 w 6122647"/>
                <a:gd name="connsiteY13" fmla="*/ 1414970 h 4807708"/>
                <a:gd name="connsiteX14" fmla="*/ 6120828 w 6122647"/>
                <a:gd name="connsiteY14" fmla="*/ 2466793 h 4807708"/>
                <a:gd name="connsiteX15" fmla="*/ 5882977 w 6122647"/>
                <a:gd name="connsiteY15" fmla="*/ 3397053 h 4807708"/>
                <a:gd name="connsiteX16" fmla="*/ 5132411 w 6122647"/>
                <a:gd name="connsiteY16" fmla="*/ 4195152 h 4807708"/>
                <a:gd name="connsiteX17" fmla="*/ 3948465 w 6122647"/>
                <a:gd name="connsiteY17" fmla="*/ 4739581 h 4807708"/>
                <a:gd name="connsiteX18" fmla="*/ 2204235 w 6122647"/>
                <a:gd name="connsiteY18" fmla="*/ 4771293 h 4807708"/>
                <a:gd name="connsiteX19" fmla="*/ 1062557 w 6122647"/>
                <a:gd name="connsiteY19" fmla="*/ 4480589 h 4807708"/>
                <a:gd name="connsiteX20" fmla="*/ 375437 w 6122647"/>
                <a:gd name="connsiteY20" fmla="*/ 3978461 h 4807708"/>
                <a:gd name="connsiteX21" fmla="*/ 90015 w 6122647"/>
                <a:gd name="connsiteY21" fmla="*/ 3418194 h 4807708"/>
                <a:gd name="connsiteX22" fmla="*/ 161 w 6122647"/>
                <a:gd name="connsiteY22" fmla="*/ 2741644 h 4807708"/>
                <a:gd name="connsiteX23" fmla="*/ 105872 w 6122647"/>
                <a:gd name="connsiteY23" fmla="*/ 2318800 h 4807708"/>
                <a:gd name="connsiteX24" fmla="*/ 100587 w 6122647"/>
                <a:gd name="connsiteY24" fmla="*/ 2635932 h 4807708"/>
                <a:gd name="connsiteX25" fmla="*/ 211583 w 6122647"/>
                <a:gd name="connsiteY25" fmla="*/ 3243770 h 4807708"/>
                <a:gd name="connsiteX26" fmla="*/ 597428 w 6122647"/>
                <a:gd name="connsiteY26" fmla="*/ 3883322 h 4807708"/>
                <a:gd name="connsiteX27" fmla="*/ 1247551 w 6122647"/>
                <a:gd name="connsiteY27" fmla="*/ 4279738 h 4807708"/>
                <a:gd name="connsiteX28" fmla="*/ 2008670 w 6122647"/>
                <a:gd name="connsiteY28" fmla="*/ 4561009 h 4807708"/>
                <a:gd name="connsiteX29" fmla="*/ 3008758 w 6122647"/>
                <a:gd name="connsiteY29" fmla="*/ 4647744 h 4807708"/>
                <a:gd name="connsiteX30" fmla="*/ 4027860 w 6122647"/>
                <a:gd name="connsiteY30" fmla="*/ 4506062 h 4807708"/>
                <a:gd name="connsiteX31" fmla="*/ 4648361 w 6122647"/>
                <a:gd name="connsiteY31" fmla="*/ 4167714 h 4807708"/>
                <a:gd name="connsiteX32" fmla="*/ 4979149 w 6122647"/>
                <a:gd name="connsiteY32" fmla="*/ 3788182 h 4807708"/>
                <a:gd name="connsiteX33" fmla="*/ 5164143 w 6122647"/>
                <a:gd name="connsiteY33" fmla="*/ 3576760 h 4807708"/>
                <a:gd name="connsiteX0" fmla="*/ 1707394 w 6122647"/>
                <a:gd name="connsiteY0" fmla="*/ 3915035 h 4785210"/>
                <a:gd name="connsiteX1" fmla="*/ 1458973 w 6122647"/>
                <a:gd name="connsiteY1" fmla="*/ 3809324 h 4785210"/>
                <a:gd name="connsiteX2" fmla="*/ 1316263 w 6122647"/>
                <a:gd name="connsiteY2" fmla="*/ 3640186 h 4785210"/>
                <a:gd name="connsiteX3" fmla="*/ 1067842 w 6122647"/>
                <a:gd name="connsiteY3" fmla="*/ 3444621 h 4785210"/>
                <a:gd name="connsiteX4" fmla="*/ 903990 w 6122647"/>
                <a:gd name="connsiteY4" fmla="*/ 3312483 h 4785210"/>
                <a:gd name="connsiteX5" fmla="*/ 560430 w 6122647"/>
                <a:gd name="connsiteY5" fmla="*/ 3069347 h 4785210"/>
                <a:gd name="connsiteX6" fmla="*/ 301438 w 6122647"/>
                <a:gd name="connsiteY6" fmla="*/ 2461510 h 4785210"/>
                <a:gd name="connsiteX7" fmla="*/ 312009 w 6122647"/>
                <a:gd name="connsiteY7" fmla="*/ 1895956 h 4785210"/>
                <a:gd name="connsiteX8" fmla="*/ 560429 w 6122647"/>
                <a:gd name="connsiteY8" fmla="*/ 1219404 h 4785210"/>
                <a:gd name="connsiteX9" fmla="*/ 1242265 w 6122647"/>
                <a:gd name="connsiteY9" fmla="*/ 569283 h 4785210"/>
                <a:gd name="connsiteX10" fmla="*/ 2262377 w 6122647"/>
                <a:gd name="connsiteY10" fmla="*/ 130582 h 4785210"/>
                <a:gd name="connsiteX11" fmla="*/ 3684189 w 6122647"/>
                <a:gd name="connsiteY11" fmla="*/ 24871 h 4785210"/>
                <a:gd name="connsiteX12" fmla="*/ 5206428 w 6122647"/>
                <a:gd name="connsiteY12" fmla="*/ 537568 h 4785210"/>
                <a:gd name="connsiteX13" fmla="*/ 5946404 w 6122647"/>
                <a:gd name="connsiteY13" fmla="*/ 1414970 h 4785210"/>
                <a:gd name="connsiteX14" fmla="*/ 6120828 w 6122647"/>
                <a:gd name="connsiteY14" fmla="*/ 2466793 h 4785210"/>
                <a:gd name="connsiteX15" fmla="*/ 5882977 w 6122647"/>
                <a:gd name="connsiteY15" fmla="*/ 3397053 h 4785210"/>
                <a:gd name="connsiteX16" fmla="*/ 5132411 w 6122647"/>
                <a:gd name="connsiteY16" fmla="*/ 4195152 h 4785210"/>
                <a:gd name="connsiteX17" fmla="*/ 3913540 w 6122647"/>
                <a:gd name="connsiteY17" fmla="*/ 4682431 h 4785210"/>
                <a:gd name="connsiteX18" fmla="*/ 2204235 w 6122647"/>
                <a:gd name="connsiteY18" fmla="*/ 4771293 h 4785210"/>
                <a:gd name="connsiteX19" fmla="*/ 1062557 w 6122647"/>
                <a:gd name="connsiteY19" fmla="*/ 4480589 h 4785210"/>
                <a:gd name="connsiteX20" fmla="*/ 375437 w 6122647"/>
                <a:gd name="connsiteY20" fmla="*/ 3978461 h 4785210"/>
                <a:gd name="connsiteX21" fmla="*/ 90015 w 6122647"/>
                <a:gd name="connsiteY21" fmla="*/ 3418194 h 4785210"/>
                <a:gd name="connsiteX22" fmla="*/ 161 w 6122647"/>
                <a:gd name="connsiteY22" fmla="*/ 2741644 h 4785210"/>
                <a:gd name="connsiteX23" fmla="*/ 105872 w 6122647"/>
                <a:gd name="connsiteY23" fmla="*/ 2318800 h 4785210"/>
                <a:gd name="connsiteX24" fmla="*/ 100587 w 6122647"/>
                <a:gd name="connsiteY24" fmla="*/ 2635932 h 4785210"/>
                <a:gd name="connsiteX25" fmla="*/ 211583 w 6122647"/>
                <a:gd name="connsiteY25" fmla="*/ 3243770 h 4785210"/>
                <a:gd name="connsiteX26" fmla="*/ 597428 w 6122647"/>
                <a:gd name="connsiteY26" fmla="*/ 3883322 h 4785210"/>
                <a:gd name="connsiteX27" fmla="*/ 1247551 w 6122647"/>
                <a:gd name="connsiteY27" fmla="*/ 4279738 h 4785210"/>
                <a:gd name="connsiteX28" fmla="*/ 2008670 w 6122647"/>
                <a:gd name="connsiteY28" fmla="*/ 4561009 h 4785210"/>
                <a:gd name="connsiteX29" fmla="*/ 3008758 w 6122647"/>
                <a:gd name="connsiteY29" fmla="*/ 4647744 h 4785210"/>
                <a:gd name="connsiteX30" fmla="*/ 4027860 w 6122647"/>
                <a:gd name="connsiteY30" fmla="*/ 4506062 h 4785210"/>
                <a:gd name="connsiteX31" fmla="*/ 4648361 w 6122647"/>
                <a:gd name="connsiteY31" fmla="*/ 4167714 h 4785210"/>
                <a:gd name="connsiteX32" fmla="*/ 4979149 w 6122647"/>
                <a:gd name="connsiteY32" fmla="*/ 3788182 h 4785210"/>
                <a:gd name="connsiteX33" fmla="*/ 5164143 w 6122647"/>
                <a:gd name="connsiteY33" fmla="*/ 3576760 h 4785210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97428 w 6122647"/>
                <a:gd name="connsiteY26" fmla="*/ 3883322 h 4757908"/>
                <a:gd name="connsiteX27" fmla="*/ 1247551 w 6122647"/>
                <a:gd name="connsiteY27" fmla="*/ 42797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97428 w 6122647"/>
                <a:gd name="connsiteY26" fmla="*/ 3883322 h 4757908"/>
                <a:gd name="connsiteX27" fmla="*/ 1171351 w 6122647"/>
                <a:gd name="connsiteY27" fmla="*/ 43432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62503 w 6122647"/>
                <a:gd name="connsiteY26" fmla="*/ 3921422 h 4757908"/>
                <a:gd name="connsiteX27" fmla="*/ 1171351 w 6122647"/>
                <a:gd name="connsiteY27" fmla="*/ 43432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246 w 6122499"/>
                <a:gd name="connsiteY0" fmla="*/ 3915035 h 4757908"/>
                <a:gd name="connsiteX1" fmla="*/ 1458825 w 6122499"/>
                <a:gd name="connsiteY1" fmla="*/ 3809324 h 4757908"/>
                <a:gd name="connsiteX2" fmla="*/ 1316115 w 6122499"/>
                <a:gd name="connsiteY2" fmla="*/ 3640186 h 4757908"/>
                <a:gd name="connsiteX3" fmla="*/ 1067694 w 6122499"/>
                <a:gd name="connsiteY3" fmla="*/ 3444621 h 4757908"/>
                <a:gd name="connsiteX4" fmla="*/ 903842 w 6122499"/>
                <a:gd name="connsiteY4" fmla="*/ 3312483 h 4757908"/>
                <a:gd name="connsiteX5" fmla="*/ 560282 w 6122499"/>
                <a:gd name="connsiteY5" fmla="*/ 3069347 h 4757908"/>
                <a:gd name="connsiteX6" fmla="*/ 301290 w 6122499"/>
                <a:gd name="connsiteY6" fmla="*/ 2461510 h 4757908"/>
                <a:gd name="connsiteX7" fmla="*/ 311861 w 6122499"/>
                <a:gd name="connsiteY7" fmla="*/ 1895956 h 4757908"/>
                <a:gd name="connsiteX8" fmla="*/ 560281 w 6122499"/>
                <a:gd name="connsiteY8" fmla="*/ 1219404 h 4757908"/>
                <a:gd name="connsiteX9" fmla="*/ 1242117 w 6122499"/>
                <a:gd name="connsiteY9" fmla="*/ 569283 h 4757908"/>
                <a:gd name="connsiteX10" fmla="*/ 2262229 w 6122499"/>
                <a:gd name="connsiteY10" fmla="*/ 130582 h 4757908"/>
                <a:gd name="connsiteX11" fmla="*/ 3684041 w 6122499"/>
                <a:gd name="connsiteY11" fmla="*/ 24871 h 4757908"/>
                <a:gd name="connsiteX12" fmla="*/ 5206280 w 6122499"/>
                <a:gd name="connsiteY12" fmla="*/ 537568 h 4757908"/>
                <a:gd name="connsiteX13" fmla="*/ 5946256 w 6122499"/>
                <a:gd name="connsiteY13" fmla="*/ 1414970 h 4757908"/>
                <a:gd name="connsiteX14" fmla="*/ 6120680 w 6122499"/>
                <a:gd name="connsiteY14" fmla="*/ 2466793 h 4757908"/>
                <a:gd name="connsiteX15" fmla="*/ 5882829 w 6122499"/>
                <a:gd name="connsiteY15" fmla="*/ 3397053 h 4757908"/>
                <a:gd name="connsiteX16" fmla="*/ 5132263 w 6122499"/>
                <a:gd name="connsiteY16" fmla="*/ 4195152 h 4757908"/>
                <a:gd name="connsiteX17" fmla="*/ 3913392 w 6122499"/>
                <a:gd name="connsiteY17" fmla="*/ 4682431 h 4757908"/>
                <a:gd name="connsiteX18" fmla="*/ 2210437 w 6122499"/>
                <a:gd name="connsiteY18" fmla="*/ 4736368 h 4757908"/>
                <a:gd name="connsiteX19" fmla="*/ 1062409 w 6122499"/>
                <a:gd name="connsiteY19" fmla="*/ 4480589 h 4757908"/>
                <a:gd name="connsiteX20" fmla="*/ 375289 w 6122499"/>
                <a:gd name="connsiteY20" fmla="*/ 3978461 h 4757908"/>
                <a:gd name="connsiteX21" fmla="*/ 89867 w 6122499"/>
                <a:gd name="connsiteY21" fmla="*/ 3418194 h 4757908"/>
                <a:gd name="connsiteX22" fmla="*/ 13 w 6122499"/>
                <a:gd name="connsiteY22" fmla="*/ 2741644 h 4757908"/>
                <a:gd name="connsiteX23" fmla="*/ 83499 w 6122499"/>
                <a:gd name="connsiteY23" fmla="*/ 2537875 h 4757908"/>
                <a:gd name="connsiteX24" fmla="*/ 100439 w 6122499"/>
                <a:gd name="connsiteY24" fmla="*/ 2635932 h 4757908"/>
                <a:gd name="connsiteX25" fmla="*/ 211435 w 6122499"/>
                <a:gd name="connsiteY25" fmla="*/ 3243770 h 4757908"/>
                <a:gd name="connsiteX26" fmla="*/ 562355 w 6122499"/>
                <a:gd name="connsiteY26" fmla="*/ 3921422 h 4757908"/>
                <a:gd name="connsiteX27" fmla="*/ 1171203 w 6122499"/>
                <a:gd name="connsiteY27" fmla="*/ 4343238 h 4757908"/>
                <a:gd name="connsiteX28" fmla="*/ 2008522 w 6122499"/>
                <a:gd name="connsiteY28" fmla="*/ 4561009 h 4757908"/>
                <a:gd name="connsiteX29" fmla="*/ 3008610 w 6122499"/>
                <a:gd name="connsiteY29" fmla="*/ 4647744 h 4757908"/>
                <a:gd name="connsiteX30" fmla="*/ 4027712 w 6122499"/>
                <a:gd name="connsiteY30" fmla="*/ 4506062 h 4757908"/>
                <a:gd name="connsiteX31" fmla="*/ 4648213 w 6122499"/>
                <a:gd name="connsiteY31" fmla="*/ 4167714 h 4757908"/>
                <a:gd name="connsiteX32" fmla="*/ 4979001 w 6122499"/>
                <a:gd name="connsiteY32" fmla="*/ 3788182 h 4757908"/>
                <a:gd name="connsiteX33" fmla="*/ 5163995 w 6122499"/>
                <a:gd name="connsiteY33" fmla="*/ 3576760 h 4757908"/>
                <a:gd name="connsiteX0" fmla="*/ 1672330 w 6087583"/>
                <a:gd name="connsiteY0" fmla="*/ 3915035 h 4757908"/>
                <a:gd name="connsiteX1" fmla="*/ 1423909 w 6087583"/>
                <a:gd name="connsiteY1" fmla="*/ 3809324 h 4757908"/>
                <a:gd name="connsiteX2" fmla="*/ 1281199 w 6087583"/>
                <a:gd name="connsiteY2" fmla="*/ 3640186 h 4757908"/>
                <a:gd name="connsiteX3" fmla="*/ 1032778 w 6087583"/>
                <a:gd name="connsiteY3" fmla="*/ 3444621 h 4757908"/>
                <a:gd name="connsiteX4" fmla="*/ 868926 w 6087583"/>
                <a:gd name="connsiteY4" fmla="*/ 3312483 h 4757908"/>
                <a:gd name="connsiteX5" fmla="*/ 525366 w 6087583"/>
                <a:gd name="connsiteY5" fmla="*/ 3069347 h 4757908"/>
                <a:gd name="connsiteX6" fmla="*/ 266374 w 6087583"/>
                <a:gd name="connsiteY6" fmla="*/ 2461510 h 4757908"/>
                <a:gd name="connsiteX7" fmla="*/ 276945 w 6087583"/>
                <a:gd name="connsiteY7" fmla="*/ 1895956 h 4757908"/>
                <a:gd name="connsiteX8" fmla="*/ 525365 w 6087583"/>
                <a:gd name="connsiteY8" fmla="*/ 1219404 h 4757908"/>
                <a:gd name="connsiteX9" fmla="*/ 1207201 w 6087583"/>
                <a:gd name="connsiteY9" fmla="*/ 569283 h 4757908"/>
                <a:gd name="connsiteX10" fmla="*/ 2227313 w 6087583"/>
                <a:gd name="connsiteY10" fmla="*/ 130582 h 4757908"/>
                <a:gd name="connsiteX11" fmla="*/ 3649125 w 6087583"/>
                <a:gd name="connsiteY11" fmla="*/ 24871 h 4757908"/>
                <a:gd name="connsiteX12" fmla="*/ 5171364 w 6087583"/>
                <a:gd name="connsiteY12" fmla="*/ 537568 h 4757908"/>
                <a:gd name="connsiteX13" fmla="*/ 5911340 w 6087583"/>
                <a:gd name="connsiteY13" fmla="*/ 1414970 h 4757908"/>
                <a:gd name="connsiteX14" fmla="*/ 6085764 w 6087583"/>
                <a:gd name="connsiteY14" fmla="*/ 2466793 h 4757908"/>
                <a:gd name="connsiteX15" fmla="*/ 5847913 w 6087583"/>
                <a:gd name="connsiteY15" fmla="*/ 3397053 h 4757908"/>
                <a:gd name="connsiteX16" fmla="*/ 5097347 w 6087583"/>
                <a:gd name="connsiteY16" fmla="*/ 4195152 h 4757908"/>
                <a:gd name="connsiteX17" fmla="*/ 3878476 w 6087583"/>
                <a:gd name="connsiteY17" fmla="*/ 4682431 h 4757908"/>
                <a:gd name="connsiteX18" fmla="*/ 2175521 w 6087583"/>
                <a:gd name="connsiteY18" fmla="*/ 4736368 h 4757908"/>
                <a:gd name="connsiteX19" fmla="*/ 1027493 w 6087583"/>
                <a:gd name="connsiteY19" fmla="*/ 4480589 h 4757908"/>
                <a:gd name="connsiteX20" fmla="*/ 340373 w 6087583"/>
                <a:gd name="connsiteY20" fmla="*/ 3978461 h 4757908"/>
                <a:gd name="connsiteX21" fmla="*/ 54951 w 6087583"/>
                <a:gd name="connsiteY21" fmla="*/ 3418194 h 4757908"/>
                <a:gd name="connsiteX22" fmla="*/ 22 w 6087583"/>
                <a:gd name="connsiteY22" fmla="*/ 2744819 h 4757908"/>
                <a:gd name="connsiteX23" fmla="*/ 48583 w 6087583"/>
                <a:gd name="connsiteY23" fmla="*/ 2537875 h 4757908"/>
                <a:gd name="connsiteX24" fmla="*/ 65523 w 6087583"/>
                <a:gd name="connsiteY24" fmla="*/ 2635932 h 4757908"/>
                <a:gd name="connsiteX25" fmla="*/ 176519 w 6087583"/>
                <a:gd name="connsiteY25" fmla="*/ 3243770 h 4757908"/>
                <a:gd name="connsiteX26" fmla="*/ 527439 w 6087583"/>
                <a:gd name="connsiteY26" fmla="*/ 3921422 h 4757908"/>
                <a:gd name="connsiteX27" fmla="*/ 1136287 w 6087583"/>
                <a:gd name="connsiteY27" fmla="*/ 4343238 h 4757908"/>
                <a:gd name="connsiteX28" fmla="*/ 1973606 w 6087583"/>
                <a:gd name="connsiteY28" fmla="*/ 4561009 h 4757908"/>
                <a:gd name="connsiteX29" fmla="*/ 2973694 w 6087583"/>
                <a:gd name="connsiteY29" fmla="*/ 4647744 h 4757908"/>
                <a:gd name="connsiteX30" fmla="*/ 3992796 w 6087583"/>
                <a:gd name="connsiteY30" fmla="*/ 4506062 h 4757908"/>
                <a:gd name="connsiteX31" fmla="*/ 4613297 w 6087583"/>
                <a:gd name="connsiteY31" fmla="*/ 4167714 h 4757908"/>
                <a:gd name="connsiteX32" fmla="*/ 4944085 w 6087583"/>
                <a:gd name="connsiteY32" fmla="*/ 3788182 h 4757908"/>
                <a:gd name="connsiteX33" fmla="*/ 5129079 w 6087583"/>
                <a:gd name="connsiteY33" fmla="*/ 3576760 h 4757908"/>
                <a:gd name="connsiteX0" fmla="*/ 1673453 w 6088706"/>
                <a:gd name="connsiteY0" fmla="*/ 3915035 h 4757908"/>
                <a:gd name="connsiteX1" fmla="*/ 1425032 w 6088706"/>
                <a:gd name="connsiteY1" fmla="*/ 3809324 h 4757908"/>
                <a:gd name="connsiteX2" fmla="*/ 1282322 w 6088706"/>
                <a:gd name="connsiteY2" fmla="*/ 3640186 h 4757908"/>
                <a:gd name="connsiteX3" fmla="*/ 1033901 w 6088706"/>
                <a:gd name="connsiteY3" fmla="*/ 3444621 h 4757908"/>
                <a:gd name="connsiteX4" fmla="*/ 870049 w 6088706"/>
                <a:gd name="connsiteY4" fmla="*/ 3312483 h 4757908"/>
                <a:gd name="connsiteX5" fmla="*/ 526489 w 6088706"/>
                <a:gd name="connsiteY5" fmla="*/ 3069347 h 4757908"/>
                <a:gd name="connsiteX6" fmla="*/ 267497 w 6088706"/>
                <a:gd name="connsiteY6" fmla="*/ 2461510 h 4757908"/>
                <a:gd name="connsiteX7" fmla="*/ 278068 w 6088706"/>
                <a:gd name="connsiteY7" fmla="*/ 1895956 h 4757908"/>
                <a:gd name="connsiteX8" fmla="*/ 526488 w 6088706"/>
                <a:gd name="connsiteY8" fmla="*/ 1219404 h 4757908"/>
                <a:gd name="connsiteX9" fmla="*/ 1208324 w 6088706"/>
                <a:gd name="connsiteY9" fmla="*/ 569283 h 4757908"/>
                <a:gd name="connsiteX10" fmla="*/ 2228436 w 6088706"/>
                <a:gd name="connsiteY10" fmla="*/ 130582 h 4757908"/>
                <a:gd name="connsiteX11" fmla="*/ 3650248 w 6088706"/>
                <a:gd name="connsiteY11" fmla="*/ 24871 h 4757908"/>
                <a:gd name="connsiteX12" fmla="*/ 5172487 w 6088706"/>
                <a:gd name="connsiteY12" fmla="*/ 537568 h 4757908"/>
                <a:gd name="connsiteX13" fmla="*/ 5912463 w 6088706"/>
                <a:gd name="connsiteY13" fmla="*/ 1414970 h 4757908"/>
                <a:gd name="connsiteX14" fmla="*/ 6086887 w 6088706"/>
                <a:gd name="connsiteY14" fmla="*/ 2466793 h 4757908"/>
                <a:gd name="connsiteX15" fmla="*/ 5849036 w 6088706"/>
                <a:gd name="connsiteY15" fmla="*/ 3397053 h 4757908"/>
                <a:gd name="connsiteX16" fmla="*/ 5098470 w 6088706"/>
                <a:gd name="connsiteY16" fmla="*/ 4195152 h 4757908"/>
                <a:gd name="connsiteX17" fmla="*/ 3879599 w 6088706"/>
                <a:gd name="connsiteY17" fmla="*/ 4682431 h 4757908"/>
                <a:gd name="connsiteX18" fmla="*/ 2176644 w 6088706"/>
                <a:gd name="connsiteY18" fmla="*/ 4736368 h 4757908"/>
                <a:gd name="connsiteX19" fmla="*/ 1028616 w 6088706"/>
                <a:gd name="connsiteY19" fmla="*/ 4480589 h 4757908"/>
                <a:gd name="connsiteX20" fmla="*/ 341496 w 6088706"/>
                <a:gd name="connsiteY20" fmla="*/ 3978461 h 4757908"/>
                <a:gd name="connsiteX21" fmla="*/ 103699 w 6088706"/>
                <a:gd name="connsiteY21" fmla="*/ 3418194 h 4757908"/>
                <a:gd name="connsiteX22" fmla="*/ 1145 w 6088706"/>
                <a:gd name="connsiteY22" fmla="*/ 2744819 h 4757908"/>
                <a:gd name="connsiteX23" fmla="*/ 49706 w 6088706"/>
                <a:gd name="connsiteY23" fmla="*/ 2537875 h 4757908"/>
                <a:gd name="connsiteX24" fmla="*/ 66646 w 6088706"/>
                <a:gd name="connsiteY24" fmla="*/ 2635932 h 4757908"/>
                <a:gd name="connsiteX25" fmla="*/ 177642 w 6088706"/>
                <a:gd name="connsiteY25" fmla="*/ 3243770 h 4757908"/>
                <a:gd name="connsiteX26" fmla="*/ 528562 w 6088706"/>
                <a:gd name="connsiteY26" fmla="*/ 3921422 h 4757908"/>
                <a:gd name="connsiteX27" fmla="*/ 1137410 w 6088706"/>
                <a:gd name="connsiteY27" fmla="*/ 4343238 h 4757908"/>
                <a:gd name="connsiteX28" fmla="*/ 1974729 w 6088706"/>
                <a:gd name="connsiteY28" fmla="*/ 4561009 h 4757908"/>
                <a:gd name="connsiteX29" fmla="*/ 2974817 w 6088706"/>
                <a:gd name="connsiteY29" fmla="*/ 4647744 h 4757908"/>
                <a:gd name="connsiteX30" fmla="*/ 3993919 w 6088706"/>
                <a:gd name="connsiteY30" fmla="*/ 4506062 h 4757908"/>
                <a:gd name="connsiteX31" fmla="*/ 4614420 w 6088706"/>
                <a:gd name="connsiteY31" fmla="*/ 4167714 h 4757908"/>
                <a:gd name="connsiteX32" fmla="*/ 4945208 w 6088706"/>
                <a:gd name="connsiteY32" fmla="*/ 3788182 h 4757908"/>
                <a:gd name="connsiteX33" fmla="*/ 5130202 w 6088706"/>
                <a:gd name="connsiteY33" fmla="*/ 3576760 h 4757908"/>
                <a:gd name="connsiteX0" fmla="*/ 1673453 w 6088706"/>
                <a:gd name="connsiteY0" fmla="*/ 3915035 h 4757908"/>
                <a:gd name="connsiteX1" fmla="*/ 1425032 w 6088706"/>
                <a:gd name="connsiteY1" fmla="*/ 3809324 h 4757908"/>
                <a:gd name="connsiteX2" fmla="*/ 1282322 w 6088706"/>
                <a:gd name="connsiteY2" fmla="*/ 3640186 h 4757908"/>
                <a:gd name="connsiteX3" fmla="*/ 1033901 w 6088706"/>
                <a:gd name="connsiteY3" fmla="*/ 3444621 h 4757908"/>
                <a:gd name="connsiteX4" fmla="*/ 870049 w 6088706"/>
                <a:gd name="connsiteY4" fmla="*/ 3312483 h 4757908"/>
                <a:gd name="connsiteX5" fmla="*/ 526489 w 6088706"/>
                <a:gd name="connsiteY5" fmla="*/ 3069347 h 4757908"/>
                <a:gd name="connsiteX6" fmla="*/ 267497 w 6088706"/>
                <a:gd name="connsiteY6" fmla="*/ 2461510 h 4757908"/>
                <a:gd name="connsiteX7" fmla="*/ 278068 w 6088706"/>
                <a:gd name="connsiteY7" fmla="*/ 1895956 h 4757908"/>
                <a:gd name="connsiteX8" fmla="*/ 526488 w 6088706"/>
                <a:gd name="connsiteY8" fmla="*/ 1219404 h 4757908"/>
                <a:gd name="connsiteX9" fmla="*/ 1208324 w 6088706"/>
                <a:gd name="connsiteY9" fmla="*/ 569283 h 4757908"/>
                <a:gd name="connsiteX10" fmla="*/ 2228436 w 6088706"/>
                <a:gd name="connsiteY10" fmla="*/ 130582 h 4757908"/>
                <a:gd name="connsiteX11" fmla="*/ 3650248 w 6088706"/>
                <a:gd name="connsiteY11" fmla="*/ 24871 h 4757908"/>
                <a:gd name="connsiteX12" fmla="*/ 5172487 w 6088706"/>
                <a:gd name="connsiteY12" fmla="*/ 537568 h 4757908"/>
                <a:gd name="connsiteX13" fmla="*/ 5912463 w 6088706"/>
                <a:gd name="connsiteY13" fmla="*/ 1414970 h 4757908"/>
                <a:gd name="connsiteX14" fmla="*/ 6086887 w 6088706"/>
                <a:gd name="connsiteY14" fmla="*/ 2466793 h 4757908"/>
                <a:gd name="connsiteX15" fmla="*/ 5849036 w 6088706"/>
                <a:gd name="connsiteY15" fmla="*/ 3397053 h 4757908"/>
                <a:gd name="connsiteX16" fmla="*/ 5098470 w 6088706"/>
                <a:gd name="connsiteY16" fmla="*/ 4195152 h 4757908"/>
                <a:gd name="connsiteX17" fmla="*/ 3879599 w 6088706"/>
                <a:gd name="connsiteY17" fmla="*/ 4682431 h 4757908"/>
                <a:gd name="connsiteX18" fmla="*/ 2176644 w 6088706"/>
                <a:gd name="connsiteY18" fmla="*/ 4736368 h 4757908"/>
                <a:gd name="connsiteX19" fmla="*/ 1028616 w 6088706"/>
                <a:gd name="connsiteY19" fmla="*/ 4480589 h 4757908"/>
                <a:gd name="connsiteX20" fmla="*/ 370071 w 6088706"/>
                <a:gd name="connsiteY20" fmla="*/ 3972111 h 4757908"/>
                <a:gd name="connsiteX21" fmla="*/ 103699 w 6088706"/>
                <a:gd name="connsiteY21" fmla="*/ 3418194 h 4757908"/>
                <a:gd name="connsiteX22" fmla="*/ 1145 w 6088706"/>
                <a:gd name="connsiteY22" fmla="*/ 2744819 h 4757908"/>
                <a:gd name="connsiteX23" fmla="*/ 49706 w 6088706"/>
                <a:gd name="connsiteY23" fmla="*/ 2537875 h 4757908"/>
                <a:gd name="connsiteX24" fmla="*/ 66646 w 6088706"/>
                <a:gd name="connsiteY24" fmla="*/ 2635932 h 4757908"/>
                <a:gd name="connsiteX25" fmla="*/ 177642 w 6088706"/>
                <a:gd name="connsiteY25" fmla="*/ 3243770 h 4757908"/>
                <a:gd name="connsiteX26" fmla="*/ 528562 w 6088706"/>
                <a:gd name="connsiteY26" fmla="*/ 3921422 h 4757908"/>
                <a:gd name="connsiteX27" fmla="*/ 1137410 w 6088706"/>
                <a:gd name="connsiteY27" fmla="*/ 4343238 h 4757908"/>
                <a:gd name="connsiteX28" fmla="*/ 1974729 w 6088706"/>
                <a:gd name="connsiteY28" fmla="*/ 4561009 h 4757908"/>
                <a:gd name="connsiteX29" fmla="*/ 2974817 w 6088706"/>
                <a:gd name="connsiteY29" fmla="*/ 4647744 h 4757908"/>
                <a:gd name="connsiteX30" fmla="*/ 3993919 w 6088706"/>
                <a:gd name="connsiteY30" fmla="*/ 4506062 h 4757908"/>
                <a:gd name="connsiteX31" fmla="*/ 4614420 w 6088706"/>
                <a:gd name="connsiteY31" fmla="*/ 4167714 h 4757908"/>
                <a:gd name="connsiteX32" fmla="*/ 4945208 w 6088706"/>
                <a:gd name="connsiteY32" fmla="*/ 3788182 h 4757908"/>
                <a:gd name="connsiteX33" fmla="*/ 5130202 w 6088706"/>
                <a:gd name="connsiteY33" fmla="*/ 3576760 h 4757908"/>
                <a:gd name="connsiteX0" fmla="*/ 1673453 w 6088706"/>
                <a:gd name="connsiteY0" fmla="*/ 3915035 h 4762297"/>
                <a:gd name="connsiteX1" fmla="*/ 1425032 w 6088706"/>
                <a:gd name="connsiteY1" fmla="*/ 3809324 h 4762297"/>
                <a:gd name="connsiteX2" fmla="*/ 1282322 w 6088706"/>
                <a:gd name="connsiteY2" fmla="*/ 3640186 h 4762297"/>
                <a:gd name="connsiteX3" fmla="*/ 1033901 w 6088706"/>
                <a:gd name="connsiteY3" fmla="*/ 3444621 h 4762297"/>
                <a:gd name="connsiteX4" fmla="*/ 870049 w 6088706"/>
                <a:gd name="connsiteY4" fmla="*/ 3312483 h 4762297"/>
                <a:gd name="connsiteX5" fmla="*/ 526489 w 6088706"/>
                <a:gd name="connsiteY5" fmla="*/ 3069347 h 4762297"/>
                <a:gd name="connsiteX6" fmla="*/ 267497 w 6088706"/>
                <a:gd name="connsiteY6" fmla="*/ 2461510 h 4762297"/>
                <a:gd name="connsiteX7" fmla="*/ 278068 w 6088706"/>
                <a:gd name="connsiteY7" fmla="*/ 1895956 h 4762297"/>
                <a:gd name="connsiteX8" fmla="*/ 526488 w 6088706"/>
                <a:gd name="connsiteY8" fmla="*/ 1219404 h 4762297"/>
                <a:gd name="connsiteX9" fmla="*/ 1208324 w 6088706"/>
                <a:gd name="connsiteY9" fmla="*/ 569283 h 4762297"/>
                <a:gd name="connsiteX10" fmla="*/ 2228436 w 6088706"/>
                <a:gd name="connsiteY10" fmla="*/ 130582 h 4762297"/>
                <a:gd name="connsiteX11" fmla="*/ 3650248 w 6088706"/>
                <a:gd name="connsiteY11" fmla="*/ 24871 h 4762297"/>
                <a:gd name="connsiteX12" fmla="*/ 5172487 w 6088706"/>
                <a:gd name="connsiteY12" fmla="*/ 537568 h 4762297"/>
                <a:gd name="connsiteX13" fmla="*/ 5912463 w 6088706"/>
                <a:gd name="connsiteY13" fmla="*/ 1414970 h 4762297"/>
                <a:gd name="connsiteX14" fmla="*/ 6086887 w 6088706"/>
                <a:gd name="connsiteY14" fmla="*/ 2466793 h 4762297"/>
                <a:gd name="connsiteX15" fmla="*/ 5849036 w 6088706"/>
                <a:gd name="connsiteY15" fmla="*/ 3397053 h 4762297"/>
                <a:gd name="connsiteX16" fmla="*/ 5098470 w 6088706"/>
                <a:gd name="connsiteY16" fmla="*/ 4195152 h 4762297"/>
                <a:gd name="connsiteX17" fmla="*/ 3879599 w 6088706"/>
                <a:gd name="connsiteY17" fmla="*/ 4682431 h 4762297"/>
                <a:gd name="connsiteX18" fmla="*/ 2176644 w 6088706"/>
                <a:gd name="connsiteY18" fmla="*/ 4736368 h 4762297"/>
                <a:gd name="connsiteX19" fmla="*/ 1063541 w 6088706"/>
                <a:gd name="connsiteY19" fmla="*/ 4420264 h 4762297"/>
                <a:gd name="connsiteX20" fmla="*/ 370071 w 6088706"/>
                <a:gd name="connsiteY20" fmla="*/ 3972111 h 4762297"/>
                <a:gd name="connsiteX21" fmla="*/ 103699 w 6088706"/>
                <a:gd name="connsiteY21" fmla="*/ 3418194 h 4762297"/>
                <a:gd name="connsiteX22" fmla="*/ 1145 w 6088706"/>
                <a:gd name="connsiteY22" fmla="*/ 2744819 h 4762297"/>
                <a:gd name="connsiteX23" fmla="*/ 49706 w 6088706"/>
                <a:gd name="connsiteY23" fmla="*/ 2537875 h 4762297"/>
                <a:gd name="connsiteX24" fmla="*/ 66646 w 6088706"/>
                <a:gd name="connsiteY24" fmla="*/ 2635932 h 4762297"/>
                <a:gd name="connsiteX25" fmla="*/ 177642 w 6088706"/>
                <a:gd name="connsiteY25" fmla="*/ 3243770 h 4762297"/>
                <a:gd name="connsiteX26" fmla="*/ 528562 w 6088706"/>
                <a:gd name="connsiteY26" fmla="*/ 3921422 h 4762297"/>
                <a:gd name="connsiteX27" fmla="*/ 1137410 w 6088706"/>
                <a:gd name="connsiteY27" fmla="*/ 4343238 h 4762297"/>
                <a:gd name="connsiteX28" fmla="*/ 1974729 w 6088706"/>
                <a:gd name="connsiteY28" fmla="*/ 4561009 h 4762297"/>
                <a:gd name="connsiteX29" fmla="*/ 2974817 w 6088706"/>
                <a:gd name="connsiteY29" fmla="*/ 4647744 h 4762297"/>
                <a:gd name="connsiteX30" fmla="*/ 3993919 w 6088706"/>
                <a:gd name="connsiteY30" fmla="*/ 4506062 h 4762297"/>
                <a:gd name="connsiteX31" fmla="*/ 4614420 w 6088706"/>
                <a:gd name="connsiteY31" fmla="*/ 4167714 h 4762297"/>
                <a:gd name="connsiteX32" fmla="*/ 4945208 w 6088706"/>
                <a:gd name="connsiteY32" fmla="*/ 3788182 h 4762297"/>
                <a:gd name="connsiteX33" fmla="*/ 5130202 w 6088706"/>
                <a:gd name="connsiteY33" fmla="*/ 357676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788182 h 4762297"/>
                <a:gd name="connsiteX33" fmla="*/ 5088351 w 6046855"/>
                <a:gd name="connsiteY33" fmla="*/ 357676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788182 h 4762297"/>
                <a:gd name="connsiteX33" fmla="*/ 4992727 w 6046855"/>
                <a:gd name="connsiteY33" fmla="*/ 400109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931617 h 4762297"/>
                <a:gd name="connsiteX33" fmla="*/ 4992727 w 6046855"/>
                <a:gd name="connsiteY33" fmla="*/ 4001090 h 476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46855" h="4762297">
                  <a:moveTo>
                    <a:pt x="1631602" y="3915035"/>
                  </a:moveTo>
                  <a:cubicBezTo>
                    <a:pt x="1539545" y="3915475"/>
                    <a:pt x="1448369" y="3855132"/>
                    <a:pt x="1383181" y="3809324"/>
                  </a:cubicBezTo>
                  <a:cubicBezTo>
                    <a:pt x="1317993" y="3763516"/>
                    <a:pt x="1305660" y="3700970"/>
                    <a:pt x="1240471" y="3640186"/>
                  </a:cubicBezTo>
                  <a:cubicBezTo>
                    <a:pt x="1175282" y="3579402"/>
                    <a:pt x="1060762" y="3499238"/>
                    <a:pt x="992050" y="3444621"/>
                  </a:cubicBezTo>
                  <a:cubicBezTo>
                    <a:pt x="923338" y="3390004"/>
                    <a:pt x="912767" y="3375029"/>
                    <a:pt x="828198" y="3312483"/>
                  </a:cubicBezTo>
                  <a:cubicBezTo>
                    <a:pt x="743629" y="3249937"/>
                    <a:pt x="585063" y="3211176"/>
                    <a:pt x="484638" y="3069347"/>
                  </a:cubicBezTo>
                  <a:cubicBezTo>
                    <a:pt x="384213" y="2927518"/>
                    <a:pt x="267049" y="2657075"/>
                    <a:pt x="225646" y="2461510"/>
                  </a:cubicBezTo>
                  <a:cubicBezTo>
                    <a:pt x="184243" y="2265945"/>
                    <a:pt x="193052" y="2102973"/>
                    <a:pt x="236217" y="1895956"/>
                  </a:cubicBezTo>
                  <a:cubicBezTo>
                    <a:pt x="279382" y="1688939"/>
                    <a:pt x="329594" y="1440516"/>
                    <a:pt x="484637" y="1219404"/>
                  </a:cubicBezTo>
                  <a:cubicBezTo>
                    <a:pt x="639680" y="998292"/>
                    <a:pt x="882815" y="750753"/>
                    <a:pt x="1166473" y="569283"/>
                  </a:cubicBezTo>
                  <a:cubicBezTo>
                    <a:pt x="1450131" y="387813"/>
                    <a:pt x="1779598" y="221317"/>
                    <a:pt x="2186585" y="130582"/>
                  </a:cubicBezTo>
                  <a:cubicBezTo>
                    <a:pt x="2593572" y="39847"/>
                    <a:pt x="3117722" y="-42960"/>
                    <a:pt x="3608397" y="24871"/>
                  </a:cubicBezTo>
                  <a:cubicBezTo>
                    <a:pt x="4099072" y="92702"/>
                    <a:pt x="4753600" y="305885"/>
                    <a:pt x="5130636" y="537568"/>
                  </a:cubicBezTo>
                  <a:cubicBezTo>
                    <a:pt x="5507672" y="769251"/>
                    <a:pt x="5718212" y="1093433"/>
                    <a:pt x="5870612" y="1414970"/>
                  </a:cubicBezTo>
                  <a:cubicBezTo>
                    <a:pt x="6023012" y="1736507"/>
                    <a:pt x="6055607" y="2136446"/>
                    <a:pt x="6045036" y="2466793"/>
                  </a:cubicBezTo>
                  <a:cubicBezTo>
                    <a:pt x="6034465" y="2797140"/>
                    <a:pt x="5971921" y="3108993"/>
                    <a:pt x="5807185" y="3397053"/>
                  </a:cubicBezTo>
                  <a:cubicBezTo>
                    <a:pt x="5642449" y="3685113"/>
                    <a:pt x="5384858" y="3980922"/>
                    <a:pt x="5056619" y="4195152"/>
                  </a:cubicBezTo>
                  <a:cubicBezTo>
                    <a:pt x="4728380" y="4409382"/>
                    <a:pt x="4324719" y="4592228"/>
                    <a:pt x="3837748" y="4682431"/>
                  </a:cubicBezTo>
                  <a:cubicBezTo>
                    <a:pt x="3350777" y="4772634"/>
                    <a:pt x="2604136" y="4780063"/>
                    <a:pt x="2134793" y="4736368"/>
                  </a:cubicBezTo>
                  <a:cubicBezTo>
                    <a:pt x="1665450" y="4692673"/>
                    <a:pt x="1322785" y="4547640"/>
                    <a:pt x="1021690" y="4420264"/>
                  </a:cubicBezTo>
                  <a:cubicBezTo>
                    <a:pt x="720595" y="4292888"/>
                    <a:pt x="488194" y="4139123"/>
                    <a:pt x="328220" y="3972111"/>
                  </a:cubicBezTo>
                  <a:cubicBezTo>
                    <a:pt x="168246" y="3805099"/>
                    <a:pt x="115927" y="3622214"/>
                    <a:pt x="61848" y="3418194"/>
                  </a:cubicBezTo>
                  <a:cubicBezTo>
                    <a:pt x="7769" y="3214175"/>
                    <a:pt x="12743" y="2894714"/>
                    <a:pt x="3744" y="2747994"/>
                  </a:cubicBezTo>
                  <a:cubicBezTo>
                    <a:pt x="-5255" y="2601274"/>
                    <a:pt x="4347" y="2556552"/>
                    <a:pt x="7855" y="2537875"/>
                  </a:cubicBezTo>
                  <a:cubicBezTo>
                    <a:pt x="11363" y="2519198"/>
                    <a:pt x="3472" y="2518283"/>
                    <a:pt x="24795" y="2635932"/>
                  </a:cubicBezTo>
                  <a:cubicBezTo>
                    <a:pt x="46118" y="2753581"/>
                    <a:pt x="58805" y="3029522"/>
                    <a:pt x="135791" y="3243770"/>
                  </a:cubicBezTo>
                  <a:cubicBezTo>
                    <a:pt x="212777" y="3458018"/>
                    <a:pt x="326750" y="3738177"/>
                    <a:pt x="486711" y="3921422"/>
                  </a:cubicBezTo>
                  <a:cubicBezTo>
                    <a:pt x="646672" y="4104667"/>
                    <a:pt x="854531" y="4236640"/>
                    <a:pt x="1095559" y="4343238"/>
                  </a:cubicBezTo>
                  <a:cubicBezTo>
                    <a:pt x="1336587" y="4449836"/>
                    <a:pt x="1626644" y="4510258"/>
                    <a:pt x="1932878" y="4561009"/>
                  </a:cubicBezTo>
                  <a:cubicBezTo>
                    <a:pt x="2239112" y="4611760"/>
                    <a:pt x="2596434" y="4656902"/>
                    <a:pt x="2932966" y="4647744"/>
                  </a:cubicBezTo>
                  <a:cubicBezTo>
                    <a:pt x="3269498" y="4638586"/>
                    <a:pt x="3678801" y="4586067"/>
                    <a:pt x="3952068" y="4506062"/>
                  </a:cubicBezTo>
                  <a:cubicBezTo>
                    <a:pt x="4225335" y="4426057"/>
                    <a:pt x="4414021" y="4263455"/>
                    <a:pt x="4572569" y="4167714"/>
                  </a:cubicBezTo>
                  <a:cubicBezTo>
                    <a:pt x="4731117" y="4071973"/>
                    <a:pt x="4833331" y="3959388"/>
                    <a:pt x="4903357" y="3931617"/>
                  </a:cubicBezTo>
                  <a:cubicBezTo>
                    <a:pt x="4973383" y="3903846"/>
                    <a:pt x="4962937" y="3930121"/>
                    <a:pt x="4992727" y="400109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9E840EE3-3DD9-1848-8E37-90B640E3899E}"/>
                </a:ext>
              </a:extLst>
            </p:cNvPr>
            <p:cNvSpPr/>
            <p:nvPr/>
          </p:nvSpPr>
          <p:spPr>
            <a:xfrm>
              <a:off x="3992330" y="4056110"/>
              <a:ext cx="2445470" cy="981718"/>
            </a:xfrm>
            <a:custGeom>
              <a:avLst/>
              <a:gdLst>
                <a:gd name="connsiteX0" fmla="*/ 2468909 w 2468909"/>
                <a:gd name="connsiteY0" fmla="*/ 2563491 h 2617262"/>
                <a:gd name="connsiteX1" fmla="*/ 2151776 w 2468909"/>
                <a:gd name="connsiteY1" fmla="*/ 2251643 h 2617262"/>
                <a:gd name="connsiteX2" fmla="*/ 1707790 w 2468909"/>
                <a:gd name="connsiteY2" fmla="*/ 2151218 h 2617262"/>
                <a:gd name="connsiteX3" fmla="*/ 1374800 w 2468909"/>
                <a:gd name="connsiteY3" fmla="*/ 2172360 h 2617262"/>
                <a:gd name="connsiteX4" fmla="*/ 1295517 w 2468909"/>
                <a:gd name="connsiteY4" fmla="*/ 2262215 h 2617262"/>
                <a:gd name="connsiteX5" fmla="*/ 1247947 w 2468909"/>
                <a:gd name="connsiteY5" fmla="*/ 2552920 h 2617262"/>
                <a:gd name="connsiteX6" fmla="*/ 951956 w 2468909"/>
                <a:gd name="connsiteY6" fmla="*/ 2616346 h 2617262"/>
                <a:gd name="connsiteX7" fmla="*/ 211979 w 2468909"/>
                <a:gd name="connsiteY7" fmla="*/ 2584633 h 2617262"/>
                <a:gd name="connsiteX8" fmla="*/ 16414 w 2468909"/>
                <a:gd name="connsiteY8" fmla="*/ 2505350 h 2617262"/>
                <a:gd name="connsiteX9" fmla="*/ 16414 w 2468909"/>
                <a:gd name="connsiteY9" fmla="*/ 2473636 h 2617262"/>
                <a:gd name="connsiteX10" fmla="*/ 63984 w 2468909"/>
                <a:gd name="connsiteY10" fmla="*/ 2389068 h 2617262"/>
                <a:gd name="connsiteX11" fmla="*/ 344118 w 2468909"/>
                <a:gd name="connsiteY11" fmla="*/ 2410210 h 2617262"/>
                <a:gd name="connsiteX12" fmla="*/ 671822 w 2468909"/>
                <a:gd name="connsiteY12" fmla="*/ 2426067 h 2617262"/>
                <a:gd name="connsiteX13" fmla="*/ 793390 w 2468909"/>
                <a:gd name="connsiteY13" fmla="*/ 2383782 h 2617262"/>
                <a:gd name="connsiteX14" fmla="*/ 814532 w 2468909"/>
                <a:gd name="connsiteY14" fmla="*/ 2219930 h 2617262"/>
                <a:gd name="connsiteX15" fmla="*/ 703535 w 2468909"/>
                <a:gd name="connsiteY15" fmla="*/ 1812943 h 2617262"/>
                <a:gd name="connsiteX16" fmla="*/ 513256 w 2468909"/>
                <a:gd name="connsiteY16" fmla="*/ 1421812 h 2617262"/>
                <a:gd name="connsiteX17" fmla="*/ 560826 w 2468909"/>
                <a:gd name="connsiteY17" fmla="*/ 776975 h 2617262"/>
                <a:gd name="connsiteX18" fmla="*/ 819818 w 2468909"/>
                <a:gd name="connsiteY18" fmla="*/ 0 h 2617262"/>
                <a:gd name="connsiteX0" fmla="*/ 2468909 w 2468909"/>
                <a:gd name="connsiteY0" fmla="*/ 1786516 h 1840287"/>
                <a:gd name="connsiteX1" fmla="*/ 2151776 w 2468909"/>
                <a:gd name="connsiteY1" fmla="*/ 1474668 h 1840287"/>
                <a:gd name="connsiteX2" fmla="*/ 1707790 w 2468909"/>
                <a:gd name="connsiteY2" fmla="*/ 1374243 h 1840287"/>
                <a:gd name="connsiteX3" fmla="*/ 1374800 w 2468909"/>
                <a:gd name="connsiteY3" fmla="*/ 1395385 h 1840287"/>
                <a:gd name="connsiteX4" fmla="*/ 1295517 w 2468909"/>
                <a:gd name="connsiteY4" fmla="*/ 1485240 h 1840287"/>
                <a:gd name="connsiteX5" fmla="*/ 1247947 w 2468909"/>
                <a:gd name="connsiteY5" fmla="*/ 1775945 h 1840287"/>
                <a:gd name="connsiteX6" fmla="*/ 951956 w 2468909"/>
                <a:gd name="connsiteY6" fmla="*/ 1839371 h 1840287"/>
                <a:gd name="connsiteX7" fmla="*/ 211979 w 2468909"/>
                <a:gd name="connsiteY7" fmla="*/ 1807658 h 1840287"/>
                <a:gd name="connsiteX8" fmla="*/ 16414 w 2468909"/>
                <a:gd name="connsiteY8" fmla="*/ 1728375 h 1840287"/>
                <a:gd name="connsiteX9" fmla="*/ 16414 w 2468909"/>
                <a:gd name="connsiteY9" fmla="*/ 1696661 h 1840287"/>
                <a:gd name="connsiteX10" fmla="*/ 63984 w 2468909"/>
                <a:gd name="connsiteY10" fmla="*/ 1612093 h 1840287"/>
                <a:gd name="connsiteX11" fmla="*/ 344118 w 2468909"/>
                <a:gd name="connsiteY11" fmla="*/ 1633235 h 1840287"/>
                <a:gd name="connsiteX12" fmla="*/ 671822 w 2468909"/>
                <a:gd name="connsiteY12" fmla="*/ 1649092 h 1840287"/>
                <a:gd name="connsiteX13" fmla="*/ 793390 w 2468909"/>
                <a:gd name="connsiteY13" fmla="*/ 1606807 h 1840287"/>
                <a:gd name="connsiteX14" fmla="*/ 814532 w 2468909"/>
                <a:gd name="connsiteY14" fmla="*/ 1442955 h 1840287"/>
                <a:gd name="connsiteX15" fmla="*/ 703535 w 2468909"/>
                <a:gd name="connsiteY15" fmla="*/ 1035968 h 1840287"/>
                <a:gd name="connsiteX16" fmla="*/ 513256 w 2468909"/>
                <a:gd name="connsiteY16" fmla="*/ 644837 h 1840287"/>
                <a:gd name="connsiteX17" fmla="*/ 560826 w 2468909"/>
                <a:gd name="connsiteY17" fmla="*/ 0 h 1840287"/>
                <a:gd name="connsiteX0" fmla="*/ 2468909 w 2468909"/>
                <a:gd name="connsiteY0" fmla="*/ 1141679 h 1195450"/>
                <a:gd name="connsiteX1" fmla="*/ 2151776 w 2468909"/>
                <a:gd name="connsiteY1" fmla="*/ 829831 h 1195450"/>
                <a:gd name="connsiteX2" fmla="*/ 1707790 w 2468909"/>
                <a:gd name="connsiteY2" fmla="*/ 729406 h 1195450"/>
                <a:gd name="connsiteX3" fmla="*/ 1374800 w 2468909"/>
                <a:gd name="connsiteY3" fmla="*/ 750548 h 1195450"/>
                <a:gd name="connsiteX4" fmla="*/ 1295517 w 2468909"/>
                <a:gd name="connsiteY4" fmla="*/ 840403 h 1195450"/>
                <a:gd name="connsiteX5" fmla="*/ 1247947 w 2468909"/>
                <a:gd name="connsiteY5" fmla="*/ 1131108 h 1195450"/>
                <a:gd name="connsiteX6" fmla="*/ 951956 w 2468909"/>
                <a:gd name="connsiteY6" fmla="*/ 1194534 h 1195450"/>
                <a:gd name="connsiteX7" fmla="*/ 211979 w 2468909"/>
                <a:gd name="connsiteY7" fmla="*/ 1162821 h 1195450"/>
                <a:gd name="connsiteX8" fmla="*/ 16414 w 2468909"/>
                <a:gd name="connsiteY8" fmla="*/ 1083538 h 1195450"/>
                <a:gd name="connsiteX9" fmla="*/ 16414 w 2468909"/>
                <a:gd name="connsiteY9" fmla="*/ 1051824 h 1195450"/>
                <a:gd name="connsiteX10" fmla="*/ 63984 w 2468909"/>
                <a:gd name="connsiteY10" fmla="*/ 967256 h 1195450"/>
                <a:gd name="connsiteX11" fmla="*/ 344118 w 2468909"/>
                <a:gd name="connsiteY11" fmla="*/ 988398 h 1195450"/>
                <a:gd name="connsiteX12" fmla="*/ 671822 w 2468909"/>
                <a:gd name="connsiteY12" fmla="*/ 1004255 h 1195450"/>
                <a:gd name="connsiteX13" fmla="*/ 793390 w 2468909"/>
                <a:gd name="connsiteY13" fmla="*/ 961970 h 1195450"/>
                <a:gd name="connsiteX14" fmla="*/ 814532 w 2468909"/>
                <a:gd name="connsiteY14" fmla="*/ 798118 h 1195450"/>
                <a:gd name="connsiteX15" fmla="*/ 703535 w 2468909"/>
                <a:gd name="connsiteY15" fmla="*/ 391131 h 1195450"/>
                <a:gd name="connsiteX16" fmla="*/ 513256 w 2468909"/>
                <a:gd name="connsiteY16" fmla="*/ 0 h 1195450"/>
                <a:gd name="connsiteX0" fmla="*/ 2468909 w 2468909"/>
                <a:gd name="connsiteY0" fmla="*/ 909115 h 962886"/>
                <a:gd name="connsiteX1" fmla="*/ 2151776 w 2468909"/>
                <a:gd name="connsiteY1" fmla="*/ 597267 h 962886"/>
                <a:gd name="connsiteX2" fmla="*/ 1707790 w 2468909"/>
                <a:gd name="connsiteY2" fmla="*/ 496842 h 962886"/>
                <a:gd name="connsiteX3" fmla="*/ 1374800 w 2468909"/>
                <a:gd name="connsiteY3" fmla="*/ 517984 h 962886"/>
                <a:gd name="connsiteX4" fmla="*/ 1295517 w 2468909"/>
                <a:gd name="connsiteY4" fmla="*/ 607839 h 962886"/>
                <a:gd name="connsiteX5" fmla="*/ 1247947 w 2468909"/>
                <a:gd name="connsiteY5" fmla="*/ 898544 h 962886"/>
                <a:gd name="connsiteX6" fmla="*/ 951956 w 2468909"/>
                <a:gd name="connsiteY6" fmla="*/ 961970 h 962886"/>
                <a:gd name="connsiteX7" fmla="*/ 211979 w 2468909"/>
                <a:gd name="connsiteY7" fmla="*/ 930257 h 962886"/>
                <a:gd name="connsiteX8" fmla="*/ 16414 w 2468909"/>
                <a:gd name="connsiteY8" fmla="*/ 850974 h 962886"/>
                <a:gd name="connsiteX9" fmla="*/ 16414 w 2468909"/>
                <a:gd name="connsiteY9" fmla="*/ 819260 h 962886"/>
                <a:gd name="connsiteX10" fmla="*/ 63984 w 2468909"/>
                <a:gd name="connsiteY10" fmla="*/ 734692 h 962886"/>
                <a:gd name="connsiteX11" fmla="*/ 344118 w 2468909"/>
                <a:gd name="connsiteY11" fmla="*/ 755834 h 962886"/>
                <a:gd name="connsiteX12" fmla="*/ 671822 w 2468909"/>
                <a:gd name="connsiteY12" fmla="*/ 771691 h 962886"/>
                <a:gd name="connsiteX13" fmla="*/ 793390 w 2468909"/>
                <a:gd name="connsiteY13" fmla="*/ 729406 h 962886"/>
                <a:gd name="connsiteX14" fmla="*/ 814532 w 2468909"/>
                <a:gd name="connsiteY14" fmla="*/ 565554 h 962886"/>
                <a:gd name="connsiteX15" fmla="*/ 703535 w 2468909"/>
                <a:gd name="connsiteY15" fmla="*/ 158567 h 962886"/>
                <a:gd name="connsiteX16" fmla="*/ 634824 w 2468909"/>
                <a:gd name="connsiteY16" fmla="*/ 0 h 962886"/>
                <a:gd name="connsiteX0" fmla="*/ 2468909 w 2468909"/>
                <a:gd name="connsiteY0" fmla="*/ 909115 h 962886"/>
                <a:gd name="connsiteX1" fmla="*/ 2151776 w 2468909"/>
                <a:gd name="connsiteY1" fmla="*/ 597267 h 962886"/>
                <a:gd name="connsiteX2" fmla="*/ 1707790 w 2468909"/>
                <a:gd name="connsiteY2" fmla="*/ 496842 h 962886"/>
                <a:gd name="connsiteX3" fmla="*/ 1374800 w 2468909"/>
                <a:gd name="connsiteY3" fmla="*/ 517984 h 962886"/>
                <a:gd name="connsiteX4" fmla="*/ 1295517 w 2468909"/>
                <a:gd name="connsiteY4" fmla="*/ 607839 h 962886"/>
                <a:gd name="connsiteX5" fmla="*/ 1247947 w 2468909"/>
                <a:gd name="connsiteY5" fmla="*/ 898544 h 962886"/>
                <a:gd name="connsiteX6" fmla="*/ 951956 w 2468909"/>
                <a:gd name="connsiteY6" fmla="*/ 961970 h 962886"/>
                <a:gd name="connsiteX7" fmla="*/ 211979 w 2468909"/>
                <a:gd name="connsiteY7" fmla="*/ 930257 h 962886"/>
                <a:gd name="connsiteX8" fmla="*/ 16414 w 2468909"/>
                <a:gd name="connsiteY8" fmla="*/ 850974 h 962886"/>
                <a:gd name="connsiteX9" fmla="*/ 16414 w 2468909"/>
                <a:gd name="connsiteY9" fmla="*/ 819260 h 962886"/>
                <a:gd name="connsiteX10" fmla="*/ 63984 w 2468909"/>
                <a:gd name="connsiteY10" fmla="*/ 734692 h 962886"/>
                <a:gd name="connsiteX11" fmla="*/ 344118 w 2468909"/>
                <a:gd name="connsiteY11" fmla="*/ 755834 h 962886"/>
                <a:gd name="connsiteX12" fmla="*/ 671822 w 2468909"/>
                <a:gd name="connsiteY12" fmla="*/ 771691 h 962886"/>
                <a:gd name="connsiteX13" fmla="*/ 793390 w 2468909"/>
                <a:gd name="connsiteY13" fmla="*/ 729406 h 962886"/>
                <a:gd name="connsiteX14" fmla="*/ 814532 w 2468909"/>
                <a:gd name="connsiteY14" fmla="*/ 565554 h 962886"/>
                <a:gd name="connsiteX15" fmla="*/ 724678 w 2468909"/>
                <a:gd name="connsiteY15" fmla="*/ 258992 h 962886"/>
                <a:gd name="connsiteX16" fmla="*/ 634824 w 2468909"/>
                <a:gd name="connsiteY16" fmla="*/ 0 h 962886"/>
                <a:gd name="connsiteX0" fmla="*/ 2463422 w 2463422"/>
                <a:gd name="connsiteY0" fmla="*/ 909115 h 963126"/>
                <a:gd name="connsiteX1" fmla="*/ 2146289 w 2463422"/>
                <a:gd name="connsiteY1" fmla="*/ 597267 h 963126"/>
                <a:gd name="connsiteX2" fmla="*/ 1702303 w 2463422"/>
                <a:gd name="connsiteY2" fmla="*/ 496842 h 963126"/>
                <a:gd name="connsiteX3" fmla="*/ 1369313 w 2463422"/>
                <a:gd name="connsiteY3" fmla="*/ 517984 h 963126"/>
                <a:gd name="connsiteX4" fmla="*/ 1290030 w 2463422"/>
                <a:gd name="connsiteY4" fmla="*/ 607839 h 963126"/>
                <a:gd name="connsiteX5" fmla="*/ 1242460 w 2463422"/>
                <a:gd name="connsiteY5" fmla="*/ 898544 h 963126"/>
                <a:gd name="connsiteX6" fmla="*/ 946469 w 2463422"/>
                <a:gd name="connsiteY6" fmla="*/ 961970 h 963126"/>
                <a:gd name="connsiteX7" fmla="*/ 206492 w 2463422"/>
                <a:gd name="connsiteY7" fmla="*/ 930257 h 963126"/>
                <a:gd name="connsiteX8" fmla="*/ 10927 w 2463422"/>
                <a:gd name="connsiteY8" fmla="*/ 819260 h 963126"/>
                <a:gd name="connsiteX9" fmla="*/ 58497 w 2463422"/>
                <a:gd name="connsiteY9" fmla="*/ 734692 h 963126"/>
                <a:gd name="connsiteX10" fmla="*/ 338631 w 2463422"/>
                <a:gd name="connsiteY10" fmla="*/ 755834 h 963126"/>
                <a:gd name="connsiteX11" fmla="*/ 666335 w 2463422"/>
                <a:gd name="connsiteY11" fmla="*/ 771691 h 963126"/>
                <a:gd name="connsiteX12" fmla="*/ 787903 w 2463422"/>
                <a:gd name="connsiteY12" fmla="*/ 729406 h 963126"/>
                <a:gd name="connsiteX13" fmla="*/ 809045 w 2463422"/>
                <a:gd name="connsiteY13" fmla="*/ 565554 h 963126"/>
                <a:gd name="connsiteX14" fmla="*/ 719191 w 2463422"/>
                <a:gd name="connsiteY14" fmla="*/ 258992 h 963126"/>
                <a:gd name="connsiteX15" fmla="*/ 629337 w 2463422"/>
                <a:gd name="connsiteY15" fmla="*/ 0 h 963126"/>
                <a:gd name="connsiteX0" fmla="*/ 2463422 w 2463422"/>
                <a:gd name="connsiteY0" fmla="*/ 909115 h 962771"/>
                <a:gd name="connsiteX1" fmla="*/ 2146289 w 2463422"/>
                <a:gd name="connsiteY1" fmla="*/ 597267 h 962771"/>
                <a:gd name="connsiteX2" fmla="*/ 1702303 w 2463422"/>
                <a:gd name="connsiteY2" fmla="*/ 496842 h 962771"/>
                <a:gd name="connsiteX3" fmla="*/ 1369313 w 2463422"/>
                <a:gd name="connsiteY3" fmla="*/ 517984 h 962771"/>
                <a:gd name="connsiteX4" fmla="*/ 1290030 w 2463422"/>
                <a:gd name="connsiteY4" fmla="*/ 607839 h 962771"/>
                <a:gd name="connsiteX5" fmla="*/ 1242460 w 2463422"/>
                <a:gd name="connsiteY5" fmla="*/ 898544 h 962771"/>
                <a:gd name="connsiteX6" fmla="*/ 946469 w 2463422"/>
                <a:gd name="connsiteY6" fmla="*/ 961970 h 962771"/>
                <a:gd name="connsiteX7" fmla="*/ 206492 w 2463422"/>
                <a:gd name="connsiteY7" fmla="*/ 930257 h 962771"/>
                <a:gd name="connsiteX8" fmla="*/ 10927 w 2463422"/>
                <a:gd name="connsiteY8" fmla="*/ 872199 h 962771"/>
                <a:gd name="connsiteX9" fmla="*/ 58497 w 2463422"/>
                <a:gd name="connsiteY9" fmla="*/ 734692 h 962771"/>
                <a:gd name="connsiteX10" fmla="*/ 338631 w 2463422"/>
                <a:gd name="connsiteY10" fmla="*/ 755834 h 962771"/>
                <a:gd name="connsiteX11" fmla="*/ 666335 w 2463422"/>
                <a:gd name="connsiteY11" fmla="*/ 771691 h 962771"/>
                <a:gd name="connsiteX12" fmla="*/ 787903 w 2463422"/>
                <a:gd name="connsiteY12" fmla="*/ 729406 h 962771"/>
                <a:gd name="connsiteX13" fmla="*/ 809045 w 2463422"/>
                <a:gd name="connsiteY13" fmla="*/ 565554 h 962771"/>
                <a:gd name="connsiteX14" fmla="*/ 719191 w 2463422"/>
                <a:gd name="connsiteY14" fmla="*/ 258992 h 962771"/>
                <a:gd name="connsiteX15" fmla="*/ 629337 w 2463422"/>
                <a:gd name="connsiteY15" fmla="*/ 0 h 962771"/>
                <a:gd name="connsiteX0" fmla="*/ 2445470 w 2445470"/>
                <a:gd name="connsiteY0" fmla="*/ 909115 h 962669"/>
                <a:gd name="connsiteX1" fmla="*/ 2128337 w 2445470"/>
                <a:gd name="connsiteY1" fmla="*/ 597267 h 962669"/>
                <a:gd name="connsiteX2" fmla="*/ 1684351 w 2445470"/>
                <a:gd name="connsiteY2" fmla="*/ 496842 h 962669"/>
                <a:gd name="connsiteX3" fmla="*/ 1351361 w 2445470"/>
                <a:gd name="connsiteY3" fmla="*/ 517984 h 962669"/>
                <a:gd name="connsiteX4" fmla="*/ 1272078 w 2445470"/>
                <a:gd name="connsiteY4" fmla="*/ 607839 h 962669"/>
                <a:gd name="connsiteX5" fmla="*/ 1224508 w 2445470"/>
                <a:gd name="connsiteY5" fmla="*/ 898544 h 962669"/>
                <a:gd name="connsiteX6" fmla="*/ 928517 w 2445470"/>
                <a:gd name="connsiteY6" fmla="*/ 961970 h 962669"/>
                <a:gd name="connsiteX7" fmla="*/ 188540 w 2445470"/>
                <a:gd name="connsiteY7" fmla="*/ 930257 h 962669"/>
                <a:gd name="connsiteX8" fmla="*/ 17038 w 2445470"/>
                <a:gd name="connsiteY8" fmla="*/ 896263 h 962669"/>
                <a:gd name="connsiteX9" fmla="*/ 40545 w 2445470"/>
                <a:gd name="connsiteY9" fmla="*/ 734692 h 962669"/>
                <a:gd name="connsiteX10" fmla="*/ 320679 w 2445470"/>
                <a:gd name="connsiteY10" fmla="*/ 755834 h 962669"/>
                <a:gd name="connsiteX11" fmla="*/ 648383 w 2445470"/>
                <a:gd name="connsiteY11" fmla="*/ 771691 h 962669"/>
                <a:gd name="connsiteX12" fmla="*/ 769951 w 2445470"/>
                <a:gd name="connsiteY12" fmla="*/ 729406 h 962669"/>
                <a:gd name="connsiteX13" fmla="*/ 791093 w 2445470"/>
                <a:gd name="connsiteY13" fmla="*/ 565554 h 962669"/>
                <a:gd name="connsiteX14" fmla="*/ 701239 w 2445470"/>
                <a:gd name="connsiteY14" fmla="*/ 258992 h 962669"/>
                <a:gd name="connsiteX15" fmla="*/ 611385 w 2445470"/>
                <a:gd name="connsiteY15" fmla="*/ 0 h 962669"/>
                <a:gd name="connsiteX0" fmla="*/ 2445470 w 2445470"/>
                <a:gd name="connsiteY0" fmla="*/ 909115 h 962669"/>
                <a:gd name="connsiteX1" fmla="*/ 2128337 w 2445470"/>
                <a:gd name="connsiteY1" fmla="*/ 597267 h 962669"/>
                <a:gd name="connsiteX2" fmla="*/ 1684351 w 2445470"/>
                <a:gd name="connsiteY2" fmla="*/ 496842 h 962669"/>
                <a:gd name="connsiteX3" fmla="*/ 1351361 w 2445470"/>
                <a:gd name="connsiteY3" fmla="*/ 517984 h 962669"/>
                <a:gd name="connsiteX4" fmla="*/ 1272078 w 2445470"/>
                <a:gd name="connsiteY4" fmla="*/ 607839 h 962669"/>
                <a:gd name="connsiteX5" fmla="*/ 1224508 w 2445470"/>
                <a:gd name="connsiteY5" fmla="*/ 898544 h 962669"/>
                <a:gd name="connsiteX6" fmla="*/ 928517 w 2445470"/>
                <a:gd name="connsiteY6" fmla="*/ 961970 h 962669"/>
                <a:gd name="connsiteX7" fmla="*/ 188540 w 2445470"/>
                <a:gd name="connsiteY7" fmla="*/ 930257 h 962669"/>
                <a:gd name="connsiteX8" fmla="*/ 17038 w 2445470"/>
                <a:gd name="connsiteY8" fmla="*/ 896263 h 962669"/>
                <a:gd name="connsiteX9" fmla="*/ 40545 w 2445470"/>
                <a:gd name="connsiteY9" fmla="*/ 734692 h 962669"/>
                <a:gd name="connsiteX10" fmla="*/ 320679 w 2445470"/>
                <a:gd name="connsiteY10" fmla="*/ 755834 h 962669"/>
                <a:gd name="connsiteX11" fmla="*/ 648383 w 2445470"/>
                <a:gd name="connsiteY11" fmla="*/ 771691 h 962669"/>
                <a:gd name="connsiteX12" fmla="*/ 769951 w 2445470"/>
                <a:gd name="connsiteY12" fmla="*/ 729406 h 962669"/>
                <a:gd name="connsiteX13" fmla="*/ 791093 w 2445470"/>
                <a:gd name="connsiteY13" fmla="*/ 565554 h 962669"/>
                <a:gd name="connsiteX14" fmla="*/ 682189 w 2445470"/>
                <a:gd name="connsiteY14" fmla="*/ 258992 h 962669"/>
                <a:gd name="connsiteX15" fmla="*/ 611385 w 2445470"/>
                <a:gd name="connsiteY15" fmla="*/ 0 h 962669"/>
                <a:gd name="connsiteX0" fmla="*/ 2445470 w 2445470"/>
                <a:gd name="connsiteY0" fmla="*/ 904352 h 957906"/>
                <a:gd name="connsiteX1" fmla="*/ 2128337 w 2445470"/>
                <a:gd name="connsiteY1" fmla="*/ 592504 h 957906"/>
                <a:gd name="connsiteX2" fmla="*/ 1684351 w 2445470"/>
                <a:gd name="connsiteY2" fmla="*/ 492079 h 957906"/>
                <a:gd name="connsiteX3" fmla="*/ 1351361 w 2445470"/>
                <a:gd name="connsiteY3" fmla="*/ 513221 h 957906"/>
                <a:gd name="connsiteX4" fmla="*/ 1272078 w 2445470"/>
                <a:gd name="connsiteY4" fmla="*/ 603076 h 957906"/>
                <a:gd name="connsiteX5" fmla="*/ 1224508 w 2445470"/>
                <a:gd name="connsiteY5" fmla="*/ 893781 h 957906"/>
                <a:gd name="connsiteX6" fmla="*/ 928517 w 2445470"/>
                <a:gd name="connsiteY6" fmla="*/ 957207 h 957906"/>
                <a:gd name="connsiteX7" fmla="*/ 188540 w 2445470"/>
                <a:gd name="connsiteY7" fmla="*/ 925494 h 957906"/>
                <a:gd name="connsiteX8" fmla="*/ 17038 w 2445470"/>
                <a:gd name="connsiteY8" fmla="*/ 891500 h 957906"/>
                <a:gd name="connsiteX9" fmla="*/ 40545 w 2445470"/>
                <a:gd name="connsiteY9" fmla="*/ 729929 h 957906"/>
                <a:gd name="connsiteX10" fmla="*/ 320679 w 2445470"/>
                <a:gd name="connsiteY10" fmla="*/ 751071 h 957906"/>
                <a:gd name="connsiteX11" fmla="*/ 648383 w 2445470"/>
                <a:gd name="connsiteY11" fmla="*/ 766928 h 957906"/>
                <a:gd name="connsiteX12" fmla="*/ 769951 w 2445470"/>
                <a:gd name="connsiteY12" fmla="*/ 724643 h 957906"/>
                <a:gd name="connsiteX13" fmla="*/ 791093 w 2445470"/>
                <a:gd name="connsiteY13" fmla="*/ 560791 h 957906"/>
                <a:gd name="connsiteX14" fmla="*/ 682189 w 2445470"/>
                <a:gd name="connsiteY14" fmla="*/ 254229 h 957906"/>
                <a:gd name="connsiteX15" fmla="*/ 592335 w 2445470"/>
                <a:gd name="connsiteY15" fmla="*/ 0 h 957906"/>
                <a:gd name="connsiteX0" fmla="*/ 2445470 w 2445470"/>
                <a:gd name="connsiteY0" fmla="*/ 904352 h 957906"/>
                <a:gd name="connsiteX1" fmla="*/ 2128337 w 2445470"/>
                <a:gd name="connsiteY1" fmla="*/ 592504 h 957906"/>
                <a:gd name="connsiteX2" fmla="*/ 1684351 w 2445470"/>
                <a:gd name="connsiteY2" fmla="*/ 492079 h 957906"/>
                <a:gd name="connsiteX3" fmla="*/ 1351361 w 2445470"/>
                <a:gd name="connsiteY3" fmla="*/ 513221 h 957906"/>
                <a:gd name="connsiteX4" fmla="*/ 1272078 w 2445470"/>
                <a:gd name="connsiteY4" fmla="*/ 603076 h 957906"/>
                <a:gd name="connsiteX5" fmla="*/ 1224508 w 2445470"/>
                <a:gd name="connsiteY5" fmla="*/ 893781 h 957906"/>
                <a:gd name="connsiteX6" fmla="*/ 928517 w 2445470"/>
                <a:gd name="connsiteY6" fmla="*/ 957207 h 957906"/>
                <a:gd name="connsiteX7" fmla="*/ 188540 w 2445470"/>
                <a:gd name="connsiteY7" fmla="*/ 925494 h 957906"/>
                <a:gd name="connsiteX8" fmla="*/ 17038 w 2445470"/>
                <a:gd name="connsiteY8" fmla="*/ 891500 h 957906"/>
                <a:gd name="connsiteX9" fmla="*/ 40545 w 2445470"/>
                <a:gd name="connsiteY9" fmla="*/ 729929 h 957906"/>
                <a:gd name="connsiteX10" fmla="*/ 320679 w 2445470"/>
                <a:gd name="connsiteY10" fmla="*/ 751071 h 957906"/>
                <a:gd name="connsiteX11" fmla="*/ 648383 w 2445470"/>
                <a:gd name="connsiteY11" fmla="*/ 766928 h 957906"/>
                <a:gd name="connsiteX12" fmla="*/ 769951 w 2445470"/>
                <a:gd name="connsiteY12" fmla="*/ 724643 h 957906"/>
                <a:gd name="connsiteX13" fmla="*/ 791093 w 2445470"/>
                <a:gd name="connsiteY13" fmla="*/ 560791 h 957906"/>
                <a:gd name="connsiteX14" fmla="*/ 672664 w 2445470"/>
                <a:gd name="connsiteY14" fmla="*/ 268517 h 957906"/>
                <a:gd name="connsiteX15" fmla="*/ 592335 w 2445470"/>
                <a:gd name="connsiteY15" fmla="*/ 0 h 957906"/>
                <a:gd name="connsiteX0" fmla="*/ 2445470 w 2445470"/>
                <a:gd name="connsiteY0" fmla="*/ 928164 h 981718"/>
                <a:gd name="connsiteX1" fmla="*/ 2128337 w 2445470"/>
                <a:gd name="connsiteY1" fmla="*/ 616316 h 981718"/>
                <a:gd name="connsiteX2" fmla="*/ 1684351 w 2445470"/>
                <a:gd name="connsiteY2" fmla="*/ 515891 h 981718"/>
                <a:gd name="connsiteX3" fmla="*/ 1351361 w 2445470"/>
                <a:gd name="connsiteY3" fmla="*/ 537033 h 981718"/>
                <a:gd name="connsiteX4" fmla="*/ 1272078 w 2445470"/>
                <a:gd name="connsiteY4" fmla="*/ 626888 h 981718"/>
                <a:gd name="connsiteX5" fmla="*/ 1224508 w 2445470"/>
                <a:gd name="connsiteY5" fmla="*/ 917593 h 981718"/>
                <a:gd name="connsiteX6" fmla="*/ 928517 w 2445470"/>
                <a:gd name="connsiteY6" fmla="*/ 981019 h 981718"/>
                <a:gd name="connsiteX7" fmla="*/ 188540 w 2445470"/>
                <a:gd name="connsiteY7" fmla="*/ 949306 h 981718"/>
                <a:gd name="connsiteX8" fmla="*/ 17038 w 2445470"/>
                <a:gd name="connsiteY8" fmla="*/ 915312 h 981718"/>
                <a:gd name="connsiteX9" fmla="*/ 40545 w 2445470"/>
                <a:gd name="connsiteY9" fmla="*/ 753741 h 981718"/>
                <a:gd name="connsiteX10" fmla="*/ 320679 w 2445470"/>
                <a:gd name="connsiteY10" fmla="*/ 774883 h 981718"/>
                <a:gd name="connsiteX11" fmla="*/ 648383 w 2445470"/>
                <a:gd name="connsiteY11" fmla="*/ 790740 h 981718"/>
                <a:gd name="connsiteX12" fmla="*/ 769951 w 2445470"/>
                <a:gd name="connsiteY12" fmla="*/ 748455 h 981718"/>
                <a:gd name="connsiteX13" fmla="*/ 791093 w 2445470"/>
                <a:gd name="connsiteY13" fmla="*/ 584603 h 981718"/>
                <a:gd name="connsiteX14" fmla="*/ 672664 w 2445470"/>
                <a:gd name="connsiteY14" fmla="*/ 292329 h 981718"/>
                <a:gd name="connsiteX15" fmla="*/ 573285 w 2445470"/>
                <a:gd name="connsiteY15" fmla="*/ 0 h 98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5470" h="981718">
                  <a:moveTo>
                    <a:pt x="2445470" y="928164"/>
                  </a:moveTo>
                  <a:cubicBezTo>
                    <a:pt x="2350330" y="806596"/>
                    <a:pt x="2255190" y="685028"/>
                    <a:pt x="2128337" y="616316"/>
                  </a:cubicBezTo>
                  <a:cubicBezTo>
                    <a:pt x="2001484" y="547604"/>
                    <a:pt x="1813847" y="529105"/>
                    <a:pt x="1684351" y="515891"/>
                  </a:cubicBezTo>
                  <a:cubicBezTo>
                    <a:pt x="1554855" y="502677"/>
                    <a:pt x="1420073" y="518533"/>
                    <a:pt x="1351361" y="537033"/>
                  </a:cubicBezTo>
                  <a:cubicBezTo>
                    <a:pt x="1282649" y="555532"/>
                    <a:pt x="1293220" y="563461"/>
                    <a:pt x="1272078" y="626888"/>
                  </a:cubicBezTo>
                  <a:cubicBezTo>
                    <a:pt x="1250936" y="690315"/>
                    <a:pt x="1281768" y="858571"/>
                    <a:pt x="1224508" y="917593"/>
                  </a:cubicBezTo>
                  <a:cubicBezTo>
                    <a:pt x="1167248" y="976615"/>
                    <a:pt x="1101178" y="975734"/>
                    <a:pt x="928517" y="981019"/>
                  </a:cubicBezTo>
                  <a:cubicBezTo>
                    <a:pt x="755856" y="986304"/>
                    <a:pt x="340453" y="960257"/>
                    <a:pt x="188540" y="949306"/>
                  </a:cubicBezTo>
                  <a:cubicBezTo>
                    <a:pt x="36627" y="938355"/>
                    <a:pt x="41704" y="947906"/>
                    <a:pt x="17038" y="915312"/>
                  </a:cubicBezTo>
                  <a:cubicBezTo>
                    <a:pt x="-7628" y="882718"/>
                    <a:pt x="-10062" y="777146"/>
                    <a:pt x="40545" y="753741"/>
                  </a:cubicBezTo>
                  <a:cubicBezTo>
                    <a:pt x="91152" y="730336"/>
                    <a:pt x="219373" y="768716"/>
                    <a:pt x="320679" y="774883"/>
                  </a:cubicBezTo>
                  <a:cubicBezTo>
                    <a:pt x="421985" y="781049"/>
                    <a:pt x="573504" y="795145"/>
                    <a:pt x="648383" y="790740"/>
                  </a:cubicBezTo>
                  <a:cubicBezTo>
                    <a:pt x="723262" y="786335"/>
                    <a:pt x="746166" y="782811"/>
                    <a:pt x="769951" y="748455"/>
                  </a:cubicBezTo>
                  <a:cubicBezTo>
                    <a:pt x="793736" y="714099"/>
                    <a:pt x="807307" y="660624"/>
                    <a:pt x="791093" y="584603"/>
                  </a:cubicBezTo>
                  <a:cubicBezTo>
                    <a:pt x="774879" y="508582"/>
                    <a:pt x="708965" y="389763"/>
                    <a:pt x="672664" y="292329"/>
                  </a:cubicBezTo>
                  <a:cubicBezTo>
                    <a:pt x="636363" y="194895"/>
                    <a:pt x="597070" y="172661"/>
                    <a:pt x="573285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C9C8D662-FB55-AC46-BF61-F96AED3C3443}"/>
                </a:ext>
              </a:extLst>
            </p:cNvPr>
            <p:cNvSpPr/>
            <p:nvPr/>
          </p:nvSpPr>
          <p:spPr>
            <a:xfrm rot="372203">
              <a:off x="3910793" y="2554710"/>
              <a:ext cx="729887" cy="1601392"/>
            </a:xfrm>
            <a:custGeom>
              <a:avLst/>
              <a:gdLst>
                <a:gd name="connsiteX0" fmla="*/ 867423 w 872075"/>
                <a:gd name="connsiteY0" fmla="*/ 706929 h 710026"/>
                <a:gd name="connsiteX1" fmla="*/ 234377 w 872075"/>
                <a:gd name="connsiteY1" fmla="*/ 601422 h 710026"/>
                <a:gd name="connsiteX2" fmla="*/ 30395 w 872075"/>
                <a:gd name="connsiteY2" fmla="*/ 383372 h 710026"/>
                <a:gd name="connsiteX3" fmla="*/ 44463 w 872075"/>
                <a:gd name="connsiteY3" fmla="*/ 31680 h 710026"/>
                <a:gd name="connsiteX4" fmla="*/ 438358 w 872075"/>
                <a:gd name="connsiteY4" fmla="*/ 24646 h 710026"/>
                <a:gd name="connsiteX5" fmla="*/ 424291 w 872075"/>
                <a:gd name="connsiteY5" fmla="*/ 102019 h 710026"/>
                <a:gd name="connsiteX6" fmla="*/ 515731 w 872075"/>
                <a:gd name="connsiteY6" fmla="*/ 488880 h 710026"/>
                <a:gd name="connsiteX7" fmla="*/ 867423 w 872075"/>
                <a:gd name="connsiteY7" fmla="*/ 706929 h 710026"/>
                <a:gd name="connsiteX0" fmla="*/ 866515 w 871167"/>
                <a:gd name="connsiteY0" fmla="*/ 695150 h 698247"/>
                <a:gd name="connsiteX1" fmla="*/ 233469 w 871167"/>
                <a:gd name="connsiteY1" fmla="*/ 589643 h 698247"/>
                <a:gd name="connsiteX2" fmla="*/ 29487 w 871167"/>
                <a:gd name="connsiteY2" fmla="*/ 371593 h 698247"/>
                <a:gd name="connsiteX3" fmla="*/ 43555 w 871167"/>
                <a:gd name="connsiteY3" fmla="*/ 19901 h 698247"/>
                <a:gd name="connsiteX4" fmla="*/ 423383 w 871167"/>
                <a:gd name="connsiteY4" fmla="*/ 90240 h 698247"/>
                <a:gd name="connsiteX5" fmla="*/ 514823 w 871167"/>
                <a:gd name="connsiteY5" fmla="*/ 477101 h 698247"/>
                <a:gd name="connsiteX6" fmla="*/ 866515 w 871167"/>
                <a:gd name="connsiteY6" fmla="*/ 695150 h 698247"/>
                <a:gd name="connsiteX0" fmla="*/ 871618 w 876069"/>
                <a:gd name="connsiteY0" fmla="*/ 725985 h 729082"/>
                <a:gd name="connsiteX1" fmla="*/ 238572 w 876069"/>
                <a:gd name="connsiteY1" fmla="*/ 620478 h 729082"/>
                <a:gd name="connsiteX2" fmla="*/ 34590 w 876069"/>
                <a:gd name="connsiteY2" fmla="*/ 402428 h 729082"/>
                <a:gd name="connsiteX3" fmla="*/ 48658 w 876069"/>
                <a:gd name="connsiteY3" fmla="*/ 50736 h 729082"/>
                <a:gd name="connsiteX4" fmla="*/ 505996 w 876069"/>
                <a:gd name="connsiteY4" fmla="*/ 50790 h 729082"/>
                <a:gd name="connsiteX5" fmla="*/ 519926 w 876069"/>
                <a:gd name="connsiteY5" fmla="*/ 507936 h 729082"/>
                <a:gd name="connsiteX6" fmla="*/ 871618 w 876069"/>
                <a:gd name="connsiteY6" fmla="*/ 725985 h 729082"/>
                <a:gd name="connsiteX0" fmla="*/ 871320 w 875920"/>
                <a:gd name="connsiteY0" fmla="*/ 725985 h 728613"/>
                <a:gd name="connsiteX1" fmla="*/ 233025 w 875920"/>
                <a:gd name="connsiteY1" fmla="*/ 614172 h 728613"/>
                <a:gd name="connsiteX2" fmla="*/ 34292 w 875920"/>
                <a:gd name="connsiteY2" fmla="*/ 402428 h 728613"/>
                <a:gd name="connsiteX3" fmla="*/ 48360 w 875920"/>
                <a:gd name="connsiteY3" fmla="*/ 50736 h 728613"/>
                <a:gd name="connsiteX4" fmla="*/ 505698 w 875920"/>
                <a:gd name="connsiteY4" fmla="*/ 50790 h 728613"/>
                <a:gd name="connsiteX5" fmla="*/ 519628 w 875920"/>
                <a:gd name="connsiteY5" fmla="*/ 507936 h 728613"/>
                <a:gd name="connsiteX6" fmla="*/ 871320 w 875920"/>
                <a:gd name="connsiteY6" fmla="*/ 725985 h 728613"/>
                <a:gd name="connsiteX0" fmla="*/ 871562 w 876041"/>
                <a:gd name="connsiteY0" fmla="*/ 725985 h 734226"/>
                <a:gd name="connsiteX1" fmla="*/ 237543 w 876041"/>
                <a:gd name="connsiteY1" fmla="*/ 660692 h 734226"/>
                <a:gd name="connsiteX2" fmla="*/ 34534 w 876041"/>
                <a:gd name="connsiteY2" fmla="*/ 402428 h 734226"/>
                <a:gd name="connsiteX3" fmla="*/ 48602 w 876041"/>
                <a:gd name="connsiteY3" fmla="*/ 50736 h 734226"/>
                <a:gd name="connsiteX4" fmla="*/ 505940 w 876041"/>
                <a:gd name="connsiteY4" fmla="*/ 50790 h 734226"/>
                <a:gd name="connsiteX5" fmla="*/ 519870 w 876041"/>
                <a:gd name="connsiteY5" fmla="*/ 507936 h 734226"/>
                <a:gd name="connsiteX6" fmla="*/ 871562 w 876041"/>
                <a:gd name="connsiteY6" fmla="*/ 725985 h 734226"/>
                <a:gd name="connsiteX0" fmla="*/ 865860 w 870339"/>
                <a:gd name="connsiteY0" fmla="*/ 725985 h 730653"/>
                <a:gd name="connsiteX1" fmla="*/ 231841 w 870339"/>
                <a:gd name="connsiteY1" fmla="*/ 660692 h 730653"/>
                <a:gd name="connsiteX2" fmla="*/ 125598 w 870339"/>
                <a:gd name="connsiteY2" fmla="*/ 702100 h 730653"/>
                <a:gd name="connsiteX3" fmla="*/ 28832 w 870339"/>
                <a:gd name="connsiteY3" fmla="*/ 402428 h 730653"/>
                <a:gd name="connsiteX4" fmla="*/ 42900 w 870339"/>
                <a:gd name="connsiteY4" fmla="*/ 50736 h 730653"/>
                <a:gd name="connsiteX5" fmla="*/ 500238 w 870339"/>
                <a:gd name="connsiteY5" fmla="*/ 50790 h 730653"/>
                <a:gd name="connsiteX6" fmla="*/ 514168 w 870339"/>
                <a:gd name="connsiteY6" fmla="*/ 507936 h 730653"/>
                <a:gd name="connsiteX7" fmla="*/ 865860 w 870339"/>
                <a:gd name="connsiteY7" fmla="*/ 725985 h 730653"/>
                <a:gd name="connsiteX0" fmla="*/ 865860 w 870245"/>
                <a:gd name="connsiteY0" fmla="*/ 725985 h 735475"/>
                <a:gd name="connsiteX1" fmla="*/ 235167 w 870245"/>
                <a:gd name="connsiteY1" fmla="*/ 696873 h 735475"/>
                <a:gd name="connsiteX2" fmla="*/ 125598 w 870245"/>
                <a:gd name="connsiteY2" fmla="*/ 702100 h 735475"/>
                <a:gd name="connsiteX3" fmla="*/ 28832 w 870245"/>
                <a:gd name="connsiteY3" fmla="*/ 402428 h 735475"/>
                <a:gd name="connsiteX4" fmla="*/ 42900 w 870245"/>
                <a:gd name="connsiteY4" fmla="*/ 50736 h 735475"/>
                <a:gd name="connsiteX5" fmla="*/ 500238 w 870245"/>
                <a:gd name="connsiteY5" fmla="*/ 50790 h 735475"/>
                <a:gd name="connsiteX6" fmla="*/ 514168 w 870245"/>
                <a:gd name="connsiteY6" fmla="*/ 507936 h 735475"/>
                <a:gd name="connsiteX7" fmla="*/ 865860 w 870245"/>
                <a:gd name="connsiteY7" fmla="*/ 725985 h 735475"/>
                <a:gd name="connsiteX0" fmla="*/ 863444 w 867829"/>
                <a:gd name="connsiteY0" fmla="*/ 725985 h 737883"/>
                <a:gd name="connsiteX1" fmla="*/ 232751 w 867829"/>
                <a:gd name="connsiteY1" fmla="*/ 696873 h 737883"/>
                <a:gd name="connsiteX2" fmla="*/ 73386 w 867829"/>
                <a:gd name="connsiteY2" fmla="*/ 593441 h 737883"/>
                <a:gd name="connsiteX3" fmla="*/ 26416 w 867829"/>
                <a:gd name="connsiteY3" fmla="*/ 402428 h 737883"/>
                <a:gd name="connsiteX4" fmla="*/ 40484 w 867829"/>
                <a:gd name="connsiteY4" fmla="*/ 50736 h 737883"/>
                <a:gd name="connsiteX5" fmla="*/ 497822 w 867829"/>
                <a:gd name="connsiteY5" fmla="*/ 50790 h 737883"/>
                <a:gd name="connsiteX6" fmla="*/ 511752 w 867829"/>
                <a:gd name="connsiteY6" fmla="*/ 507936 h 737883"/>
                <a:gd name="connsiteX7" fmla="*/ 863444 w 867829"/>
                <a:gd name="connsiteY7" fmla="*/ 725985 h 737883"/>
                <a:gd name="connsiteX0" fmla="*/ 924643 w 928496"/>
                <a:gd name="connsiteY0" fmla="*/ 718121 h 731345"/>
                <a:gd name="connsiteX1" fmla="*/ 232751 w 928496"/>
                <a:gd name="connsiteY1" fmla="*/ 696873 h 731345"/>
                <a:gd name="connsiteX2" fmla="*/ 73386 w 928496"/>
                <a:gd name="connsiteY2" fmla="*/ 593441 h 731345"/>
                <a:gd name="connsiteX3" fmla="*/ 26416 w 928496"/>
                <a:gd name="connsiteY3" fmla="*/ 402428 h 731345"/>
                <a:gd name="connsiteX4" fmla="*/ 40484 w 928496"/>
                <a:gd name="connsiteY4" fmla="*/ 50736 h 731345"/>
                <a:gd name="connsiteX5" fmla="*/ 497822 w 928496"/>
                <a:gd name="connsiteY5" fmla="*/ 50790 h 731345"/>
                <a:gd name="connsiteX6" fmla="*/ 511752 w 928496"/>
                <a:gd name="connsiteY6" fmla="*/ 507936 h 731345"/>
                <a:gd name="connsiteX7" fmla="*/ 924643 w 928496"/>
                <a:gd name="connsiteY7" fmla="*/ 718121 h 731345"/>
                <a:gd name="connsiteX0" fmla="*/ 924643 w 928496"/>
                <a:gd name="connsiteY0" fmla="*/ 718121 h 735649"/>
                <a:gd name="connsiteX1" fmla="*/ 381474 w 928496"/>
                <a:gd name="connsiteY1" fmla="*/ 721201 h 735649"/>
                <a:gd name="connsiteX2" fmla="*/ 232751 w 928496"/>
                <a:gd name="connsiteY2" fmla="*/ 696873 h 735649"/>
                <a:gd name="connsiteX3" fmla="*/ 73386 w 928496"/>
                <a:gd name="connsiteY3" fmla="*/ 593441 h 735649"/>
                <a:gd name="connsiteX4" fmla="*/ 26416 w 928496"/>
                <a:gd name="connsiteY4" fmla="*/ 402428 h 735649"/>
                <a:gd name="connsiteX5" fmla="*/ 40484 w 928496"/>
                <a:gd name="connsiteY5" fmla="*/ 50736 h 735649"/>
                <a:gd name="connsiteX6" fmla="*/ 497822 w 928496"/>
                <a:gd name="connsiteY6" fmla="*/ 50790 h 735649"/>
                <a:gd name="connsiteX7" fmla="*/ 511752 w 928496"/>
                <a:gd name="connsiteY7" fmla="*/ 507936 h 735649"/>
                <a:gd name="connsiteX8" fmla="*/ 924643 w 928496"/>
                <a:gd name="connsiteY8" fmla="*/ 718121 h 735649"/>
                <a:gd name="connsiteX0" fmla="*/ 924643 w 928496"/>
                <a:gd name="connsiteY0" fmla="*/ 718121 h 736160"/>
                <a:gd name="connsiteX1" fmla="*/ 594152 w 928496"/>
                <a:gd name="connsiteY1" fmla="*/ 725248 h 736160"/>
                <a:gd name="connsiteX2" fmla="*/ 381474 w 928496"/>
                <a:gd name="connsiteY2" fmla="*/ 721201 h 736160"/>
                <a:gd name="connsiteX3" fmla="*/ 232751 w 928496"/>
                <a:gd name="connsiteY3" fmla="*/ 696873 h 736160"/>
                <a:gd name="connsiteX4" fmla="*/ 73386 w 928496"/>
                <a:gd name="connsiteY4" fmla="*/ 593441 h 736160"/>
                <a:gd name="connsiteX5" fmla="*/ 26416 w 928496"/>
                <a:gd name="connsiteY5" fmla="*/ 402428 h 736160"/>
                <a:gd name="connsiteX6" fmla="*/ 40484 w 928496"/>
                <a:gd name="connsiteY6" fmla="*/ 50736 h 736160"/>
                <a:gd name="connsiteX7" fmla="*/ 497822 w 928496"/>
                <a:gd name="connsiteY7" fmla="*/ 50790 h 736160"/>
                <a:gd name="connsiteX8" fmla="*/ 511752 w 928496"/>
                <a:gd name="connsiteY8" fmla="*/ 507936 h 736160"/>
                <a:gd name="connsiteX9" fmla="*/ 924643 w 928496"/>
                <a:gd name="connsiteY9" fmla="*/ 718121 h 736160"/>
                <a:gd name="connsiteX0" fmla="*/ 968737 w 972281"/>
                <a:gd name="connsiteY0" fmla="*/ 764752 h 774516"/>
                <a:gd name="connsiteX1" fmla="*/ 594152 w 972281"/>
                <a:gd name="connsiteY1" fmla="*/ 725248 h 774516"/>
                <a:gd name="connsiteX2" fmla="*/ 381474 w 972281"/>
                <a:gd name="connsiteY2" fmla="*/ 721201 h 774516"/>
                <a:gd name="connsiteX3" fmla="*/ 232751 w 972281"/>
                <a:gd name="connsiteY3" fmla="*/ 696873 h 774516"/>
                <a:gd name="connsiteX4" fmla="*/ 73386 w 972281"/>
                <a:gd name="connsiteY4" fmla="*/ 593441 h 774516"/>
                <a:gd name="connsiteX5" fmla="*/ 26416 w 972281"/>
                <a:gd name="connsiteY5" fmla="*/ 402428 h 774516"/>
                <a:gd name="connsiteX6" fmla="*/ 40484 w 972281"/>
                <a:gd name="connsiteY6" fmla="*/ 50736 h 774516"/>
                <a:gd name="connsiteX7" fmla="*/ 497822 w 972281"/>
                <a:gd name="connsiteY7" fmla="*/ 50790 h 774516"/>
                <a:gd name="connsiteX8" fmla="*/ 511752 w 972281"/>
                <a:gd name="connsiteY8" fmla="*/ 507936 h 774516"/>
                <a:gd name="connsiteX9" fmla="*/ 968737 w 972281"/>
                <a:gd name="connsiteY9" fmla="*/ 764752 h 774516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81474 w 968985"/>
                <a:gd name="connsiteY2" fmla="*/ 721201 h 777943"/>
                <a:gd name="connsiteX3" fmla="*/ 232751 w 968985"/>
                <a:gd name="connsiteY3" fmla="*/ 696873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81474 w 968985"/>
                <a:gd name="connsiteY2" fmla="*/ 721201 h 777943"/>
                <a:gd name="connsiteX3" fmla="*/ 114723 w 968985"/>
                <a:gd name="connsiteY3" fmla="*/ 712042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63514 w 968985"/>
                <a:gd name="connsiteY2" fmla="*/ 718279 h 777943"/>
                <a:gd name="connsiteX3" fmla="*/ 114723 w 968985"/>
                <a:gd name="connsiteY3" fmla="*/ 712042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63514 w 968985"/>
                <a:gd name="connsiteY2" fmla="*/ 718279 h 777943"/>
                <a:gd name="connsiteX3" fmla="*/ 98187 w 968985"/>
                <a:gd name="connsiteY3" fmla="*/ 724629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6757 w 967005"/>
                <a:gd name="connsiteY0" fmla="*/ 764752 h 777943"/>
                <a:gd name="connsiteX1" fmla="*/ 571741 w 967005"/>
                <a:gd name="connsiteY1" fmla="*/ 743564 h 777943"/>
                <a:gd name="connsiteX2" fmla="*/ 361534 w 967005"/>
                <a:gd name="connsiteY2" fmla="*/ 718279 h 777943"/>
                <a:gd name="connsiteX3" fmla="*/ 96207 w 967005"/>
                <a:gd name="connsiteY3" fmla="*/ 724629 h 777943"/>
                <a:gd name="connsiteX4" fmla="*/ 27693 w 967005"/>
                <a:gd name="connsiteY4" fmla="*/ 599059 h 777943"/>
                <a:gd name="connsiteX5" fmla="*/ 24436 w 967005"/>
                <a:gd name="connsiteY5" fmla="*/ 402428 h 777943"/>
                <a:gd name="connsiteX6" fmla="*/ 38504 w 967005"/>
                <a:gd name="connsiteY6" fmla="*/ 50736 h 777943"/>
                <a:gd name="connsiteX7" fmla="*/ 495842 w 967005"/>
                <a:gd name="connsiteY7" fmla="*/ 50790 h 777943"/>
                <a:gd name="connsiteX8" fmla="*/ 509772 w 967005"/>
                <a:gd name="connsiteY8" fmla="*/ 507936 h 777943"/>
                <a:gd name="connsiteX9" fmla="*/ 966757 w 967005"/>
                <a:gd name="connsiteY9" fmla="*/ 764752 h 777943"/>
                <a:gd name="connsiteX0" fmla="*/ 966757 w 967005"/>
                <a:gd name="connsiteY0" fmla="*/ 764752 h 777943"/>
                <a:gd name="connsiteX1" fmla="*/ 571741 w 967005"/>
                <a:gd name="connsiteY1" fmla="*/ 743564 h 777943"/>
                <a:gd name="connsiteX2" fmla="*/ 353267 w 967005"/>
                <a:gd name="connsiteY2" fmla="*/ 724572 h 777943"/>
                <a:gd name="connsiteX3" fmla="*/ 96207 w 967005"/>
                <a:gd name="connsiteY3" fmla="*/ 724629 h 777943"/>
                <a:gd name="connsiteX4" fmla="*/ 27693 w 967005"/>
                <a:gd name="connsiteY4" fmla="*/ 599059 h 777943"/>
                <a:gd name="connsiteX5" fmla="*/ 24436 w 967005"/>
                <a:gd name="connsiteY5" fmla="*/ 402428 h 777943"/>
                <a:gd name="connsiteX6" fmla="*/ 38504 w 967005"/>
                <a:gd name="connsiteY6" fmla="*/ 50736 h 777943"/>
                <a:gd name="connsiteX7" fmla="*/ 495842 w 967005"/>
                <a:gd name="connsiteY7" fmla="*/ 50790 h 777943"/>
                <a:gd name="connsiteX8" fmla="*/ 509772 w 967005"/>
                <a:gd name="connsiteY8" fmla="*/ 507936 h 777943"/>
                <a:gd name="connsiteX9" fmla="*/ 966757 w 967005"/>
                <a:gd name="connsiteY9" fmla="*/ 764752 h 777943"/>
                <a:gd name="connsiteX0" fmla="*/ 966757 w 967386"/>
                <a:gd name="connsiteY0" fmla="*/ 764752 h 791764"/>
                <a:gd name="connsiteX1" fmla="*/ 571741 w 967386"/>
                <a:gd name="connsiteY1" fmla="*/ 743564 h 791764"/>
                <a:gd name="connsiteX2" fmla="*/ 353267 w 967386"/>
                <a:gd name="connsiteY2" fmla="*/ 724572 h 791764"/>
                <a:gd name="connsiteX3" fmla="*/ 96207 w 967386"/>
                <a:gd name="connsiteY3" fmla="*/ 724629 h 791764"/>
                <a:gd name="connsiteX4" fmla="*/ 27693 w 967386"/>
                <a:gd name="connsiteY4" fmla="*/ 599059 h 791764"/>
                <a:gd name="connsiteX5" fmla="*/ 24436 w 967386"/>
                <a:gd name="connsiteY5" fmla="*/ 402428 h 791764"/>
                <a:gd name="connsiteX6" fmla="*/ 38504 w 967386"/>
                <a:gd name="connsiteY6" fmla="*/ 50736 h 791764"/>
                <a:gd name="connsiteX7" fmla="*/ 495842 w 967386"/>
                <a:gd name="connsiteY7" fmla="*/ 50790 h 791764"/>
                <a:gd name="connsiteX8" fmla="*/ 659360 w 967386"/>
                <a:gd name="connsiteY8" fmla="*/ 314353 h 791764"/>
                <a:gd name="connsiteX9" fmla="*/ 966757 w 967386"/>
                <a:gd name="connsiteY9" fmla="*/ 764752 h 791764"/>
                <a:gd name="connsiteX0" fmla="*/ 966757 w 982065"/>
                <a:gd name="connsiteY0" fmla="*/ 764752 h 773930"/>
                <a:gd name="connsiteX1" fmla="*/ 571741 w 982065"/>
                <a:gd name="connsiteY1" fmla="*/ 743564 h 773930"/>
                <a:gd name="connsiteX2" fmla="*/ 353267 w 982065"/>
                <a:gd name="connsiteY2" fmla="*/ 724572 h 773930"/>
                <a:gd name="connsiteX3" fmla="*/ 96207 w 982065"/>
                <a:gd name="connsiteY3" fmla="*/ 724629 h 773930"/>
                <a:gd name="connsiteX4" fmla="*/ 27693 w 982065"/>
                <a:gd name="connsiteY4" fmla="*/ 599059 h 773930"/>
                <a:gd name="connsiteX5" fmla="*/ 24436 w 982065"/>
                <a:gd name="connsiteY5" fmla="*/ 402428 h 773930"/>
                <a:gd name="connsiteX6" fmla="*/ 38504 w 982065"/>
                <a:gd name="connsiteY6" fmla="*/ 50736 h 773930"/>
                <a:gd name="connsiteX7" fmla="*/ 495842 w 982065"/>
                <a:gd name="connsiteY7" fmla="*/ 50790 h 773930"/>
                <a:gd name="connsiteX8" fmla="*/ 861865 w 982065"/>
                <a:gd name="connsiteY8" fmla="*/ 566356 h 773930"/>
                <a:gd name="connsiteX9" fmla="*/ 966757 w 982065"/>
                <a:gd name="connsiteY9" fmla="*/ 764752 h 773930"/>
                <a:gd name="connsiteX0" fmla="*/ 987546 w 998754"/>
                <a:gd name="connsiteY0" fmla="*/ 714266 h 723444"/>
                <a:gd name="connsiteX1" fmla="*/ 592530 w 998754"/>
                <a:gd name="connsiteY1" fmla="*/ 693078 h 723444"/>
                <a:gd name="connsiteX2" fmla="*/ 374056 w 998754"/>
                <a:gd name="connsiteY2" fmla="*/ 674086 h 723444"/>
                <a:gd name="connsiteX3" fmla="*/ 116996 w 998754"/>
                <a:gd name="connsiteY3" fmla="*/ 674143 h 723444"/>
                <a:gd name="connsiteX4" fmla="*/ 48482 w 998754"/>
                <a:gd name="connsiteY4" fmla="*/ 548573 h 723444"/>
                <a:gd name="connsiteX5" fmla="*/ 45225 w 998754"/>
                <a:gd name="connsiteY5" fmla="*/ 351942 h 723444"/>
                <a:gd name="connsiteX6" fmla="*/ 59293 w 998754"/>
                <a:gd name="connsiteY6" fmla="*/ 250 h 723444"/>
                <a:gd name="connsiteX7" fmla="*/ 799112 w 998754"/>
                <a:gd name="connsiteY7" fmla="*/ 298577 h 723444"/>
                <a:gd name="connsiteX8" fmla="*/ 882654 w 998754"/>
                <a:gd name="connsiteY8" fmla="*/ 515870 h 723444"/>
                <a:gd name="connsiteX9" fmla="*/ 987546 w 998754"/>
                <a:gd name="connsiteY9" fmla="*/ 714266 h 723444"/>
                <a:gd name="connsiteX0" fmla="*/ 1010753 w 1021961"/>
                <a:gd name="connsiteY0" fmla="*/ 1205345 h 1214523"/>
                <a:gd name="connsiteX1" fmla="*/ 615737 w 1021961"/>
                <a:gd name="connsiteY1" fmla="*/ 1184157 h 1214523"/>
                <a:gd name="connsiteX2" fmla="*/ 397263 w 1021961"/>
                <a:gd name="connsiteY2" fmla="*/ 1165165 h 1214523"/>
                <a:gd name="connsiteX3" fmla="*/ 140203 w 1021961"/>
                <a:gd name="connsiteY3" fmla="*/ 1165222 h 1214523"/>
                <a:gd name="connsiteX4" fmla="*/ 71689 w 1021961"/>
                <a:gd name="connsiteY4" fmla="*/ 1039652 h 1214523"/>
                <a:gd name="connsiteX5" fmla="*/ 68432 w 1021961"/>
                <a:gd name="connsiteY5" fmla="*/ 843021 h 1214523"/>
                <a:gd name="connsiteX6" fmla="*/ 898175 w 1021961"/>
                <a:gd name="connsiteY6" fmla="*/ 81 h 1214523"/>
                <a:gd name="connsiteX7" fmla="*/ 822319 w 1021961"/>
                <a:gd name="connsiteY7" fmla="*/ 789656 h 1214523"/>
                <a:gd name="connsiteX8" fmla="*/ 905861 w 1021961"/>
                <a:gd name="connsiteY8" fmla="*/ 1006949 h 1214523"/>
                <a:gd name="connsiteX9" fmla="*/ 1010753 w 1021961"/>
                <a:gd name="connsiteY9" fmla="*/ 1205345 h 1214523"/>
                <a:gd name="connsiteX0" fmla="*/ 1010753 w 1021671"/>
                <a:gd name="connsiteY0" fmla="*/ 1205986 h 1215164"/>
                <a:gd name="connsiteX1" fmla="*/ 615737 w 1021671"/>
                <a:gd name="connsiteY1" fmla="*/ 1184798 h 1215164"/>
                <a:gd name="connsiteX2" fmla="*/ 397263 w 1021671"/>
                <a:gd name="connsiteY2" fmla="*/ 1165806 h 1215164"/>
                <a:gd name="connsiteX3" fmla="*/ 140203 w 1021671"/>
                <a:gd name="connsiteY3" fmla="*/ 1165863 h 1215164"/>
                <a:gd name="connsiteX4" fmla="*/ 71689 w 1021671"/>
                <a:gd name="connsiteY4" fmla="*/ 1040293 h 1215164"/>
                <a:gd name="connsiteX5" fmla="*/ 68432 w 1021671"/>
                <a:gd name="connsiteY5" fmla="*/ 843662 h 1215164"/>
                <a:gd name="connsiteX6" fmla="*/ 898175 w 1021671"/>
                <a:gd name="connsiteY6" fmla="*/ 722 h 1215164"/>
                <a:gd name="connsiteX7" fmla="*/ 849206 w 1021671"/>
                <a:gd name="connsiteY7" fmla="*/ 692593 h 1215164"/>
                <a:gd name="connsiteX8" fmla="*/ 905861 w 1021671"/>
                <a:gd name="connsiteY8" fmla="*/ 1007590 h 1215164"/>
                <a:gd name="connsiteX9" fmla="*/ 1010753 w 1021671"/>
                <a:gd name="connsiteY9" fmla="*/ 1205986 h 1215164"/>
                <a:gd name="connsiteX0" fmla="*/ 1010753 w 1021671"/>
                <a:gd name="connsiteY0" fmla="*/ 1206078 h 1215256"/>
                <a:gd name="connsiteX1" fmla="*/ 615737 w 1021671"/>
                <a:gd name="connsiteY1" fmla="*/ 1184890 h 1215256"/>
                <a:gd name="connsiteX2" fmla="*/ 397263 w 1021671"/>
                <a:gd name="connsiteY2" fmla="*/ 1165898 h 1215256"/>
                <a:gd name="connsiteX3" fmla="*/ 140203 w 1021671"/>
                <a:gd name="connsiteY3" fmla="*/ 1165955 h 1215256"/>
                <a:gd name="connsiteX4" fmla="*/ 71689 w 1021671"/>
                <a:gd name="connsiteY4" fmla="*/ 1040385 h 1215256"/>
                <a:gd name="connsiteX5" fmla="*/ 68432 w 1021671"/>
                <a:gd name="connsiteY5" fmla="*/ 843754 h 1215256"/>
                <a:gd name="connsiteX6" fmla="*/ 898175 w 1021671"/>
                <a:gd name="connsiteY6" fmla="*/ 814 h 1215256"/>
                <a:gd name="connsiteX7" fmla="*/ 849206 w 1021671"/>
                <a:gd name="connsiteY7" fmla="*/ 692685 h 1215256"/>
                <a:gd name="connsiteX8" fmla="*/ 905861 w 1021671"/>
                <a:gd name="connsiteY8" fmla="*/ 1007682 h 1215256"/>
                <a:gd name="connsiteX9" fmla="*/ 1010753 w 1021671"/>
                <a:gd name="connsiteY9" fmla="*/ 1206078 h 1215256"/>
                <a:gd name="connsiteX0" fmla="*/ 1010753 w 1021671"/>
                <a:gd name="connsiteY0" fmla="*/ 1206078 h 1215256"/>
                <a:gd name="connsiteX1" fmla="*/ 615737 w 1021671"/>
                <a:gd name="connsiteY1" fmla="*/ 1184890 h 1215256"/>
                <a:gd name="connsiteX2" fmla="*/ 397263 w 1021671"/>
                <a:gd name="connsiteY2" fmla="*/ 1165898 h 1215256"/>
                <a:gd name="connsiteX3" fmla="*/ 140203 w 1021671"/>
                <a:gd name="connsiteY3" fmla="*/ 1165955 h 1215256"/>
                <a:gd name="connsiteX4" fmla="*/ 71689 w 1021671"/>
                <a:gd name="connsiteY4" fmla="*/ 1040385 h 1215256"/>
                <a:gd name="connsiteX5" fmla="*/ 68432 w 1021671"/>
                <a:gd name="connsiteY5" fmla="*/ 843754 h 1215256"/>
                <a:gd name="connsiteX6" fmla="*/ 898175 w 1021671"/>
                <a:gd name="connsiteY6" fmla="*/ 814 h 1215256"/>
                <a:gd name="connsiteX7" fmla="*/ 849206 w 1021671"/>
                <a:gd name="connsiteY7" fmla="*/ 692685 h 1215256"/>
                <a:gd name="connsiteX8" fmla="*/ 905861 w 1021671"/>
                <a:gd name="connsiteY8" fmla="*/ 1007682 h 1215256"/>
                <a:gd name="connsiteX9" fmla="*/ 1010753 w 1021671"/>
                <a:gd name="connsiteY9" fmla="*/ 1206078 h 1215256"/>
                <a:gd name="connsiteX0" fmla="*/ 1010753 w 1021671"/>
                <a:gd name="connsiteY0" fmla="*/ 1206093 h 1215271"/>
                <a:gd name="connsiteX1" fmla="*/ 615737 w 1021671"/>
                <a:gd name="connsiteY1" fmla="*/ 1184905 h 1215271"/>
                <a:gd name="connsiteX2" fmla="*/ 397263 w 1021671"/>
                <a:gd name="connsiteY2" fmla="*/ 1165913 h 1215271"/>
                <a:gd name="connsiteX3" fmla="*/ 140203 w 1021671"/>
                <a:gd name="connsiteY3" fmla="*/ 1165970 h 1215271"/>
                <a:gd name="connsiteX4" fmla="*/ 71689 w 1021671"/>
                <a:gd name="connsiteY4" fmla="*/ 1040400 h 1215271"/>
                <a:gd name="connsiteX5" fmla="*/ 68432 w 1021671"/>
                <a:gd name="connsiteY5" fmla="*/ 843769 h 1215271"/>
                <a:gd name="connsiteX6" fmla="*/ 898175 w 1021671"/>
                <a:gd name="connsiteY6" fmla="*/ 829 h 1215271"/>
                <a:gd name="connsiteX7" fmla="*/ 849206 w 1021671"/>
                <a:gd name="connsiteY7" fmla="*/ 692700 h 1215271"/>
                <a:gd name="connsiteX8" fmla="*/ 905861 w 1021671"/>
                <a:gd name="connsiteY8" fmla="*/ 1007697 h 1215271"/>
                <a:gd name="connsiteX9" fmla="*/ 1010753 w 1021671"/>
                <a:gd name="connsiteY9" fmla="*/ 1206093 h 1215271"/>
                <a:gd name="connsiteX0" fmla="*/ 1010753 w 1014151"/>
                <a:gd name="connsiteY0" fmla="*/ 1206093 h 1273801"/>
                <a:gd name="connsiteX1" fmla="*/ 767381 w 1014151"/>
                <a:gd name="connsiteY1" fmla="*/ 1273800 h 1273801"/>
                <a:gd name="connsiteX2" fmla="*/ 397263 w 1014151"/>
                <a:gd name="connsiteY2" fmla="*/ 1165913 h 1273801"/>
                <a:gd name="connsiteX3" fmla="*/ 140203 w 1014151"/>
                <a:gd name="connsiteY3" fmla="*/ 1165970 h 1273801"/>
                <a:gd name="connsiteX4" fmla="*/ 71689 w 1014151"/>
                <a:gd name="connsiteY4" fmla="*/ 1040400 h 1273801"/>
                <a:gd name="connsiteX5" fmla="*/ 68432 w 1014151"/>
                <a:gd name="connsiteY5" fmla="*/ 843769 h 1273801"/>
                <a:gd name="connsiteX6" fmla="*/ 898175 w 1014151"/>
                <a:gd name="connsiteY6" fmla="*/ 829 h 1273801"/>
                <a:gd name="connsiteX7" fmla="*/ 849206 w 1014151"/>
                <a:gd name="connsiteY7" fmla="*/ 692700 h 1273801"/>
                <a:gd name="connsiteX8" fmla="*/ 905861 w 1014151"/>
                <a:gd name="connsiteY8" fmla="*/ 1007697 h 1273801"/>
                <a:gd name="connsiteX9" fmla="*/ 1010753 w 1014151"/>
                <a:gd name="connsiteY9" fmla="*/ 1206093 h 1273801"/>
                <a:gd name="connsiteX0" fmla="*/ 1010753 w 1014151"/>
                <a:gd name="connsiteY0" fmla="*/ 1206093 h 1280196"/>
                <a:gd name="connsiteX1" fmla="*/ 767381 w 1014151"/>
                <a:gd name="connsiteY1" fmla="*/ 1273800 h 1280196"/>
                <a:gd name="connsiteX2" fmla="*/ 397263 w 1014151"/>
                <a:gd name="connsiteY2" fmla="*/ 1165913 h 1280196"/>
                <a:gd name="connsiteX3" fmla="*/ 140203 w 1014151"/>
                <a:gd name="connsiteY3" fmla="*/ 1165970 h 1280196"/>
                <a:gd name="connsiteX4" fmla="*/ 71689 w 1014151"/>
                <a:gd name="connsiteY4" fmla="*/ 1040400 h 1280196"/>
                <a:gd name="connsiteX5" fmla="*/ 68432 w 1014151"/>
                <a:gd name="connsiteY5" fmla="*/ 843769 h 1280196"/>
                <a:gd name="connsiteX6" fmla="*/ 898175 w 1014151"/>
                <a:gd name="connsiteY6" fmla="*/ 829 h 1280196"/>
                <a:gd name="connsiteX7" fmla="*/ 849206 w 1014151"/>
                <a:gd name="connsiteY7" fmla="*/ 692700 h 1280196"/>
                <a:gd name="connsiteX8" fmla="*/ 905861 w 1014151"/>
                <a:gd name="connsiteY8" fmla="*/ 1007697 h 1280196"/>
                <a:gd name="connsiteX9" fmla="*/ 1010753 w 1014151"/>
                <a:gd name="connsiteY9" fmla="*/ 1206093 h 1280196"/>
                <a:gd name="connsiteX0" fmla="*/ 1010753 w 1014151"/>
                <a:gd name="connsiteY0" fmla="*/ 1206093 h 1273800"/>
                <a:gd name="connsiteX1" fmla="*/ 767381 w 1014151"/>
                <a:gd name="connsiteY1" fmla="*/ 1273800 h 1273800"/>
                <a:gd name="connsiteX2" fmla="*/ 140203 w 1014151"/>
                <a:gd name="connsiteY2" fmla="*/ 1165970 h 1273800"/>
                <a:gd name="connsiteX3" fmla="*/ 71689 w 1014151"/>
                <a:gd name="connsiteY3" fmla="*/ 1040400 h 1273800"/>
                <a:gd name="connsiteX4" fmla="*/ 68432 w 1014151"/>
                <a:gd name="connsiteY4" fmla="*/ 843769 h 1273800"/>
                <a:gd name="connsiteX5" fmla="*/ 898175 w 1014151"/>
                <a:gd name="connsiteY5" fmla="*/ 829 h 1273800"/>
                <a:gd name="connsiteX6" fmla="*/ 849206 w 1014151"/>
                <a:gd name="connsiteY6" fmla="*/ 692700 h 1273800"/>
                <a:gd name="connsiteX7" fmla="*/ 905861 w 1014151"/>
                <a:gd name="connsiteY7" fmla="*/ 1007697 h 1273800"/>
                <a:gd name="connsiteX8" fmla="*/ 1010753 w 1014151"/>
                <a:gd name="connsiteY8" fmla="*/ 1206093 h 1273800"/>
                <a:gd name="connsiteX0" fmla="*/ 1004218 w 1007616"/>
                <a:gd name="connsiteY0" fmla="*/ 1206093 h 1273800"/>
                <a:gd name="connsiteX1" fmla="*/ 760846 w 1007616"/>
                <a:gd name="connsiteY1" fmla="*/ 1273800 h 1273800"/>
                <a:gd name="connsiteX2" fmla="*/ 133668 w 1007616"/>
                <a:gd name="connsiteY2" fmla="*/ 1165970 h 1273800"/>
                <a:gd name="connsiteX3" fmla="*/ 463389 w 1007616"/>
                <a:gd name="connsiteY3" fmla="*/ 905123 h 1273800"/>
                <a:gd name="connsiteX4" fmla="*/ 65154 w 1007616"/>
                <a:gd name="connsiteY4" fmla="*/ 1040400 h 1273800"/>
                <a:gd name="connsiteX5" fmla="*/ 61897 w 1007616"/>
                <a:gd name="connsiteY5" fmla="*/ 843769 h 1273800"/>
                <a:gd name="connsiteX6" fmla="*/ 891640 w 1007616"/>
                <a:gd name="connsiteY6" fmla="*/ 829 h 1273800"/>
                <a:gd name="connsiteX7" fmla="*/ 842671 w 1007616"/>
                <a:gd name="connsiteY7" fmla="*/ 692700 h 1273800"/>
                <a:gd name="connsiteX8" fmla="*/ 899326 w 1007616"/>
                <a:gd name="connsiteY8" fmla="*/ 1007697 h 1273800"/>
                <a:gd name="connsiteX9" fmla="*/ 1004218 w 1007616"/>
                <a:gd name="connsiteY9" fmla="*/ 1206093 h 1273800"/>
                <a:gd name="connsiteX0" fmla="*/ 1004218 w 1007616"/>
                <a:gd name="connsiteY0" fmla="*/ 1206093 h 1273800"/>
                <a:gd name="connsiteX1" fmla="*/ 760846 w 1007616"/>
                <a:gd name="connsiteY1" fmla="*/ 1273800 h 1273800"/>
                <a:gd name="connsiteX2" fmla="*/ 666007 w 1007616"/>
                <a:gd name="connsiteY2" fmla="*/ 1017441 h 1273800"/>
                <a:gd name="connsiteX3" fmla="*/ 463389 w 1007616"/>
                <a:gd name="connsiteY3" fmla="*/ 905123 h 1273800"/>
                <a:gd name="connsiteX4" fmla="*/ 65154 w 1007616"/>
                <a:gd name="connsiteY4" fmla="*/ 1040400 h 1273800"/>
                <a:gd name="connsiteX5" fmla="*/ 61897 w 1007616"/>
                <a:gd name="connsiteY5" fmla="*/ 843769 h 1273800"/>
                <a:gd name="connsiteX6" fmla="*/ 891640 w 1007616"/>
                <a:gd name="connsiteY6" fmla="*/ 829 h 1273800"/>
                <a:gd name="connsiteX7" fmla="*/ 842671 w 1007616"/>
                <a:gd name="connsiteY7" fmla="*/ 692700 h 1273800"/>
                <a:gd name="connsiteX8" fmla="*/ 899326 w 1007616"/>
                <a:gd name="connsiteY8" fmla="*/ 1007697 h 1273800"/>
                <a:gd name="connsiteX9" fmla="*/ 1004218 w 1007616"/>
                <a:gd name="connsiteY9" fmla="*/ 1206093 h 1273800"/>
                <a:gd name="connsiteX0" fmla="*/ 945103 w 948501"/>
                <a:gd name="connsiteY0" fmla="*/ 1206093 h 1273800"/>
                <a:gd name="connsiteX1" fmla="*/ 701731 w 948501"/>
                <a:gd name="connsiteY1" fmla="*/ 1273800 h 1273800"/>
                <a:gd name="connsiteX2" fmla="*/ 606892 w 948501"/>
                <a:gd name="connsiteY2" fmla="*/ 1017441 h 1273800"/>
                <a:gd name="connsiteX3" fmla="*/ 404274 w 948501"/>
                <a:gd name="connsiteY3" fmla="*/ 905123 h 1273800"/>
                <a:gd name="connsiteX4" fmla="*/ 545740 w 948501"/>
                <a:gd name="connsiteY4" fmla="*/ 495086 h 1273800"/>
                <a:gd name="connsiteX5" fmla="*/ 2782 w 948501"/>
                <a:gd name="connsiteY5" fmla="*/ 843769 h 1273800"/>
                <a:gd name="connsiteX6" fmla="*/ 832525 w 948501"/>
                <a:gd name="connsiteY6" fmla="*/ 829 h 1273800"/>
                <a:gd name="connsiteX7" fmla="*/ 783556 w 948501"/>
                <a:gd name="connsiteY7" fmla="*/ 692700 h 1273800"/>
                <a:gd name="connsiteX8" fmla="*/ 840211 w 948501"/>
                <a:gd name="connsiteY8" fmla="*/ 1007697 h 1273800"/>
                <a:gd name="connsiteX9" fmla="*/ 945103 w 948501"/>
                <a:gd name="connsiteY9" fmla="*/ 1206093 h 1273800"/>
                <a:gd name="connsiteX0" fmla="*/ 945103 w 948501"/>
                <a:gd name="connsiteY0" fmla="*/ 1206093 h 1273800"/>
                <a:gd name="connsiteX1" fmla="*/ 701731 w 948501"/>
                <a:gd name="connsiteY1" fmla="*/ 1273800 h 1273800"/>
                <a:gd name="connsiteX2" fmla="*/ 606892 w 948501"/>
                <a:gd name="connsiteY2" fmla="*/ 1017441 h 1273800"/>
                <a:gd name="connsiteX3" fmla="*/ 522439 w 948501"/>
                <a:gd name="connsiteY3" fmla="*/ 889936 h 1273800"/>
                <a:gd name="connsiteX4" fmla="*/ 545740 w 948501"/>
                <a:gd name="connsiteY4" fmla="*/ 495086 h 1273800"/>
                <a:gd name="connsiteX5" fmla="*/ 2782 w 948501"/>
                <a:gd name="connsiteY5" fmla="*/ 843769 h 1273800"/>
                <a:gd name="connsiteX6" fmla="*/ 832525 w 948501"/>
                <a:gd name="connsiteY6" fmla="*/ 829 h 1273800"/>
                <a:gd name="connsiteX7" fmla="*/ 783556 w 948501"/>
                <a:gd name="connsiteY7" fmla="*/ 692700 h 1273800"/>
                <a:gd name="connsiteX8" fmla="*/ 840211 w 948501"/>
                <a:gd name="connsiteY8" fmla="*/ 1007697 h 1273800"/>
                <a:gd name="connsiteX9" fmla="*/ 945103 w 948501"/>
                <a:gd name="connsiteY9" fmla="*/ 1206093 h 1273800"/>
                <a:gd name="connsiteX0" fmla="*/ 607163 w 610561"/>
                <a:gd name="connsiteY0" fmla="*/ 1331681 h 1399388"/>
                <a:gd name="connsiteX1" fmla="*/ 363791 w 610561"/>
                <a:gd name="connsiteY1" fmla="*/ 1399388 h 1399388"/>
                <a:gd name="connsiteX2" fmla="*/ 268952 w 610561"/>
                <a:gd name="connsiteY2" fmla="*/ 1143029 h 1399388"/>
                <a:gd name="connsiteX3" fmla="*/ 184499 w 610561"/>
                <a:gd name="connsiteY3" fmla="*/ 1015524 h 1399388"/>
                <a:gd name="connsiteX4" fmla="*/ 207800 w 610561"/>
                <a:gd name="connsiteY4" fmla="*/ 620674 h 1399388"/>
                <a:gd name="connsiteX5" fmla="*/ 6234 w 610561"/>
                <a:gd name="connsiteY5" fmla="*/ 44269 h 1399388"/>
                <a:gd name="connsiteX6" fmla="*/ 494585 w 610561"/>
                <a:gd name="connsiteY6" fmla="*/ 126417 h 1399388"/>
                <a:gd name="connsiteX7" fmla="*/ 445616 w 610561"/>
                <a:gd name="connsiteY7" fmla="*/ 818288 h 1399388"/>
                <a:gd name="connsiteX8" fmla="*/ 502271 w 610561"/>
                <a:gd name="connsiteY8" fmla="*/ 1133285 h 1399388"/>
                <a:gd name="connsiteX9" fmla="*/ 607163 w 610561"/>
                <a:gd name="connsiteY9" fmla="*/ 1331681 h 1399388"/>
                <a:gd name="connsiteX0" fmla="*/ 613676 w 617074"/>
                <a:gd name="connsiteY0" fmla="*/ 1332427 h 1400134"/>
                <a:gd name="connsiteX1" fmla="*/ 370304 w 617074"/>
                <a:gd name="connsiteY1" fmla="*/ 1400134 h 1400134"/>
                <a:gd name="connsiteX2" fmla="*/ 275465 w 617074"/>
                <a:gd name="connsiteY2" fmla="*/ 1143775 h 1400134"/>
                <a:gd name="connsiteX3" fmla="*/ 191012 w 617074"/>
                <a:gd name="connsiteY3" fmla="*/ 1016270 h 1400134"/>
                <a:gd name="connsiteX4" fmla="*/ 135538 w 617074"/>
                <a:gd name="connsiteY4" fmla="*/ 631545 h 1400134"/>
                <a:gd name="connsiteX5" fmla="*/ 12747 w 617074"/>
                <a:gd name="connsiteY5" fmla="*/ 45015 h 1400134"/>
                <a:gd name="connsiteX6" fmla="*/ 501098 w 617074"/>
                <a:gd name="connsiteY6" fmla="*/ 127163 h 1400134"/>
                <a:gd name="connsiteX7" fmla="*/ 452129 w 617074"/>
                <a:gd name="connsiteY7" fmla="*/ 819034 h 1400134"/>
                <a:gd name="connsiteX8" fmla="*/ 508784 w 617074"/>
                <a:gd name="connsiteY8" fmla="*/ 1134031 h 1400134"/>
                <a:gd name="connsiteX9" fmla="*/ 613676 w 617074"/>
                <a:gd name="connsiteY9" fmla="*/ 1332427 h 1400134"/>
                <a:gd name="connsiteX0" fmla="*/ 613676 w 617074"/>
                <a:gd name="connsiteY0" fmla="*/ 1332427 h 1400134"/>
                <a:gd name="connsiteX1" fmla="*/ 370304 w 617074"/>
                <a:gd name="connsiteY1" fmla="*/ 1400134 h 1400134"/>
                <a:gd name="connsiteX2" fmla="*/ 275465 w 617074"/>
                <a:gd name="connsiteY2" fmla="*/ 1143775 h 1400134"/>
                <a:gd name="connsiteX3" fmla="*/ 159502 w 617074"/>
                <a:gd name="connsiteY3" fmla="*/ 1020320 h 1400134"/>
                <a:gd name="connsiteX4" fmla="*/ 135538 w 617074"/>
                <a:gd name="connsiteY4" fmla="*/ 631545 h 1400134"/>
                <a:gd name="connsiteX5" fmla="*/ 12747 w 617074"/>
                <a:gd name="connsiteY5" fmla="*/ 45015 h 1400134"/>
                <a:gd name="connsiteX6" fmla="*/ 501098 w 617074"/>
                <a:gd name="connsiteY6" fmla="*/ 127163 h 1400134"/>
                <a:gd name="connsiteX7" fmla="*/ 452129 w 617074"/>
                <a:gd name="connsiteY7" fmla="*/ 819034 h 1400134"/>
                <a:gd name="connsiteX8" fmla="*/ 508784 w 617074"/>
                <a:gd name="connsiteY8" fmla="*/ 1134031 h 1400134"/>
                <a:gd name="connsiteX9" fmla="*/ 613676 w 617074"/>
                <a:gd name="connsiteY9" fmla="*/ 1332427 h 1400134"/>
                <a:gd name="connsiteX0" fmla="*/ 613676 w 617074"/>
                <a:gd name="connsiteY0" fmla="*/ 1332427 h 1466946"/>
                <a:gd name="connsiteX1" fmla="*/ 370304 w 617074"/>
                <a:gd name="connsiteY1" fmla="*/ 1400134 h 1466946"/>
                <a:gd name="connsiteX2" fmla="*/ 179906 w 617074"/>
                <a:gd name="connsiteY2" fmla="*/ 1448225 h 1466946"/>
                <a:gd name="connsiteX3" fmla="*/ 159502 w 617074"/>
                <a:gd name="connsiteY3" fmla="*/ 1020320 h 1466946"/>
                <a:gd name="connsiteX4" fmla="*/ 135538 w 617074"/>
                <a:gd name="connsiteY4" fmla="*/ 631545 h 1466946"/>
                <a:gd name="connsiteX5" fmla="*/ 12747 w 617074"/>
                <a:gd name="connsiteY5" fmla="*/ 45015 h 1466946"/>
                <a:gd name="connsiteX6" fmla="*/ 501098 w 617074"/>
                <a:gd name="connsiteY6" fmla="*/ 127163 h 1466946"/>
                <a:gd name="connsiteX7" fmla="*/ 452129 w 617074"/>
                <a:gd name="connsiteY7" fmla="*/ 819034 h 1466946"/>
                <a:gd name="connsiteX8" fmla="*/ 508784 w 617074"/>
                <a:gd name="connsiteY8" fmla="*/ 1134031 h 1466946"/>
                <a:gd name="connsiteX9" fmla="*/ 613676 w 617074"/>
                <a:gd name="connsiteY9" fmla="*/ 1332427 h 1466946"/>
                <a:gd name="connsiteX0" fmla="*/ 613676 w 616969"/>
                <a:gd name="connsiteY0" fmla="*/ 1332301 h 1466820"/>
                <a:gd name="connsiteX1" fmla="*/ 370304 w 616969"/>
                <a:gd name="connsiteY1" fmla="*/ 1400008 h 1466820"/>
                <a:gd name="connsiteX2" fmla="*/ 179906 w 616969"/>
                <a:gd name="connsiteY2" fmla="*/ 1448099 h 1466820"/>
                <a:gd name="connsiteX3" fmla="*/ 159502 w 616969"/>
                <a:gd name="connsiteY3" fmla="*/ 1020194 h 1466820"/>
                <a:gd name="connsiteX4" fmla="*/ 135538 w 616969"/>
                <a:gd name="connsiteY4" fmla="*/ 631419 h 1466820"/>
                <a:gd name="connsiteX5" fmla="*/ 12747 w 616969"/>
                <a:gd name="connsiteY5" fmla="*/ 44889 h 1466820"/>
                <a:gd name="connsiteX6" fmla="*/ 501098 w 616969"/>
                <a:gd name="connsiteY6" fmla="*/ 127037 h 1466820"/>
                <a:gd name="connsiteX7" fmla="*/ 475762 w 616969"/>
                <a:gd name="connsiteY7" fmla="*/ 815871 h 1466820"/>
                <a:gd name="connsiteX8" fmla="*/ 508784 w 616969"/>
                <a:gd name="connsiteY8" fmla="*/ 1133905 h 1466820"/>
                <a:gd name="connsiteX9" fmla="*/ 613676 w 616969"/>
                <a:gd name="connsiteY9" fmla="*/ 1332301 h 1466820"/>
                <a:gd name="connsiteX0" fmla="*/ 611067 w 614360"/>
                <a:gd name="connsiteY0" fmla="*/ 1343166 h 1477685"/>
                <a:gd name="connsiteX1" fmla="*/ 367695 w 614360"/>
                <a:gd name="connsiteY1" fmla="*/ 1410873 h 1477685"/>
                <a:gd name="connsiteX2" fmla="*/ 177297 w 614360"/>
                <a:gd name="connsiteY2" fmla="*/ 1458964 h 1477685"/>
                <a:gd name="connsiteX3" fmla="*/ 156893 w 614360"/>
                <a:gd name="connsiteY3" fmla="*/ 1031059 h 1477685"/>
                <a:gd name="connsiteX4" fmla="*/ 132929 w 614360"/>
                <a:gd name="connsiteY4" fmla="*/ 642284 h 1477685"/>
                <a:gd name="connsiteX5" fmla="*/ 10138 w 614360"/>
                <a:gd name="connsiteY5" fmla="*/ 55754 h 1477685"/>
                <a:gd name="connsiteX6" fmla="*/ 448227 w 614360"/>
                <a:gd name="connsiteY6" fmla="*/ 111375 h 1477685"/>
                <a:gd name="connsiteX7" fmla="*/ 473153 w 614360"/>
                <a:gd name="connsiteY7" fmla="*/ 826736 h 1477685"/>
                <a:gd name="connsiteX8" fmla="*/ 506175 w 614360"/>
                <a:gd name="connsiteY8" fmla="*/ 1144770 h 1477685"/>
                <a:gd name="connsiteX9" fmla="*/ 611067 w 614360"/>
                <a:gd name="connsiteY9" fmla="*/ 1343166 h 1477685"/>
                <a:gd name="connsiteX0" fmla="*/ 611067 w 613018"/>
                <a:gd name="connsiteY0" fmla="*/ 1343166 h 1477685"/>
                <a:gd name="connsiteX1" fmla="*/ 367695 w 613018"/>
                <a:gd name="connsiteY1" fmla="*/ 1410873 h 1477685"/>
                <a:gd name="connsiteX2" fmla="*/ 177297 w 613018"/>
                <a:gd name="connsiteY2" fmla="*/ 1458964 h 1477685"/>
                <a:gd name="connsiteX3" fmla="*/ 156893 w 613018"/>
                <a:gd name="connsiteY3" fmla="*/ 1031059 h 1477685"/>
                <a:gd name="connsiteX4" fmla="*/ 132929 w 613018"/>
                <a:gd name="connsiteY4" fmla="*/ 642284 h 1477685"/>
                <a:gd name="connsiteX5" fmla="*/ 10138 w 613018"/>
                <a:gd name="connsiteY5" fmla="*/ 55754 h 1477685"/>
                <a:gd name="connsiteX6" fmla="*/ 448227 w 613018"/>
                <a:gd name="connsiteY6" fmla="*/ 111375 h 1477685"/>
                <a:gd name="connsiteX7" fmla="*/ 473153 w 613018"/>
                <a:gd name="connsiteY7" fmla="*/ 826736 h 1477685"/>
                <a:gd name="connsiteX8" fmla="*/ 481686 w 613018"/>
                <a:gd name="connsiteY8" fmla="*/ 1138493 h 1477685"/>
                <a:gd name="connsiteX9" fmla="*/ 611067 w 613018"/>
                <a:gd name="connsiteY9" fmla="*/ 1343166 h 1477685"/>
                <a:gd name="connsiteX0" fmla="*/ 611067 w 614052"/>
                <a:gd name="connsiteY0" fmla="*/ 1343166 h 1477685"/>
                <a:gd name="connsiteX1" fmla="*/ 367695 w 614052"/>
                <a:gd name="connsiteY1" fmla="*/ 1410873 h 1477685"/>
                <a:gd name="connsiteX2" fmla="*/ 177297 w 614052"/>
                <a:gd name="connsiteY2" fmla="*/ 1458964 h 1477685"/>
                <a:gd name="connsiteX3" fmla="*/ 156893 w 614052"/>
                <a:gd name="connsiteY3" fmla="*/ 1031059 h 1477685"/>
                <a:gd name="connsiteX4" fmla="*/ 132929 w 614052"/>
                <a:gd name="connsiteY4" fmla="*/ 642284 h 1477685"/>
                <a:gd name="connsiteX5" fmla="*/ 10138 w 614052"/>
                <a:gd name="connsiteY5" fmla="*/ 55754 h 1477685"/>
                <a:gd name="connsiteX6" fmla="*/ 448227 w 614052"/>
                <a:gd name="connsiteY6" fmla="*/ 111375 h 1477685"/>
                <a:gd name="connsiteX7" fmla="*/ 473153 w 614052"/>
                <a:gd name="connsiteY7" fmla="*/ 826736 h 1477685"/>
                <a:gd name="connsiteX8" fmla="*/ 501380 w 614052"/>
                <a:gd name="connsiteY8" fmla="*/ 1135962 h 1477685"/>
                <a:gd name="connsiteX9" fmla="*/ 611067 w 614052"/>
                <a:gd name="connsiteY9" fmla="*/ 1343166 h 1477685"/>
                <a:gd name="connsiteX0" fmla="*/ 611067 w 614052"/>
                <a:gd name="connsiteY0" fmla="*/ 1319718 h 1454237"/>
                <a:gd name="connsiteX1" fmla="*/ 367695 w 614052"/>
                <a:gd name="connsiteY1" fmla="*/ 1387425 h 1454237"/>
                <a:gd name="connsiteX2" fmla="*/ 177297 w 614052"/>
                <a:gd name="connsiteY2" fmla="*/ 1435516 h 1454237"/>
                <a:gd name="connsiteX3" fmla="*/ 156893 w 614052"/>
                <a:gd name="connsiteY3" fmla="*/ 1007611 h 1454237"/>
                <a:gd name="connsiteX4" fmla="*/ 132929 w 614052"/>
                <a:gd name="connsiteY4" fmla="*/ 618836 h 1454237"/>
                <a:gd name="connsiteX5" fmla="*/ 10138 w 614052"/>
                <a:gd name="connsiteY5" fmla="*/ 32306 h 1454237"/>
                <a:gd name="connsiteX6" fmla="*/ 448227 w 614052"/>
                <a:gd name="connsiteY6" fmla="*/ 87927 h 1454237"/>
                <a:gd name="connsiteX7" fmla="*/ 467888 w 614052"/>
                <a:gd name="connsiteY7" fmla="*/ 185388 h 1454237"/>
                <a:gd name="connsiteX8" fmla="*/ 473153 w 614052"/>
                <a:gd name="connsiteY8" fmla="*/ 803288 h 1454237"/>
                <a:gd name="connsiteX9" fmla="*/ 501380 w 614052"/>
                <a:gd name="connsiteY9" fmla="*/ 1112514 h 1454237"/>
                <a:gd name="connsiteX10" fmla="*/ 611067 w 614052"/>
                <a:gd name="connsiteY10" fmla="*/ 1319718 h 1454237"/>
                <a:gd name="connsiteX0" fmla="*/ 611067 w 614052"/>
                <a:gd name="connsiteY0" fmla="*/ 1319550 h 1454069"/>
                <a:gd name="connsiteX1" fmla="*/ 367695 w 614052"/>
                <a:gd name="connsiteY1" fmla="*/ 1387257 h 1454069"/>
                <a:gd name="connsiteX2" fmla="*/ 177297 w 614052"/>
                <a:gd name="connsiteY2" fmla="*/ 1435348 h 1454069"/>
                <a:gd name="connsiteX3" fmla="*/ 156893 w 614052"/>
                <a:gd name="connsiteY3" fmla="*/ 1007443 h 1454069"/>
                <a:gd name="connsiteX4" fmla="*/ 132929 w 614052"/>
                <a:gd name="connsiteY4" fmla="*/ 618668 h 1454069"/>
                <a:gd name="connsiteX5" fmla="*/ 10138 w 614052"/>
                <a:gd name="connsiteY5" fmla="*/ 32138 h 1454069"/>
                <a:gd name="connsiteX6" fmla="*/ 448227 w 614052"/>
                <a:gd name="connsiteY6" fmla="*/ 87759 h 1454069"/>
                <a:gd name="connsiteX7" fmla="*/ 519091 w 614052"/>
                <a:gd name="connsiteY7" fmla="*/ 178639 h 1454069"/>
                <a:gd name="connsiteX8" fmla="*/ 473153 w 614052"/>
                <a:gd name="connsiteY8" fmla="*/ 803120 h 1454069"/>
                <a:gd name="connsiteX9" fmla="*/ 501380 w 614052"/>
                <a:gd name="connsiteY9" fmla="*/ 1112346 h 1454069"/>
                <a:gd name="connsiteX10" fmla="*/ 611067 w 614052"/>
                <a:gd name="connsiteY10" fmla="*/ 1319550 h 1454069"/>
                <a:gd name="connsiteX0" fmla="*/ 616670 w 619655"/>
                <a:gd name="connsiteY0" fmla="*/ 1439896 h 1574415"/>
                <a:gd name="connsiteX1" fmla="*/ 373298 w 619655"/>
                <a:gd name="connsiteY1" fmla="*/ 1507603 h 1574415"/>
                <a:gd name="connsiteX2" fmla="*/ 182900 w 619655"/>
                <a:gd name="connsiteY2" fmla="*/ 1555694 h 1574415"/>
                <a:gd name="connsiteX3" fmla="*/ 162496 w 619655"/>
                <a:gd name="connsiteY3" fmla="*/ 1127789 h 1574415"/>
                <a:gd name="connsiteX4" fmla="*/ 138532 w 619655"/>
                <a:gd name="connsiteY4" fmla="*/ 739014 h 1574415"/>
                <a:gd name="connsiteX5" fmla="*/ 15741 w 619655"/>
                <a:gd name="connsiteY5" fmla="*/ 152484 h 1574415"/>
                <a:gd name="connsiteX6" fmla="*/ 558808 w 619655"/>
                <a:gd name="connsiteY6" fmla="*/ 6118 h 1574415"/>
                <a:gd name="connsiteX7" fmla="*/ 524694 w 619655"/>
                <a:gd name="connsiteY7" fmla="*/ 298985 h 1574415"/>
                <a:gd name="connsiteX8" fmla="*/ 478756 w 619655"/>
                <a:gd name="connsiteY8" fmla="*/ 923466 h 1574415"/>
                <a:gd name="connsiteX9" fmla="*/ 506983 w 619655"/>
                <a:gd name="connsiteY9" fmla="*/ 1232692 h 1574415"/>
                <a:gd name="connsiteX10" fmla="*/ 616670 w 619655"/>
                <a:gd name="connsiteY10" fmla="*/ 1439896 h 1574415"/>
                <a:gd name="connsiteX0" fmla="*/ 616670 w 619655"/>
                <a:gd name="connsiteY0" fmla="*/ 1439896 h 1574415"/>
                <a:gd name="connsiteX1" fmla="*/ 373298 w 619655"/>
                <a:gd name="connsiteY1" fmla="*/ 1507603 h 1574415"/>
                <a:gd name="connsiteX2" fmla="*/ 182900 w 619655"/>
                <a:gd name="connsiteY2" fmla="*/ 1555694 h 1574415"/>
                <a:gd name="connsiteX3" fmla="*/ 162496 w 619655"/>
                <a:gd name="connsiteY3" fmla="*/ 1127789 h 1574415"/>
                <a:gd name="connsiteX4" fmla="*/ 138532 w 619655"/>
                <a:gd name="connsiteY4" fmla="*/ 739014 h 1574415"/>
                <a:gd name="connsiteX5" fmla="*/ 15741 w 619655"/>
                <a:gd name="connsiteY5" fmla="*/ 152484 h 1574415"/>
                <a:gd name="connsiteX6" fmla="*/ 558808 w 619655"/>
                <a:gd name="connsiteY6" fmla="*/ 6118 h 1574415"/>
                <a:gd name="connsiteX7" fmla="*/ 524694 w 619655"/>
                <a:gd name="connsiteY7" fmla="*/ 298985 h 1574415"/>
                <a:gd name="connsiteX8" fmla="*/ 478756 w 619655"/>
                <a:gd name="connsiteY8" fmla="*/ 923466 h 1574415"/>
                <a:gd name="connsiteX9" fmla="*/ 506983 w 619655"/>
                <a:gd name="connsiteY9" fmla="*/ 1232692 h 1574415"/>
                <a:gd name="connsiteX10" fmla="*/ 616670 w 619655"/>
                <a:gd name="connsiteY10" fmla="*/ 1439896 h 1574415"/>
                <a:gd name="connsiteX0" fmla="*/ 616670 w 619655"/>
                <a:gd name="connsiteY0" fmla="*/ 1439751 h 1574270"/>
                <a:gd name="connsiteX1" fmla="*/ 373298 w 619655"/>
                <a:gd name="connsiteY1" fmla="*/ 1507458 h 1574270"/>
                <a:gd name="connsiteX2" fmla="*/ 182900 w 619655"/>
                <a:gd name="connsiteY2" fmla="*/ 1555549 h 1574270"/>
                <a:gd name="connsiteX3" fmla="*/ 162496 w 619655"/>
                <a:gd name="connsiteY3" fmla="*/ 1127644 h 1574270"/>
                <a:gd name="connsiteX4" fmla="*/ 138532 w 619655"/>
                <a:gd name="connsiteY4" fmla="*/ 738869 h 1574270"/>
                <a:gd name="connsiteX5" fmla="*/ 15741 w 619655"/>
                <a:gd name="connsiteY5" fmla="*/ 152339 h 1574270"/>
                <a:gd name="connsiteX6" fmla="*/ 558808 w 619655"/>
                <a:gd name="connsiteY6" fmla="*/ 5973 h 1574270"/>
                <a:gd name="connsiteX7" fmla="*/ 544388 w 619655"/>
                <a:gd name="connsiteY7" fmla="*/ 296308 h 1574270"/>
                <a:gd name="connsiteX8" fmla="*/ 478756 w 619655"/>
                <a:gd name="connsiteY8" fmla="*/ 923321 h 1574270"/>
                <a:gd name="connsiteX9" fmla="*/ 506983 w 619655"/>
                <a:gd name="connsiteY9" fmla="*/ 1232547 h 1574270"/>
                <a:gd name="connsiteX10" fmla="*/ 616670 w 619655"/>
                <a:gd name="connsiteY10" fmla="*/ 1439751 h 1574270"/>
                <a:gd name="connsiteX0" fmla="*/ 616670 w 619655"/>
                <a:gd name="connsiteY0" fmla="*/ 1439751 h 1580463"/>
                <a:gd name="connsiteX1" fmla="*/ 373298 w 619655"/>
                <a:gd name="connsiteY1" fmla="*/ 1507458 h 1580463"/>
                <a:gd name="connsiteX2" fmla="*/ 182900 w 619655"/>
                <a:gd name="connsiteY2" fmla="*/ 1555549 h 1580463"/>
                <a:gd name="connsiteX3" fmla="*/ 74301 w 619655"/>
                <a:gd name="connsiteY3" fmla="*/ 1035307 h 1580463"/>
                <a:gd name="connsiteX4" fmla="*/ 138532 w 619655"/>
                <a:gd name="connsiteY4" fmla="*/ 738869 h 1580463"/>
                <a:gd name="connsiteX5" fmla="*/ 15741 w 619655"/>
                <a:gd name="connsiteY5" fmla="*/ 152339 h 1580463"/>
                <a:gd name="connsiteX6" fmla="*/ 558808 w 619655"/>
                <a:gd name="connsiteY6" fmla="*/ 5973 h 1580463"/>
                <a:gd name="connsiteX7" fmla="*/ 544388 w 619655"/>
                <a:gd name="connsiteY7" fmla="*/ 296308 h 1580463"/>
                <a:gd name="connsiteX8" fmla="*/ 478756 w 619655"/>
                <a:gd name="connsiteY8" fmla="*/ 923321 h 1580463"/>
                <a:gd name="connsiteX9" fmla="*/ 506983 w 619655"/>
                <a:gd name="connsiteY9" fmla="*/ 1232547 h 1580463"/>
                <a:gd name="connsiteX10" fmla="*/ 616670 w 619655"/>
                <a:gd name="connsiteY10" fmla="*/ 1439751 h 1580463"/>
                <a:gd name="connsiteX0" fmla="*/ 622472 w 625457"/>
                <a:gd name="connsiteY0" fmla="*/ 1439702 h 1580414"/>
                <a:gd name="connsiteX1" fmla="*/ 379100 w 625457"/>
                <a:gd name="connsiteY1" fmla="*/ 1507409 h 1580414"/>
                <a:gd name="connsiteX2" fmla="*/ 188702 w 625457"/>
                <a:gd name="connsiteY2" fmla="*/ 1555500 h 1580414"/>
                <a:gd name="connsiteX3" fmla="*/ 80103 w 625457"/>
                <a:gd name="connsiteY3" fmla="*/ 1035258 h 1580414"/>
                <a:gd name="connsiteX4" fmla="*/ 104089 w 625457"/>
                <a:gd name="connsiteY4" fmla="*/ 734567 h 1580414"/>
                <a:gd name="connsiteX5" fmla="*/ 21543 w 625457"/>
                <a:gd name="connsiteY5" fmla="*/ 152290 h 1580414"/>
                <a:gd name="connsiteX6" fmla="*/ 564610 w 625457"/>
                <a:gd name="connsiteY6" fmla="*/ 5924 h 1580414"/>
                <a:gd name="connsiteX7" fmla="*/ 550190 w 625457"/>
                <a:gd name="connsiteY7" fmla="*/ 296259 h 1580414"/>
                <a:gd name="connsiteX8" fmla="*/ 484558 w 625457"/>
                <a:gd name="connsiteY8" fmla="*/ 923272 h 1580414"/>
                <a:gd name="connsiteX9" fmla="*/ 512785 w 625457"/>
                <a:gd name="connsiteY9" fmla="*/ 1232498 h 1580414"/>
                <a:gd name="connsiteX10" fmla="*/ 622472 w 625457"/>
                <a:gd name="connsiteY10" fmla="*/ 1439702 h 1580414"/>
                <a:gd name="connsiteX0" fmla="*/ 622472 w 625457"/>
                <a:gd name="connsiteY0" fmla="*/ 1439702 h 1578487"/>
                <a:gd name="connsiteX1" fmla="*/ 379100 w 625457"/>
                <a:gd name="connsiteY1" fmla="*/ 1507409 h 1578487"/>
                <a:gd name="connsiteX2" fmla="*/ 132703 w 625457"/>
                <a:gd name="connsiteY2" fmla="*/ 1553273 h 1578487"/>
                <a:gd name="connsiteX3" fmla="*/ 80103 w 625457"/>
                <a:gd name="connsiteY3" fmla="*/ 1035258 h 1578487"/>
                <a:gd name="connsiteX4" fmla="*/ 104089 w 625457"/>
                <a:gd name="connsiteY4" fmla="*/ 734567 h 1578487"/>
                <a:gd name="connsiteX5" fmla="*/ 21543 w 625457"/>
                <a:gd name="connsiteY5" fmla="*/ 152290 h 1578487"/>
                <a:gd name="connsiteX6" fmla="*/ 564610 w 625457"/>
                <a:gd name="connsiteY6" fmla="*/ 5924 h 1578487"/>
                <a:gd name="connsiteX7" fmla="*/ 550190 w 625457"/>
                <a:gd name="connsiteY7" fmla="*/ 296259 h 1578487"/>
                <a:gd name="connsiteX8" fmla="*/ 484558 w 625457"/>
                <a:gd name="connsiteY8" fmla="*/ 923272 h 1578487"/>
                <a:gd name="connsiteX9" fmla="*/ 512785 w 625457"/>
                <a:gd name="connsiteY9" fmla="*/ 1232498 h 1578487"/>
                <a:gd name="connsiteX10" fmla="*/ 622472 w 625457"/>
                <a:gd name="connsiteY10" fmla="*/ 1439702 h 1578487"/>
                <a:gd name="connsiteX0" fmla="*/ 622472 w 626073"/>
                <a:gd name="connsiteY0" fmla="*/ 1439702 h 1578906"/>
                <a:gd name="connsiteX1" fmla="*/ 363344 w 626073"/>
                <a:gd name="connsiteY1" fmla="*/ 1509434 h 1578906"/>
                <a:gd name="connsiteX2" fmla="*/ 132703 w 626073"/>
                <a:gd name="connsiteY2" fmla="*/ 1553273 h 1578906"/>
                <a:gd name="connsiteX3" fmla="*/ 80103 w 626073"/>
                <a:gd name="connsiteY3" fmla="*/ 1035258 h 1578906"/>
                <a:gd name="connsiteX4" fmla="*/ 104089 w 626073"/>
                <a:gd name="connsiteY4" fmla="*/ 734567 h 1578906"/>
                <a:gd name="connsiteX5" fmla="*/ 21543 w 626073"/>
                <a:gd name="connsiteY5" fmla="*/ 152290 h 1578906"/>
                <a:gd name="connsiteX6" fmla="*/ 564610 w 626073"/>
                <a:gd name="connsiteY6" fmla="*/ 5924 h 1578906"/>
                <a:gd name="connsiteX7" fmla="*/ 550190 w 626073"/>
                <a:gd name="connsiteY7" fmla="*/ 296259 h 1578906"/>
                <a:gd name="connsiteX8" fmla="*/ 484558 w 626073"/>
                <a:gd name="connsiteY8" fmla="*/ 923272 h 1578906"/>
                <a:gd name="connsiteX9" fmla="*/ 512785 w 626073"/>
                <a:gd name="connsiteY9" fmla="*/ 1232498 h 1578906"/>
                <a:gd name="connsiteX10" fmla="*/ 622472 w 626073"/>
                <a:gd name="connsiteY10" fmla="*/ 1439702 h 1578906"/>
                <a:gd name="connsiteX0" fmla="*/ 622472 w 626073"/>
                <a:gd name="connsiteY0" fmla="*/ 1439702 h 1584759"/>
                <a:gd name="connsiteX1" fmla="*/ 363344 w 626073"/>
                <a:gd name="connsiteY1" fmla="*/ 1509434 h 1584759"/>
                <a:gd name="connsiteX2" fmla="*/ 132703 w 626073"/>
                <a:gd name="connsiteY2" fmla="*/ 1553273 h 1584759"/>
                <a:gd name="connsiteX3" fmla="*/ 80103 w 626073"/>
                <a:gd name="connsiteY3" fmla="*/ 1035258 h 1584759"/>
                <a:gd name="connsiteX4" fmla="*/ 104089 w 626073"/>
                <a:gd name="connsiteY4" fmla="*/ 734567 h 1584759"/>
                <a:gd name="connsiteX5" fmla="*/ 21543 w 626073"/>
                <a:gd name="connsiteY5" fmla="*/ 152290 h 1584759"/>
                <a:gd name="connsiteX6" fmla="*/ 564610 w 626073"/>
                <a:gd name="connsiteY6" fmla="*/ 5924 h 1584759"/>
                <a:gd name="connsiteX7" fmla="*/ 550190 w 626073"/>
                <a:gd name="connsiteY7" fmla="*/ 296259 h 1584759"/>
                <a:gd name="connsiteX8" fmla="*/ 484558 w 626073"/>
                <a:gd name="connsiteY8" fmla="*/ 923272 h 1584759"/>
                <a:gd name="connsiteX9" fmla="*/ 512785 w 626073"/>
                <a:gd name="connsiteY9" fmla="*/ 1232498 h 1584759"/>
                <a:gd name="connsiteX10" fmla="*/ 622472 w 626073"/>
                <a:gd name="connsiteY10" fmla="*/ 1439702 h 1584759"/>
                <a:gd name="connsiteX0" fmla="*/ 604061 w 608147"/>
                <a:gd name="connsiteY0" fmla="*/ 1456205 h 1584759"/>
                <a:gd name="connsiteX1" fmla="*/ 363344 w 608147"/>
                <a:gd name="connsiteY1" fmla="*/ 1509434 h 1584759"/>
                <a:gd name="connsiteX2" fmla="*/ 132703 w 608147"/>
                <a:gd name="connsiteY2" fmla="*/ 1553273 h 1584759"/>
                <a:gd name="connsiteX3" fmla="*/ 80103 w 608147"/>
                <a:gd name="connsiteY3" fmla="*/ 1035258 h 1584759"/>
                <a:gd name="connsiteX4" fmla="*/ 104089 w 608147"/>
                <a:gd name="connsiteY4" fmla="*/ 734567 h 1584759"/>
                <a:gd name="connsiteX5" fmla="*/ 21543 w 608147"/>
                <a:gd name="connsiteY5" fmla="*/ 152290 h 1584759"/>
                <a:gd name="connsiteX6" fmla="*/ 564610 w 608147"/>
                <a:gd name="connsiteY6" fmla="*/ 5924 h 1584759"/>
                <a:gd name="connsiteX7" fmla="*/ 550190 w 608147"/>
                <a:gd name="connsiteY7" fmla="*/ 296259 h 1584759"/>
                <a:gd name="connsiteX8" fmla="*/ 484558 w 608147"/>
                <a:gd name="connsiteY8" fmla="*/ 923272 h 1584759"/>
                <a:gd name="connsiteX9" fmla="*/ 512785 w 608147"/>
                <a:gd name="connsiteY9" fmla="*/ 1232498 h 1584759"/>
                <a:gd name="connsiteX10" fmla="*/ 604061 w 608147"/>
                <a:gd name="connsiteY10" fmla="*/ 1456205 h 1584759"/>
                <a:gd name="connsiteX0" fmla="*/ 604061 w 609809"/>
                <a:gd name="connsiteY0" fmla="*/ 1456205 h 1586040"/>
                <a:gd name="connsiteX1" fmla="*/ 327894 w 609809"/>
                <a:gd name="connsiteY1" fmla="*/ 1513989 h 1586040"/>
                <a:gd name="connsiteX2" fmla="*/ 132703 w 609809"/>
                <a:gd name="connsiteY2" fmla="*/ 1553273 h 1586040"/>
                <a:gd name="connsiteX3" fmla="*/ 80103 w 609809"/>
                <a:gd name="connsiteY3" fmla="*/ 1035258 h 1586040"/>
                <a:gd name="connsiteX4" fmla="*/ 104089 w 609809"/>
                <a:gd name="connsiteY4" fmla="*/ 734567 h 1586040"/>
                <a:gd name="connsiteX5" fmla="*/ 21543 w 609809"/>
                <a:gd name="connsiteY5" fmla="*/ 152290 h 1586040"/>
                <a:gd name="connsiteX6" fmla="*/ 564610 w 609809"/>
                <a:gd name="connsiteY6" fmla="*/ 5924 h 1586040"/>
                <a:gd name="connsiteX7" fmla="*/ 550190 w 609809"/>
                <a:gd name="connsiteY7" fmla="*/ 296259 h 1586040"/>
                <a:gd name="connsiteX8" fmla="*/ 484558 w 609809"/>
                <a:gd name="connsiteY8" fmla="*/ 923272 h 1586040"/>
                <a:gd name="connsiteX9" fmla="*/ 512785 w 609809"/>
                <a:gd name="connsiteY9" fmla="*/ 1232498 h 1586040"/>
                <a:gd name="connsiteX10" fmla="*/ 604061 w 609809"/>
                <a:gd name="connsiteY10" fmla="*/ 1456205 h 1586040"/>
                <a:gd name="connsiteX0" fmla="*/ 604061 w 609809"/>
                <a:gd name="connsiteY0" fmla="*/ 1456205 h 1575258"/>
                <a:gd name="connsiteX1" fmla="*/ 327894 w 609809"/>
                <a:gd name="connsiteY1" fmla="*/ 1513989 h 1575258"/>
                <a:gd name="connsiteX2" fmla="*/ 95541 w 609809"/>
                <a:gd name="connsiteY2" fmla="*/ 1539199 h 1575258"/>
                <a:gd name="connsiteX3" fmla="*/ 80103 w 609809"/>
                <a:gd name="connsiteY3" fmla="*/ 1035258 h 1575258"/>
                <a:gd name="connsiteX4" fmla="*/ 104089 w 609809"/>
                <a:gd name="connsiteY4" fmla="*/ 734567 h 1575258"/>
                <a:gd name="connsiteX5" fmla="*/ 21543 w 609809"/>
                <a:gd name="connsiteY5" fmla="*/ 152290 h 1575258"/>
                <a:gd name="connsiteX6" fmla="*/ 564610 w 609809"/>
                <a:gd name="connsiteY6" fmla="*/ 5924 h 1575258"/>
                <a:gd name="connsiteX7" fmla="*/ 550190 w 609809"/>
                <a:gd name="connsiteY7" fmla="*/ 296259 h 1575258"/>
                <a:gd name="connsiteX8" fmla="*/ 484558 w 609809"/>
                <a:gd name="connsiteY8" fmla="*/ 923272 h 1575258"/>
                <a:gd name="connsiteX9" fmla="*/ 512785 w 609809"/>
                <a:gd name="connsiteY9" fmla="*/ 1232498 h 1575258"/>
                <a:gd name="connsiteX10" fmla="*/ 604061 w 609809"/>
                <a:gd name="connsiteY10" fmla="*/ 1456205 h 1575258"/>
                <a:gd name="connsiteX0" fmla="*/ 604061 w 607205"/>
                <a:gd name="connsiteY0" fmla="*/ 1456205 h 1575258"/>
                <a:gd name="connsiteX1" fmla="*/ 327894 w 607205"/>
                <a:gd name="connsiteY1" fmla="*/ 1513989 h 1575258"/>
                <a:gd name="connsiteX2" fmla="*/ 95541 w 607205"/>
                <a:gd name="connsiteY2" fmla="*/ 1539199 h 1575258"/>
                <a:gd name="connsiteX3" fmla="*/ 80103 w 607205"/>
                <a:gd name="connsiteY3" fmla="*/ 1035258 h 1575258"/>
                <a:gd name="connsiteX4" fmla="*/ 104089 w 607205"/>
                <a:gd name="connsiteY4" fmla="*/ 734567 h 1575258"/>
                <a:gd name="connsiteX5" fmla="*/ 21543 w 607205"/>
                <a:gd name="connsiteY5" fmla="*/ 152290 h 1575258"/>
                <a:gd name="connsiteX6" fmla="*/ 564610 w 607205"/>
                <a:gd name="connsiteY6" fmla="*/ 5924 h 1575258"/>
                <a:gd name="connsiteX7" fmla="*/ 550190 w 607205"/>
                <a:gd name="connsiteY7" fmla="*/ 296259 h 1575258"/>
                <a:gd name="connsiteX8" fmla="*/ 484558 w 607205"/>
                <a:gd name="connsiteY8" fmla="*/ 923272 h 1575258"/>
                <a:gd name="connsiteX9" fmla="*/ 512785 w 607205"/>
                <a:gd name="connsiteY9" fmla="*/ 1232498 h 1575258"/>
                <a:gd name="connsiteX10" fmla="*/ 604061 w 607205"/>
                <a:gd name="connsiteY10" fmla="*/ 1456205 h 157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205" h="1575258">
                  <a:moveTo>
                    <a:pt x="604061" y="1456205"/>
                  </a:moveTo>
                  <a:cubicBezTo>
                    <a:pt x="635840" y="1490363"/>
                    <a:pt x="418422" y="1513476"/>
                    <a:pt x="327894" y="1513989"/>
                  </a:cubicBezTo>
                  <a:cubicBezTo>
                    <a:pt x="174410" y="1546081"/>
                    <a:pt x="136840" y="1618988"/>
                    <a:pt x="95541" y="1539199"/>
                  </a:cubicBezTo>
                  <a:cubicBezTo>
                    <a:pt x="54243" y="1459411"/>
                    <a:pt x="91522" y="1056186"/>
                    <a:pt x="80103" y="1035258"/>
                  </a:cubicBezTo>
                  <a:cubicBezTo>
                    <a:pt x="68684" y="1014330"/>
                    <a:pt x="110909" y="784717"/>
                    <a:pt x="104089" y="734567"/>
                  </a:cubicBezTo>
                  <a:cubicBezTo>
                    <a:pt x="97269" y="684417"/>
                    <a:pt x="-55210" y="273730"/>
                    <a:pt x="21543" y="152290"/>
                  </a:cubicBezTo>
                  <a:cubicBezTo>
                    <a:pt x="98296" y="30850"/>
                    <a:pt x="476502" y="-18071"/>
                    <a:pt x="564610" y="5924"/>
                  </a:cubicBezTo>
                  <a:cubicBezTo>
                    <a:pt x="652718" y="29919"/>
                    <a:pt x="569241" y="169336"/>
                    <a:pt x="550190" y="296259"/>
                  </a:cubicBezTo>
                  <a:cubicBezTo>
                    <a:pt x="554344" y="415486"/>
                    <a:pt x="478976" y="768751"/>
                    <a:pt x="484558" y="923272"/>
                  </a:cubicBezTo>
                  <a:cubicBezTo>
                    <a:pt x="501281" y="1063965"/>
                    <a:pt x="492868" y="1143676"/>
                    <a:pt x="512785" y="1232498"/>
                  </a:cubicBezTo>
                  <a:cubicBezTo>
                    <a:pt x="532702" y="1321320"/>
                    <a:pt x="572282" y="1422047"/>
                    <a:pt x="604061" y="145620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34000">
                  <a:schemeClr val="bg1"/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xmlns="" id="{68E4A133-A2BF-D243-AD43-FB616F1FCB0B}"/>
                </a:ext>
              </a:extLst>
            </p:cNvPr>
            <p:cNvSpPr/>
            <p:nvPr/>
          </p:nvSpPr>
          <p:spPr>
            <a:xfrm>
              <a:off x="4459806" y="2426067"/>
              <a:ext cx="334187" cy="1659139"/>
            </a:xfrm>
            <a:custGeom>
              <a:avLst/>
              <a:gdLst>
                <a:gd name="connsiteX0" fmla="*/ 333364 w 333364"/>
                <a:gd name="connsiteY0" fmla="*/ 0 h 1654377"/>
                <a:gd name="connsiteX1" fmla="*/ 100800 w 333364"/>
                <a:gd name="connsiteY1" fmla="*/ 676550 h 1654377"/>
                <a:gd name="connsiteX2" fmla="*/ 374 w 333364"/>
                <a:gd name="connsiteY2" fmla="*/ 1247390 h 1654377"/>
                <a:gd name="connsiteX3" fmla="*/ 69087 w 333364"/>
                <a:gd name="connsiteY3" fmla="*/ 1516953 h 1654377"/>
                <a:gd name="connsiteX4" fmla="*/ 132513 w 333364"/>
                <a:gd name="connsiteY4" fmla="*/ 1654377 h 1654377"/>
                <a:gd name="connsiteX0" fmla="*/ 334250 w 334250"/>
                <a:gd name="connsiteY0" fmla="*/ 0 h 1654377"/>
                <a:gd name="connsiteX1" fmla="*/ 101686 w 334250"/>
                <a:gd name="connsiteY1" fmla="*/ 676550 h 1654377"/>
                <a:gd name="connsiteX2" fmla="*/ 1260 w 334250"/>
                <a:gd name="connsiteY2" fmla="*/ 1247390 h 1654377"/>
                <a:gd name="connsiteX3" fmla="*/ 50923 w 334250"/>
                <a:gd name="connsiteY3" fmla="*/ 1521716 h 1654377"/>
                <a:gd name="connsiteX4" fmla="*/ 133399 w 334250"/>
                <a:gd name="connsiteY4" fmla="*/ 1654377 h 1654377"/>
                <a:gd name="connsiteX0" fmla="*/ 334187 w 334187"/>
                <a:gd name="connsiteY0" fmla="*/ 0 h 1659139"/>
                <a:gd name="connsiteX1" fmla="*/ 101623 w 334187"/>
                <a:gd name="connsiteY1" fmla="*/ 676550 h 1659139"/>
                <a:gd name="connsiteX2" fmla="*/ 1197 w 334187"/>
                <a:gd name="connsiteY2" fmla="*/ 1247390 h 1659139"/>
                <a:gd name="connsiteX3" fmla="*/ 50860 w 334187"/>
                <a:gd name="connsiteY3" fmla="*/ 1521716 h 1659139"/>
                <a:gd name="connsiteX4" fmla="*/ 119048 w 334187"/>
                <a:gd name="connsiteY4" fmla="*/ 1659139 h 165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187" h="1659139">
                  <a:moveTo>
                    <a:pt x="334187" y="0"/>
                  </a:moveTo>
                  <a:cubicBezTo>
                    <a:pt x="245654" y="234326"/>
                    <a:pt x="157121" y="468652"/>
                    <a:pt x="101623" y="676550"/>
                  </a:cubicBezTo>
                  <a:cubicBezTo>
                    <a:pt x="46125" y="884448"/>
                    <a:pt x="9657" y="1106529"/>
                    <a:pt x="1197" y="1247390"/>
                  </a:cubicBezTo>
                  <a:cubicBezTo>
                    <a:pt x="-7263" y="1388251"/>
                    <a:pt x="31218" y="1453091"/>
                    <a:pt x="50860" y="1521716"/>
                  </a:cubicBezTo>
                  <a:cubicBezTo>
                    <a:pt x="70502" y="1590341"/>
                    <a:pt x="82930" y="1638878"/>
                    <a:pt x="119048" y="1659139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E3F66608-FE78-FE46-AD27-2E36CA0A1927}"/>
                </a:ext>
              </a:extLst>
            </p:cNvPr>
            <p:cNvSpPr/>
            <p:nvPr/>
          </p:nvSpPr>
          <p:spPr>
            <a:xfrm>
              <a:off x="1907863" y="1315382"/>
              <a:ext cx="2170280" cy="3637018"/>
            </a:xfrm>
            <a:custGeom>
              <a:avLst/>
              <a:gdLst>
                <a:gd name="connsiteX0" fmla="*/ 1168142 w 2185951"/>
                <a:gd name="connsiteY0" fmla="*/ 3499753 h 3637018"/>
                <a:gd name="connsiteX1" fmla="*/ 1046574 w 2185951"/>
                <a:gd name="connsiteY1" fmla="*/ 3341187 h 3637018"/>
                <a:gd name="connsiteX2" fmla="*/ 909150 w 2185951"/>
                <a:gd name="connsiteY2" fmla="*/ 3246047 h 3637018"/>
                <a:gd name="connsiteX3" fmla="*/ 909150 w 2185951"/>
                <a:gd name="connsiteY3" fmla="*/ 3246047 h 3637018"/>
                <a:gd name="connsiteX4" fmla="*/ 359453 w 2185951"/>
                <a:gd name="connsiteY4" fmla="*/ 2865487 h 3637018"/>
                <a:gd name="connsiteX5" fmla="*/ 5321 w 2185951"/>
                <a:gd name="connsiteY5" fmla="*/ 2077941 h 3637018"/>
                <a:gd name="connsiteX6" fmla="*/ 185030 w 2185951"/>
                <a:gd name="connsiteY6" fmla="*/ 1142398 h 3637018"/>
                <a:gd name="connsiteX7" fmla="*/ 692443 w 2185951"/>
                <a:gd name="connsiteY7" fmla="*/ 502847 h 3637018"/>
                <a:gd name="connsiteX8" fmla="*/ 1168142 w 2185951"/>
                <a:gd name="connsiteY8" fmla="*/ 164572 h 3637018"/>
                <a:gd name="connsiteX9" fmla="*/ 1532845 w 2185951"/>
                <a:gd name="connsiteY9" fmla="*/ 720 h 3637018"/>
                <a:gd name="connsiteX10" fmla="*/ 1633270 w 2185951"/>
                <a:gd name="connsiteY10" fmla="*/ 222713 h 3637018"/>
                <a:gd name="connsiteX11" fmla="*/ 1675555 w 2185951"/>
                <a:gd name="connsiteY11" fmla="*/ 682556 h 3637018"/>
                <a:gd name="connsiteX12" fmla="*/ 1839407 w 2185951"/>
                <a:gd name="connsiteY12" fmla="*/ 941547 h 3637018"/>
                <a:gd name="connsiteX13" fmla="*/ 2151254 w 2185951"/>
                <a:gd name="connsiteY13" fmla="*/ 1729094 h 3637018"/>
                <a:gd name="connsiteX14" fmla="*/ 2177682 w 2185951"/>
                <a:gd name="connsiteY14" fmla="*/ 2405645 h 3637018"/>
                <a:gd name="connsiteX15" fmla="*/ 2145969 w 2185951"/>
                <a:gd name="connsiteY15" fmla="*/ 2733349 h 3637018"/>
                <a:gd name="connsiteX16" fmla="*/ 2145969 w 2185951"/>
                <a:gd name="connsiteY16" fmla="*/ 2807346 h 3637018"/>
                <a:gd name="connsiteX17" fmla="*/ 2140683 w 2185951"/>
                <a:gd name="connsiteY17" fmla="*/ 2817917 h 3637018"/>
                <a:gd name="connsiteX18" fmla="*/ 1945118 w 2185951"/>
                <a:gd name="connsiteY18" fmla="*/ 2876058 h 3637018"/>
                <a:gd name="connsiteX19" fmla="*/ 1775980 w 2185951"/>
                <a:gd name="connsiteY19" fmla="*/ 2934200 h 3637018"/>
                <a:gd name="connsiteX20" fmla="*/ 1770695 w 2185951"/>
                <a:gd name="connsiteY20" fmla="*/ 3024054 h 3637018"/>
                <a:gd name="connsiteX21" fmla="*/ 1733696 w 2185951"/>
                <a:gd name="connsiteY21" fmla="*/ 3267189 h 3637018"/>
                <a:gd name="connsiteX22" fmla="*/ 1696697 w 2185951"/>
                <a:gd name="connsiteY22" fmla="*/ 3404613 h 3637018"/>
                <a:gd name="connsiteX23" fmla="*/ 1627985 w 2185951"/>
                <a:gd name="connsiteY23" fmla="*/ 3594893 h 3637018"/>
                <a:gd name="connsiteX24" fmla="*/ 1464133 w 2185951"/>
                <a:gd name="connsiteY24" fmla="*/ 3631892 h 3637018"/>
                <a:gd name="connsiteX25" fmla="*/ 1168142 w 2185951"/>
                <a:gd name="connsiteY25" fmla="*/ 3499753 h 3637018"/>
                <a:gd name="connsiteX0" fmla="*/ 1168912 w 2186721"/>
                <a:gd name="connsiteY0" fmla="*/ 3499753 h 3637018"/>
                <a:gd name="connsiteX1" fmla="*/ 1047344 w 2186721"/>
                <a:gd name="connsiteY1" fmla="*/ 3341187 h 3637018"/>
                <a:gd name="connsiteX2" fmla="*/ 909920 w 2186721"/>
                <a:gd name="connsiteY2" fmla="*/ 3246047 h 3637018"/>
                <a:gd name="connsiteX3" fmla="*/ 909920 w 2186721"/>
                <a:gd name="connsiteY3" fmla="*/ 3246047 h 3637018"/>
                <a:gd name="connsiteX4" fmla="*/ 376080 w 2186721"/>
                <a:gd name="connsiteY4" fmla="*/ 2865487 h 3637018"/>
                <a:gd name="connsiteX5" fmla="*/ 6091 w 2186721"/>
                <a:gd name="connsiteY5" fmla="*/ 2077941 h 3637018"/>
                <a:gd name="connsiteX6" fmla="*/ 185800 w 2186721"/>
                <a:gd name="connsiteY6" fmla="*/ 1142398 h 3637018"/>
                <a:gd name="connsiteX7" fmla="*/ 693213 w 2186721"/>
                <a:gd name="connsiteY7" fmla="*/ 502847 h 3637018"/>
                <a:gd name="connsiteX8" fmla="*/ 1168912 w 2186721"/>
                <a:gd name="connsiteY8" fmla="*/ 164572 h 3637018"/>
                <a:gd name="connsiteX9" fmla="*/ 1533615 w 2186721"/>
                <a:gd name="connsiteY9" fmla="*/ 720 h 3637018"/>
                <a:gd name="connsiteX10" fmla="*/ 1634040 w 2186721"/>
                <a:gd name="connsiteY10" fmla="*/ 222713 h 3637018"/>
                <a:gd name="connsiteX11" fmla="*/ 1676325 w 2186721"/>
                <a:gd name="connsiteY11" fmla="*/ 682556 h 3637018"/>
                <a:gd name="connsiteX12" fmla="*/ 1840177 w 2186721"/>
                <a:gd name="connsiteY12" fmla="*/ 941547 h 3637018"/>
                <a:gd name="connsiteX13" fmla="*/ 2152024 w 2186721"/>
                <a:gd name="connsiteY13" fmla="*/ 1729094 h 3637018"/>
                <a:gd name="connsiteX14" fmla="*/ 2178452 w 2186721"/>
                <a:gd name="connsiteY14" fmla="*/ 2405645 h 3637018"/>
                <a:gd name="connsiteX15" fmla="*/ 2146739 w 2186721"/>
                <a:gd name="connsiteY15" fmla="*/ 2733349 h 3637018"/>
                <a:gd name="connsiteX16" fmla="*/ 2146739 w 2186721"/>
                <a:gd name="connsiteY16" fmla="*/ 2807346 h 3637018"/>
                <a:gd name="connsiteX17" fmla="*/ 2141453 w 2186721"/>
                <a:gd name="connsiteY17" fmla="*/ 2817917 h 3637018"/>
                <a:gd name="connsiteX18" fmla="*/ 1945888 w 2186721"/>
                <a:gd name="connsiteY18" fmla="*/ 2876058 h 3637018"/>
                <a:gd name="connsiteX19" fmla="*/ 1776750 w 2186721"/>
                <a:gd name="connsiteY19" fmla="*/ 2934200 h 3637018"/>
                <a:gd name="connsiteX20" fmla="*/ 1771465 w 2186721"/>
                <a:gd name="connsiteY20" fmla="*/ 3024054 h 3637018"/>
                <a:gd name="connsiteX21" fmla="*/ 1734466 w 2186721"/>
                <a:gd name="connsiteY21" fmla="*/ 3267189 h 3637018"/>
                <a:gd name="connsiteX22" fmla="*/ 1697467 w 2186721"/>
                <a:gd name="connsiteY22" fmla="*/ 3404613 h 3637018"/>
                <a:gd name="connsiteX23" fmla="*/ 1628755 w 2186721"/>
                <a:gd name="connsiteY23" fmla="*/ 3594893 h 3637018"/>
                <a:gd name="connsiteX24" fmla="*/ 1464903 w 2186721"/>
                <a:gd name="connsiteY24" fmla="*/ 3631892 h 3637018"/>
                <a:gd name="connsiteX25" fmla="*/ 1168912 w 2186721"/>
                <a:gd name="connsiteY25" fmla="*/ 3499753 h 3637018"/>
                <a:gd name="connsiteX0" fmla="*/ 1168912 w 2186721"/>
                <a:gd name="connsiteY0" fmla="*/ 3499753 h 3637018"/>
                <a:gd name="connsiteX1" fmla="*/ 1047344 w 2186721"/>
                <a:gd name="connsiteY1" fmla="*/ 3341187 h 3637018"/>
                <a:gd name="connsiteX2" fmla="*/ 909920 w 2186721"/>
                <a:gd name="connsiteY2" fmla="*/ 3246047 h 3637018"/>
                <a:gd name="connsiteX3" fmla="*/ 746068 w 2186721"/>
                <a:gd name="connsiteY3" fmla="*/ 3113909 h 3637018"/>
                <a:gd name="connsiteX4" fmla="*/ 376080 w 2186721"/>
                <a:gd name="connsiteY4" fmla="*/ 2865487 h 3637018"/>
                <a:gd name="connsiteX5" fmla="*/ 6091 w 2186721"/>
                <a:gd name="connsiteY5" fmla="*/ 2077941 h 3637018"/>
                <a:gd name="connsiteX6" fmla="*/ 185800 w 2186721"/>
                <a:gd name="connsiteY6" fmla="*/ 1142398 h 3637018"/>
                <a:gd name="connsiteX7" fmla="*/ 693213 w 2186721"/>
                <a:gd name="connsiteY7" fmla="*/ 502847 h 3637018"/>
                <a:gd name="connsiteX8" fmla="*/ 1168912 w 2186721"/>
                <a:gd name="connsiteY8" fmla="*/ 164572 h 3637018"/>
                <a:gd name="connsiteX9" fmla="*/ 1533615 w 2186721"/>
                <a:gd name="connsiteY9" fmla="*/ 720 h 3637018"/>
                <a:gd name="connsiteX10" fmla="*/ 1634040 w 2186721"/>
                <a:gd name="connsiteY10" fmla="*/ 222713 h 3637018"/>
                <a:gd name="connsiteX11" fmla="*/ 1676325 w 2186721"/>
                <a:gd name="connsiteY11" fmla="*/ 682556 h 3637018"/>
                <a:gd name="connsiteX12" fmla="*/ 1840177 w 2186721"/>
                <a:gd name="connsiteY12" fmla="*/ 941547 h 3637018"/>
                <a:gd name="connsiteX13" fmla="*/ 2152024 w 2186721"/>
                <a:gd name="connsiteY13" fmla="*/ 1729094 h 3637018"/>
                <a:gd name="connsiteX14" fmla="*/ 2178452 w 2186721"/>
                <a:gd name="connsiteY14" fmla="*/ 2405645 h 3637018"/>
                <a:gd name="connsiteX15" fmla="*/ 2146739 w 2186721"/>
                <a:gd name="connsiteY15" fmla="*/ 2733349 h 3637018"/>
                <a:gd name="connsiteX16" fmla="*/ 2146739 w 2186721"/>
                <a:gd name="connsiteY16" fmla="*/ 2807346 h 3637018"/>
                <a:gd name="connsiteX17" fmla="*/ 2141453 w 2186721"/>
                <a:gd name="connsiteY17" fmla="*/ 2817917 h 3637018"/>
                <a:gd name="connsiteX18" fmla="*/ 1945888 w 2186721"/>
                <a:gd name="connsiteY18" fmla="*/ 2876058 h 3637018"/>
                <a:gd name="connsiteX19" fmla="*/ 1776750 w 2186721"/>
                <a:gd name="connsiteY19" fmla="*/ 2934200 h 3637018"/>
                <a:gd name="connsiteX20" fmla="*/ 1771465 w 2186721"/>
                <a:gd name="connsiteY20" fmla="*/ 3024054 h 3637018"/>
                <a:gd name="connsiteX21" fmla="*/ 1734466 w 2186721"/>
                <a:gd name="connsiteY21" fmla="*/ 3267189 h 3637018"/>
                <a:gd name="connsiteX22" fmla="*/ 1697467 w 2186721"/>
                <a:gd name="connsiteY22" fmla="*/ 3404613 h 3637018"/>
                <a:gd name="connsiteX23" fmla="*/ 1628755 w 2186721"/>
                <a:gd name="connsiteY23" fmla="*/ 3594893 h 3637018"/>
                <a:gd name="connsiteX24" fmla="*/ 1464903 w 2186721"/>
                <a:gd name="connsiteY24" fmla="*/ 3631892 h 3637018"/>
                <a:gd name="connsiteX25" fmla="*/ 1168912 w 2186721"/>
                <a:gd name="connsiteY25" fmla="*/ 3499753 h 3637018"/>
                <a:gd name="connsiteX0" fmla="*/ 1169174 w 2186983"/>
                <a:gd name="connsiteY0" fmla="*/ 3499753 h 3637018"/>
                <a:gd name="connsiteX1" fmla="*/ 1047606 w 2186983"/>
                <a:gd name="connsiteY1" fmla="*/ 3341187 h 3637018"/>
                <a:gd name="connsiteX2" fmla="*/ 910182 w 2186983"/>
                <a:gd name="connsiteY2" fmla="*/ 3246047 h 3637018"/>
                <a:gd name="connsiteX3" fmla="*/ 746330 w 2186983"/>
                <a:gd name="connsiteY3" fmla="*/ 3113909 h 3637018"/>
                <a:gd name="connsiteX4" fmla="*/ 381628 w 2186983"/>
                <a:gd name="connsiteY4" fmla="*/ 2844345 h 3637018"/>
                <a:gd name="connsiteX5" fmla="*/ 6353 w 2186983"/>
                <a:gd name="connsiteY5" fmla="*/ 2077941 h 3637018"/>
                <a:gd name="connsiteX6" fmla="*/ 186062 w 2186983"/>
                <a:gd name="connsiteY6" fmla="*/ 1142398 h 3637018"/>
                <a:gd name="connsiteX7" fmla="*/ 693475 w 2186983"/>
                <a:gd name="connsiteY7" fmla="*/ 502847 h 3637018"/>
                <a:gd name="connsiteX8" fmla="*/ 1169174 w 2186983"/>
                <a:gd name="connsiteY8" fmla="*/ 164572 h 3637018"/>
                <a:gd name="connsiteX9" fmla="*/ 1533877 w 2186983"/>
                <a:gd name="connsiteY9" fmla="*/ 720 h 3637018"/>
                <a:gd name="connsiteX10" fmla="*/ 1634302 w 2186983"/>
                <a:gd name="connsiteY10" fmla="*/ 222713 h 3637018"/>
                <a:gd name="connsiteX11" fmla="*/ 1676587 w 2186983"/>
                <a:gd name="connsiteY11" fmla="*/ 682556 h 3637018"/>
                <a:gd name="connsiteX12" fmla="*/ 1840439 w 2186983"/>
                <a:gd name="connsiteY12" fmla="*/ 941547 h 3637018"/>
                <a:gd name="connsiteX13" fmla="*/ 2152286 w 2186983"/>
                <a:gd name="connsiteY13" fmla="*/ 1729094 h 3637018"/>
                <a:gd name="connsiteX14" fmla="*/ 2178714 w 2186983"/>
                <a:gd name="connsiteY14" fmla="*/ 2405645 h 3637018"/>
                <a:gd name="connsiteX15" fmla="*/ 2147001 w 2186983"/>
                <a:gd name="connsiteY15" fmla="*/ 2733349 h 3637018"/>
                <a:gd name="connsiteX16" fmla="*/ 2147001 w 2186983"/>
                <a:gd name="connsiteY16" fmla="*/ 2807346 h 3637018"/>
                <a:gd name="connsiteX17" fmla="*/ 2141715 w 2186983"/>
                <a:gd name="connsiteY17" fmla="*/ 2817917 h 3637018"/>
                <a:gd name="connsiteX18" fmla="*/ 1946150 w 2186983"/>
                <a:gd name="connsiteY18" fmla="*/ 2876058 h 3637018"/>
                <a:gd name="connsiteX19" fmla="*/ 1777012 w 2186983"/>
                <a:gd name="connsiteY19" fmla="*/ 2934200 h 3637018"/>
                <a:gd name="connsiteX20" fmla="*/ 1771727 w 2186983"/>
                <a:gd name="connsiteY20" fmla="*/ 3024054 h 3637018"/>
                <a:gd name="connsiteX21" fmla="*/ 1734728 w 2186983"/>
                <a:gd name="connsiteY21" fmla="*/ 3267189 h 3637018"/>
                <a:gd name="connsiteX22" fmla="*/ 1697729 w 2186983"/>
                <a:gd name="connsiteY22" fmla="*/ 3404613 h 3637018"/>
                <a:gd name="connsiteX23" fmla="*/ 1629017 w 2186983"/>
                <a:gd name="connsiteY23" fmla="*/ 3594893 h 3637018"/>
                <a:gd name="connsiteX24" fmla="*/ 1465165 w 2186983"/>
                <a:gd name="connsiteY24" fmla="*/ 3631892 h 3637018"/>
                <a:gd name="connsiteX25" fmla="*/ 1169174 w 2186983"/>
                <a:gd name="connsiteY25" fmla="*/ 3499753 h 3637018"/>
                <a:gd name="connsiteX0" fmla="*/ 1159062 w 2176871"/>
                <a:gd name="connsiteY0" fmla="*/ 3499753 h 3637018"/>
                <a:gd name="connsiteX1" fmla="*/ 1037494 w 2176871"/>
                <a:gd name="connsiteY1" fmla="*/ 3341187 h 3637018"/>
                <a:gd name="connsiteX2" fmla="*/ 900070 w 2176871"/>
                <a:gd name="connsiteY2" fmla="*/ 3246047 h 3637018"/>
                <a:gd name="connsiteX3" fmla="*/ 736218 w 2176871"/>
                <a:gd name="connsiteY3" fmla="*/ 3113909 h 3637018"/>
                <a:gd name="connsiteX4" fmla="*/ 371516 w 2176871"/>
                <a:gd name="connsiteY4" fmla="*/ 2844345 h 3637018"/>
                <a:gd name="connsiteX5" fmla="*/ 6812 w 2176871"/>
                <a:gd name="connsiteY5" fmla="*/ 2056798 h 3637018"/>
                <a:gd name="connsiteX6" fmla="*/ 175950 w 2176871"/>
                <a:gd name="connsiteY6" fmla="*/ 1142398 h 3637018"/>
                <a:gd name="connsiteX7" fmla="*/ 683363 w 2176871"/>
                <a:gd name="connsiteY7" fmla="*/ 502847 h 3637018"/>
                <a:gd name="connsiteX8" fmla="*/ 1159062 w 2176871"/>
                <a:gd name="connsiteY8" fmla="*/ 164572 h 3637018"/>
                <a:gd name="connsiteX9" fmla="*/ 1523765 w 2176871"/>
                <a:gd name="connsiteY9" fmla="*/ 720 h 3637018"/>
                <a:gd name="connsiteX10" fmla="*/ 1624190 w 2176871"/>
                <a:gd name="connsiteY10" fmla="*/ 222713 h 3637018"/>
                <a:gd name="connsiteX11" fmla="*/ 1666475 w 2176871"/>
                <a:gd name="connsiteY11" fmla="*/ 682556 h 3637018"/>
                <a:gd name="connsiteX12" fmla="*/ 1830327 w 2176871"/>
                <a:gd name="connsiteY12" fmla="*/ 941547 h 3637018"/>
                <a:gd name="connsiteX13" fmla="*/ 2142174 w 2176871"/>
                <a:gd name="connsiteY13" fmla="*/ 1729094 h 3637018"/>
                <a:gd name="connsiteX14" fmla="*/ 2168602 w 2176871"/>
                <a:gd name="connsiteY14" fmla="*/ 2405645 h 3637018"/>
                <a:gd name="connsiteX15" fmla="*/ 2136889 w 2176871"/>
                <a:gd name="connsiteY15" fmla="*/ 2733349 h 3637018"/>
                <a:gd name="connsiteX16" fmla="*/ 2136889 w 2176871"/>
                <a:gd name="connsiteY16" fmla="*/ 2807346 h 3637018"/>
                <a:gd name="connsiteX17" fmla="*/ 2131603 w 2176871"/>
                <a:gd name="connsiteY17" fmla="*/ 2817917 h 3637018"/>
                <a:gd name="connsiteX18" fmla="*/ 1936038 w 2176871"/>
                <a:gd name="connsiteY18" fmla="*/ 2876058 h 3637018"/>
                <a:gd name="connsiteX19" fmla="*/ 1766900 w 2176871"/>
                <a:gd name="connsiteY19" fmla="*/ 2934200 h 3637018"/>
                <a:gd name="connsiteX20" fmla="*/ 1761615 w 2176871"/>
                <a:gd name="connsiteY20" fmla="*/ 3024054 h 3637018"/>
                <a:gd name="connsiteX21" fmla="*/ 1724616 w 2176871"/>
                <a:gd name="connsiteY21" fmla="*/ 3267189 h 3637018"/>
                <a:gd name="connsiteX22" fmla="*/ 1687617 w 2176871"/>
                <a:gd name="connsiteY22" fmla="*/ 3404613 h 3637018"/>
                <a:gd name="connsiteX23" fmla="*/ 1618905 w 2176871"/>
                <a:gd name="connsiteY23" fmla="*/ 3594893 h 3637018"/>
                <a:gd name="connsiteX24" fmla="*/ 1455053 w 2176871"/>
                <a:gd name="connsiteY24" fmla="*/ 3631892 h 3637018"/>
                <a:gd name="connsiteX25" fmla="*/ 1159062 w 2176871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733602 w 2174255"/>
                <a:gd name="connsiteY3" fmla="*/ 3113909 h 3637018"/>
                <a:gd name="connsiteX4" fmla="*/ 316044 w 2174255"/>
                <a:gd name="connsiteY4" fmla="*/ 2823203 h 3637018"/>
                <a:gd name="connsiteX5" fmla="*/ 4196 w 2174255"/>
                <a:gd name="connsiteY5" fmla="*/ 2056798 h 3637018"/>
                <a:gd name="connsiteX6" fmla="*/ 173334 w 2174255"/>
                <a:gd name="connsiteY6" fmla="*/ 1142398 h 3637018"/>
                <a:gd name="connsiteX7" fmla="*/ 680747 w 2174255"/>
                <a:gd name="connsiteY7" fmla="*/ 502847 h 3637018"/>
                <a:gd name="connsiteX8" fmla="*/ 1156446 w 2174255"/>
                <a:gd name="connsiteY8" fmla="*/ 164572 h 3637018"/>
                <a:gd name="connsiteX9" fmla="*/ 1521149 w 2174255"/>
                <a:gd name="connsiteY9" fmla="*/ 720 h 3637018"/>
                <a:gd name="connsiteX10" fmla="*/ 1621574 w 2174255"/>
                <a:gd name="connsiteY10" fmla="*/ 222713 h 3637018"/>
                <a:gd name="connsiteX11" fmla="*/ 1663859 w 2174255"/>
                <a:gd name="connsiteY11" fmla="*/ 682556 h 3637018"/>
                <a:gd name="connsiteX12" fmla="*/ 1827711 w 2174255"/>
                <a:gd name="connsiteY12" fmla="*/ 941547 h 3637018"/>
                <a:gd name="connsiteX13" fmla="*/ 2139558 w 2174255"/>
                <a:gd name="connsiteY13" fmla="*/ 1729094 h 3637018"/>
                <a:gd name="connsiteX14" fmla="*/ 2165986 w 2174255"/>
                <a:gd name="connsiteY14" fmla="*/ 2405645 h 3637018"/>
                <a:gd name="connsiteX15" fmla="*/ 2134273 w 2174255"/>
                <a:gd name="connsiteY15" fmla="*/ 2733349 h 3637018"/>
                <a:gd name="connsiteX16" fmla="*/ 2134273 w 2174255"/>
                <a:gd name="connsiteY16" fmla="*/ 2807346 h 3637018"/>
                <a:gd name="connsiteX17" fmla="*/ 2128987 w 2174255"/>
                <a:gd name="connsiteY17" fmla="*/ 2817917 h 3637018"/>
                <a:gd name="connsiteX18" fmla="*/ 1933422 w 2174255"/>
                <a:gd name="connsiteY18" fmla="*/ 2876058 h 3637018"/>
                <a:gd name="connsiteX19" fmla="*/ 1764284 w 2174255"/>
                <a:gd name="connsiteY19" fmla="*/ 2934200 h 3637018"/>
                <a:gd name="connsiteX20" fmla="*/ 1758999 w 2174255"/>
                <a:gd name="connsiteY20" fmla="*/ 3024054 h 3637018"/>
                <a:gd name="connsiteX21" fmla="*/ 1722000 w 2174255"/>
                <a:gd name="connsiteY21" fmla="*/ 3267189 h 3637018"/>
                <a:gd name="connsiteX22" fmla="*/ 1685001 w 2174255"/>
                <a:gd name="connsiteY22" fmla="*/ 3404613 h 3637018"/>
                <a:gd name="connsiteX23" fmla="*/ 1616289 w 2174255"/>
                <a:gd name="connsiteY23" fmla="*/ 3594893 h 3637018"/>
                <a:gd name="connsiteX24" fmla="*/ 1452437 w 2174255"/>
                <a:gd name="connsiteY24" fmla="*/ 3631892 h 3637018"/>
                <a:gd name="connsiteX25" fmla="*/ 1156446 w 2174255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316044 w 2174255"/>
                <a:gd name="connsiteY4" fmla="*/ 2823203 h 3637018"/>
                <a:gd name="connsiteX5" fmla="*/ 4196 w 2174255"/>
                <a:gd name="connsiteY5" fmla="*/ 2056798 h 3637018"/>
                <a:gd name="connsiteX6" fmla="*/ 173334 w 2174255"/>
                <a:gd name="connsiteY6" fmla="*/ 1142398 h 3637018"/>
                <a:gd name="connsiteX7" fmla="*/ 680747 w 2174255"/>
                <a:gd name="connsiteY7" fmla="*/ 502847 h 3637018"/>
                <a:gd name="connsiteX8" fmla="*/ 1156446 w 2174255"/>
                <a:gd name="connsiteY8" fmla="*/ 164572 h 3637018"/>
                <a:gd name="connsiteX9" fmla="*/ 1521149 w 2174255"/>
                <a:gd name="connsiteY9" fmla="*/ 720 h 3637018"/>
                <a:gd name="connsiteX10" fmla="*/ 1621574 w 2174255"/>
                <a:gd name="connsiteY10" fmla="*/ 222713 h 3637018"/>
                <a:gd name="connsiteX11" fmla="*/ 1663859 w 2174255"/>
                <a:gd name="connsiteY11" fmla="*/ 682556 h 3637018"/>
                <a:gd name="connsiteX12" fmla="*/ 1827711 w 2174255"/>
                <a:gd name="connsiteY12" fmla="*/ 941547 h 3637018"/>
                <a:gd name="connsiteX13" fmla="*/ 2139558 w 2174255"/>
                <a:gd name="connsiteY13" fmla="*/ 1729094 h 3637018"/>
                <a:gd name="connsiteX14" fmla="*/ 2165986 w 2174255"/>
                <a:gd name="connsiteY14" fmla="*/ 2405645 h 3637018"/>
                <a:gd name="connsiteX15" fmla="*/ 2134273 w 2174255"/>
                <a:gd name="connsiteY15" fmla="*/ 2733349 h 3637018"/>
                <a:gd name="connsiteX16" fmla="*/ 2134273 w 2174255"/>
                <a:gd name="connsiteY16" fmla="*/ 2807346 h 3637018"/>
                <a:gd name="connsiteX17" fmla="*/ 2128987 w 2174255"/>
                <a:gd name="connsiteY17" fmla="*/ 2817917 h 3637018"/>
                <a:gd name="connsiteX18" fmla="*/ 1933422 w 2174255"/>
                <a:gd name="connsiteY18" fmla="*/ 2876058 h 3637018"/>
                <a:gd name="connsiteX19" fmla="*/ 1764284 w 2174255"/>
                <a:gd name="connsiteY19" fmla="*/ 2934200 h 3637018"/>
                <a:gd name="connsiteX20" fmla="*/ 1758999 w 2174255"/>
                <a:gd name="connsiteY20" fmla="*/ 3024054 h 3637018"/>
                <a:gd name="connsiteX21" fmla="*/ 1722000 w 2174255"/>
                <a:gd name="connsiteY21" fmla="*/ 3267189 h 3637018"/>
                <a:gd name="connsiteX22" fmla="*/ 1685001 w 2174255"/>
                <a:gd name="connsiteY22" fmla="*/ 3404613 h 3637018"/>
                <a:gd name="connsiteX23" fmla="*/ 1616289 w 2174255"/>
                <a:gd name="connsiteY23" fmla="*/ 3594893 h 3637018"/>
                <a:gd name="connsiteX24" fmla="*/ 1452437 w 2174255"/>
                <a:gd name="connsiteY24" fmla="*/ 3631892 h 3637018"/>
                <a:gd name="connsiteX25" fmla="*/ 1156446 w 2174255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427331 w 2174255"/>
                <a:gd name="connsiteY4" fmla="*/ 2941770 h 3637018"/>
                <a:gd name="connsiteX5" fmla="*/ 316044 w 2174255"/>
                <a:gd name="connsiteY5" fmla="*/ 2823203 h 3637018"/>
                <a:gd name="connsiteX6" fmla="*/ 4196 w 2174255"/>
                <a:gd name="connsiteY6" fmla="*/ 2056798 h 3637018"/>
                <a:gd name="connsiteX7" fmla="*/ 173334 w 2174255"/>
                <a:gd name="connsiteY7" fmla="*/ 1142398 h 3637018"/>
                <a:gd name="connsiteX8" fmla="*/ 680747 w 2174255"/>
                <a:gd name="connsiteY8" fmla="*/ 502847 h 3637018"/>
                <a:gd name="connsiteX9" fmla="*/ 1156446 w 2174255"/>
                <a:gd name="connsiteY9" fmla="*/ 164572 h 3637018"/>
                <a:gd name="connsiteX10" fmla="*/ 1521149 w 2174255"/>
                <a:gd name="connsiteY10" fmla="*/ 720 h 3637018"/>
                <a:gd name="connsiteX11" fmla="*/ 1621574 w 2174255"/>
                <a:gd name="connsiteY11" fmla="*/ 222713 h 3637018"/>
                <a:gd name="connsiteX12" fmla="*/ 1663859 w 2174255"/>
                <a:gd name="connsiteY12" fmla="*/ 682556 h 3637018"/>
                <a:gd name="connsiteX13" fmla="*/ 1827711 w 2174255"/>
                <a:gd name="connsiteY13" fmla="*/ 941547 h 3637018"/>
                <a:gd name="connsiteX14" fmla="*/ 2139558 w 2174255"/>
                <a:gd name="connsiteY14" fmla="*/ 1729094 h 3637018"/>
                <a:gd name="connsiteX15" fmla="*/ 2165986 w 2174255"/>
                <a:gd name="connsiteY15" fmla="*/ 2405645 h 3637018"/>
                <a:gd name="connsiteX16" fmla="*/ 2134273 w 2174255"/>
                <a:gd name="connsiteY16" fmla="*/ 2733349 h 3637018"/>
                <a:gd name="connsiteX17" fmla="*/ 2134273 w 2174255"/>
                <a:gd name="connsiteY17" fmla="*/ 2807346 h 3637018"/>
                <a:gd name="connsiteX18" fmla="*/ 2128987 w 2174255"/>
                <a:gd name="connsiteY18" fmla="*/ 2817917 h 3637018"/>
                <a:gd name="connsiteX19" fmla="*/ 1933422 w 2174255"/>
                <a:gd name="connsiteY19" fmla="*/ 2876058 h 3637018"/>
                <a:gd name="connsiteX20" fmla="*/ 1764284 w 2174255"/>
                <a:gd name="connsiteY20" fmla="*/ 2934200 h 3637018"/>
                <a:gd name="connsiteX21" fmla="*/ 1758999 w 2174255"/>
                <a:gd name="connsiteY21" fmla="*/ 3024054 h 3637018"/>
                <a:gd name="connsiteX22" fmla="*/ 1722000 w 2174255"/>
                <a:gd name="connsiteY22" fmla="*/ 3267189 h 3637018"/>
                <a:gd name="connsiteX23" fmla="*/ 1685001 w 2174255"/>
                <a:gd name="connsiteY23" fmla="*/ 3404613 h 3637018"/>
                <a:gd name="connsiteX24" fmla="*/ 1616289 w 2174255"/>
                <a:gd name="connsiteY24" fmla="*/ 3594893 h 3637018"/>
                <a:gd name="connsiteX25" fmla="*/ 1452437 w 2174255"/>
                <a:gd name="connsiteY25" fmla="*/ 3631892 h 3637018"/>
                <a:gd name="connsiteX26" fmla="*/ 1156446 w 2174255"/>
                <a:gd name="connsiteY26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454127 w 2174255"/>
                <a:gd name="connsiteY4" fmla="*/ 2908275 h 3637018"/>
                <a:gd name="connsiteX5" fmla="*/ 316044 w 2174255"/>
                <a:gd name="connsiteY5" fmla="*/ 2823203 h 3637018"/>
                <a:gd name="connsiteX6" fmla="*/ 4196 w 2174255"/>
                <a:gd name="connsiteY6" fmla="*/ 2056798 h 3637018"/>
                <a:gd name="connsiteX7" fmla="*/ 173334 w 2174255"/>
                <a:gd name="connsiteY7" fmla="*/ 1142398 h 3637018"/>
                <a:gd name="connsiteX8" fmla="*/ 680747 w 2174255"/>
                <a:gd name="connsiteY8" fmla="*/ 502847 h 3637018"/>
                <a:gd name="connsiteX9" fmla="*/ 1156446 w 2174255"/>
                <a:gd name="connsiteY9" fmla="*/ 164572 h 3637018"/>
                <a:gd name="connsiteX10" fmla="*/ 1521149 w 2174255"/>
                <a:gd name="connsiteY10" fmla="*/ 720 h 3637018"/>
                <a:gd name="connsiteX11" fmla="*/ 1621574 w 2174255"/>
                <a:gd name="connsiteY11" fmla="*/ 222713 h 3637018"/>
                <a:gd name="connsiteX12" fmla="*/ 1663859 w 2174255"/>
                <a:gd name="connsiteY12" fmla="*/ 682556 h 3637018"/>
                <a:gd name="connsiteX13" fmla="*/ 1827711 w 2174255"/>
                <a:gd name="connsiteY13" fmla="*/ 941547 h 3637018"/>
                <a:gd name="connsiteX14" fmla="*/ 2139558 w 2174255"/>
                <a:gd name="connsiteY14" fmla="*/ 1729094 h 3637018"/>
                <a:gd name="connsiteX15" fmla="*/ 2165986 w 2174255"/>
                <a:gd name="connsiteY15" fmla="*/ 2405645 h 3637018"/>
                <a:gd name="connsiteX16" fmla="*/ 2134273 w 2174255"/>
                <a:gd name="connsiteY16" fmla="*/ 2733349 h 3637018"/>
                <a:gd name="connsiteX17" fmla="*/ 2134273 w 2174255"/>
                <a:gd name="connsiteY17" fmla="*/ 2807346 h 3637018"/>
                <a:gd name="connsiteX18" fmla="*/ 2128987 w 2174255"/>
                <a:gd name="connsiteY18" fmla="*/ 2817917 h 3637018"/>
                <a:gd name="connsiteX19" fmla="*/ 1933422 w 2174255"/>
                <a:gd name="connsiteY19" fmla="*/ 2876058 h 3637018"/>
                <a:gd name="connsiteX20" fmla="*/ 1764284 w 2174255"/>
                <a:gd name="connsiteY20" fmla="*/ 2934200 h 3637018"/>
                <a:gd name="connsiteX21" fmla="*/ 1758999 w 2174255"/>
                <a:gd name="connsiteY21" fmla="*/ 3024054 h 3637018"/>
                <a:gd name="connsiteX22" fmla="*/ 1722000 w 2174255"/>
                <a:gd name="connsiteY22" fmla="*/ 3267189 h 3637018"/>
                <a:gd name="connsiteX23" fmla="*/ 1685001 w 2174255"/>
                <a:gd name="connsiteY23" fmla="*/ 3404613 h 3637018"/>
                <a:gd name="connsiteX24" fmla="*/ 1616289 w 2174255"/>
                <a:gd name="connsiteY24" fmla="*/ 3594893 h 3637018"/>
                <a:gd name="connsiteX25" fmla="*/ 1452437 w 2174255"/>
                <a:gd name="connsiteY25" fmla="*/ 3631892 h 3637018"/>
                <a:gd name="connsiteX26" fmla="*/ 1156446 w 2174255"/>
                <a:gd name="connsiteY26" fmla="*/ 3499753 h 3637018"/>
                <a:gd name="connsiteX0" fmla="*/ 1152798 w 2170607"/>
                <a:gd name="connsiteY0" fmla="*/ 3499753 h 3637018"/>
                <a:gd name="connsiteX1" fmla="*/ 1031230 w 2170607"/>
                <a:gd name="connsiteY1" fmla="*/ 3341187 h 3637018"/>
                <a:gd name="connsiteX2" fmla="*/ 893806 w 2170607"/>
                <a:gd name="connsiteY2" fmla="*/ 3246047 h 3637018"/>
                <a:gd name="connsiteX3" fmla="*/ 629529 w 2170607"/>
                <a:gd name="connsiteY3" fmla="*/ 3029340 h 3637018"/>
                <a:gd name="connsiteX4" fmla="*/ 450479 w 2170607"/>
                <a:gd name="connsiteY4" fmla="*/ 2908275 h 3637018"/>
                <a:gd name="connsiteX5" fmla="*/ 312396 w 2170607"/>
                <a:gd name="connsiteY5" fmla="*/ 2823203 h 3637018"/>
                <a:gd name="connsiteX6" fmla="*/ 212667 w 2170607"/>
                <a:gd name="connsiteY6" fmla="*/ 2650367 h 3637018"/>
                <a:gd name="connsiteX7" fmla="*/ 548 w 2170607"/>
                <a:gd name="connsiteY7" fmla="*/ 2056798 h 3637018"/>
                <a:gd name="connsiteX8" fmla="*/ 169686 w 2170607"/>
                <a:gd name="connsiteY8" fmla="*/ 1142398 h 3637018"/>
                <a:gd name="connsiteX9" fmla="*/ 677099 w 2170607"/>
                <a:gd name="connsiteY9" fmla="*/ 502847 h 3637018"/>
                <a:gd name="connsiteX10" fmla="*/ 1152798 w 2170607"/>
                <a:gd name="connsiteY10" fmla="*/ 164572 h 3637018"/>
                <a:gd name="connsiteX11" fmla="*/ 1517501 w 2170607"/>
                <a:gd name="connsiteY11" fmla="*/ 720 h 3637018"/>
                <a:gd name="connsiteX12" fmla="*/ 1617926 w 2170607"/>
                <a:gd name="connsiteY12" fmla="*/ 222713 h 3637018"/>
                <a:gd name="connsiteX13" fmla="*/ 1660211 w 2170607"/>
                <a:gd name="connsiteY13" fmla="*/ 682556 h 3637018"/>
                <a:gd name="connsiteX14" fmla="*/ 1824063 w 2170607"/>
                <a:gd name="connsiteY14" fmla="*/ 941547 h 3637018"/>
                <a:gd name="connsiteX15" fmla="*/ 2135910 w 2170607"/>
                <a:gd name="connsiteY15" fmla="*/ 1729094 h 3637018"/>
                <a:gd name="connsiteX16" fmla="*/ 2162338 w 2170607"/>
                <a:gd name="connsiteY16" fmla="*/ 2405645 h 3637018"/>
                <a:gd name="connsiteX17" fmla="*/ 2130625 w 2170607"/>
                <a:gd name="connsiteY17" fmla="*/ 2733349 h 3637018"/>
                <a:gd name="connsiteX18" fmla="*/ 2130625 w 2170607"/>
                <a:gd name="connsiteY18" fmla="*/ 2807346 h 3637018"/>
                <a:gd name="connsiteX19" fmla="*/ 2125339 w 2170607"/>
                <a:gd name="connsiteY19" fmla="*/ 2817917 h 3637018"/>
                <a:gd name="connsiteX20" fmla="*/ 1929774 w 2170607"/>
                <a:gd name="connsiteY20" fmla="*/ 2876058 h 3637018"/>
                <a:gd name="connsiteX21" fmla="*/ 1760636 w 2170607"/>
                <a:gd name="connsiteY21" fmla="*/ 2934200 h 3637018"/>
                <a:gd name="connsiteX22" fmla="*/ 1755351 w 2170607"/>
                <a:gd name="connsiteY22" fmla="*/ 3024054 h 3637018"/>
                <a:gd name="connsiteX23" fmla="*/ 1718352 w 2170607"/>
                <a:gd name="connsiteY23" fmla="*/ 3267189 h 3637018"/>
                <a:gd name="connsiteX24" fmla="*/ 1681353 w 2170607"/>
                <a:gd name="connsiteY24" fmla="*/ 3404613 h 3637018"/>
                <a:gd name="connsiteX25" fmla="*/ 1612641 w 2170607"/>
                <a:gd name="connsiteY25" fmla="*/ 3594893 h 3637018"/>
                <a:gd name="connsiteX26" fmla="*/ 1448789 w 2170607"/>
                <a:gd name="connsiteY26" fmla="*/ 3631892 h 3637018"/>
                <a:gd name="connsiteX27" fmla="*/ 1152798 w 2170607"/>
                <a:gd name="connsiteY27" fmla="*/ 3499753 h 3637018"/>
                <a:gd name="connsiteX0" fmla="*/ 1152798 w 2170607"/>
                <a:gd name="connsiteY0" fmla="*/ 3499753 h 3637018"/>
                <a:gd name="connsiteX1" fmla="*/ 1031230 w 2170607"/>
                <a:gd name="connsiteY1" fmla="*/ 3341187 h 3637018"/>
                <a:gd name="connsiteX2" fmla="*/ 893806 w 2170607"/>
                <a:gd name="connsiteY2" fmla="*/ 3246047 h 3637018"/>
                <a:gd name="connsiteX3" fmla="*/ 629529 w 2170607"/>
                <a:gd name="connsiteY3" fmla="*/ 3029340 h 3637018"/>
                <a:gd name="connsiteX4" fmla="*/ 433732 w 2170607"/>
                <a:gd name="connsiteY4" fmla="*/ 2914974 h 3637018"/>
                <a:gd name="connsiteX5" fmla="*/ 312396 w 2170607"/>
                <a:gd name="connsiteY5" fmla="*/ 2823203 h 3637018"/>
                <a:gd name="connsiteX6" fmla="*/ 212667 w 2170607"/>
                <a:gd name="connsiteY6" fmla="*/ 2650367 h 3637018"/>
                <a:gd name="connsiteX7" fmla="*/ 548 w 2170607"/>
                <a:gd name="connsiteY7" fmla="*/ 2056798 h 3637018"/>
                <a:gd name="connsiteX8" fmla="*/ 169686 w 2170607"/>
                <a:gd name="connsiteY8" fmla="*/ 1142398 h 3637018"/>
                <a:gd name="connsiteX9" fmla="*/ 677099 w 2170607"/>
                <a:gd name="connsiteY9" fmla="*/ 502847 h 3637018"/>
                <a:gd name="connsiteX10" fmla="*/ 1152798 w 2170607"/>
                <a:gd name="connsiteY10" fmla="*/ 164572 h 3637018"/>
                <a:gd name="connsiteX11" fmla="*/ 1517501 w 2170607"/>
                <a:gd name="connsiteY11" fmla="*/ 720 h 3637018"/>
                <a:gd name="connsiteX12" fmla="*/ 1617926 w 2170607"/>
                <a:gd name="connsiteY12" fmla="*/ 222713 h 3637018"/>
                <a:gd name="connsiteX13" fmla="*/ 1660211 w 2170607"/>
                <a:gd name="connsiteY13" fmla="*/ 682556 h 3637018"/>
                <a:gd name="connsiteX14" fmla="*/ 1824063 w 2170607"/>
                <a:gd name="connsiteY14" fmla="*/ 941547 h 3637018"/>
                <a:gd name="connsiteX15" fmla="*/ 2135910 w 2170607"/>
                <a:gd name="connsiteY15" fmla="*/ 1729094 h 3637018"/>
                <a:gd name="connsiteX16" fmla="*/ 2162338 w 2170607"/>
                <a:gd name="connsiteY16" fmla="*/ 2405645 h 3637018"/>
                <a:gd name="connsiteX17" fmla="*/ 2130625 w 2170607"/>
                <a:gd name="connsiteY17" fmla="*/ 2733349 h 3637018"/>
                <a:gd name="connsiteX18" fmla="*/ 2130625 w 2170607"/>
                <a:gd name="connsiteY18" fmla="*/ 2807346 h 3637018"/>
                <a:gd name="connsiteX19" fmla="*/ 2125339 w 2170607"/>
                <a:gd name="connsiteY19" fmla="*/ 2817917 h 3637018"/>
                <a:gd name="connsiteX20" fmla="*/ 1929774 w 2170607"/>
                <a:gd name="connsiteY20" fmla="*/ 2876058 h 3637018"/>
                <a:gd name="connsiteX21" fmla="*/ 1760636 w 2170607"/>
                <a:gd name="connsiteY21" fmla="*/ 2934200 h 3637018"/>
                <a:gd name="connsiteX22" fmla="*/ 1755351 w 2170607"/>
                <a:gd name="connsiteY22" fmla="*/ 3024054 h 3637018"/>
                <a:gd name="connsiteX23" fmla="*/ 1718352 w 2170607"/>
                <a:gd name="connsiteY23" fmla="*/ 3267189 h 3637018"/>
                <a:gd name="connsiteX24" fmla="*/ 1681353 w 2170607"/>
                <a:gd name="connsiteY24" fmla="*/ 3404613 h 3637018"/>
                <a:gd name="connsiteX25" fmla="*/ 1612641 w 2170607"/>
                <a:gd name="connsiteY25" fmla="*/ 3594893 h 3637018"/>
                <a:gd name="connsiteX26" fmla="*/ 1448789 w 2170607"/>
                <a:gd name="connsiteY26" fmla="*/ 3631892 h 3637018"/>
                <a:gd name="connsiteX27" fmla="*/ 1152798 w 2170607"/>
                <a:gd name="connsiteY27" fmla="*/ 3499753 h 3637018"/>
                <a:gd name="connsiteX0" fmla="*/ 1152471 w 2170280"/>
                <a:gd name="connsiteY0" fmla="*/ 3499753 h 3637018"/>
                <a:gd name="connsiteX1" fmla="*/ 1030903 w 2170280"/>
                <a:gd name="connsiteY1" fmla="*/ 3341187 h 3637018"/>
                <a:gd name="connsiteX2" fmla="*/ 893479 w 2170280"/>
                <a:gd name="connsiteY2" fmla="*/ 3246047 h 3637018"/>
                <a:gd name="connsiteX3" fmla="*/ 629202 w 2170280"/>
                <a:gd name="connsiteY3" fmla="*/ 3029340 h 3637018"/>
                <a:gd name="connsiteX4" fmla="*/ 433405 w 2170280"/>
                <a:gd name="connsiteY4" fmla="*/ 2914974 h 3637018"/>
                <a:gd name="connsiteX5" fmla="*/ 312069 w 2170280"/>
                <a:gd name="connsiteY5" fmla="*/ 2823203 h 3637018"/>
                <a:gd name="connsiteX6" fmla="*/ 195592 w 2170280"/>
                <a:gd name="connsiteY6" fmla="*/ 2616872 h 3637018"/>
                <a:gd name="connsiteX7" fmla="*/ 221 w 2170280"/>
                <a:gd name="connsiteY7" fmla="*/ 2056798 h 3637018"/>
                <a:gd name="connsiteX8" fmla="*/ 169359 w 2170280"/>
                <a:gd name="connsiteY8" fmla="*/ 1142398 h 3637018"/>
                <a:gd name="connsiteX9" fmla="*/ 676772 w 2170280"/>
                <a:gd name="connsiteY9" fmla="*/ 502847 h 3637018"/>
                <a:gd name="connsiteX10" fmla="*/ 1152471 w 2170280"/>
                <a:gd name="connsiteY10" fmla="*/ 164572 h 3637018"/>
                <a:gd name="connsiteX11" fmla="*/ 1517174 w 2170280"/>
                <a:gd name="connsiteY11" fmla="*/ 720 h 3637018"/>
                <a:gd name="connsiteX12" fmla="*/ 1617599 w 2170280"/>
                <a:gd name="connsiteY12" fmla="*/ 222713 h 3637018"/>
                <a:gd name="connsiteX13" fmla="*/ 1659884 w 2170280"/>
                <a:gd name="connsiteY13" fmla="*/ 682556 h 3637018"/>
                <a:gd name="connsiteX14" fmla="*/ 1823736 w 2170280"/>
                <a:gd name="connsiteY14" fmla="*/ 941547 h 3637018"/>
                <a:gd name="connsiteX15" fmla="*/ 2135583 w 2170280"/>
                <a:gd name="connsiteY15" fmla="*/ 1729094 h 3637018"/>
                <a:gd name="connsiteX16" fmla="*/ 2162011 w 2170280"/>
                <a:gd name="connsiteY16" fmla="*/ 2405645 h 3637018"/>
                <a:gd name="connsiteX17" fmla="*/ 2130298 w 2170280"/>
                <a:gd name="connsiteY17" fmla="*/ 2733349 h 3637018"/>
                <a:gd name="connsiteX18" fmla="*/ 2130298 w 2170280"/>
                <a:gd name="connsiteY18" fmla="*/ 2807346 h 3637018"/>
                <a:gd name="connsiteX19" fmla="*/ 2125012 w 2170280"/>
                <a:gd name="connsiteY19" fmla="*/ 2817917 h 3637018"/>
                <a:gd name="connsiteX20" fmla="*/ 1929447 w 2170280"/>
                <a:gd name="connsiteY20" fmla="*/ 2876058 h 3637018"/>
                <a:gd name="connsiteX21" fmla="*/ 1760309 w 2170280"/>
                <a:gd name="connsiteY21" fmla="*/ 2934200 h 3637018"/>
                <a:gd name="connsiteX22" fmla="*/ 1755024 w 2170280"/>
                <a:gd name="connsiteY22" fmla="*/ 3024054 h 3637018"/>
                <a:gd name="connsiteX23" fmla="*/ 1718025 w 2170280"/>
                <a:gd name="connsiteY23" fmla="*/ 3267189 h 3637018"/>
                <a:gd name="connsiteX24" fmla="*/ 1681026 w 2170280"/>
                <a:gd name="connsiteY24" fmla="*/ 3404613 h 3637018"/>
                <a:gd name="connsiteX25" fmla="*/ 1612314 w 2170280"/>
                <a:gd name="connsiteY25" fmla="*/ 3594893 h 3637018"/>
                <a:gd name="connsiteX26" fmla="*/ 1448462 w 2170280"/>
                <a:gd name="connsiteY26" fmla="*/ 3631892 h 3637018"/>
                <a:gd name="connsiteX27" fmla="*/ 1152471 w 2170280"/>
                <a:gd name="connsiteY27" fmla="*/ 3499753 h 3637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170280" h="3637018">
                  <a:moveTo>
                    <a:pt x="1152471" y="3499753"/>
                  </a:moveTo>
                  <a:cubicBezTo>
                    <a:pt x="1082878" y="3451302"/>
                    <a:pt x="1074068" y="3383471"/>
                    <a:pt x="1030903" y="3341187"/>
                  </a:cubicBezTo>
                  <a:cubicBezTo>
                    <a:pt x="987738" y="3298903"/>
                    <a:pt x="960429" y="3298022"/>
                    <a:pt x="893479" y="3246047"/>
                  </a:cubicBezTo>
                  <a:cubicBezTo>
                    <a:pt x="826529" y="3194073"/>
                    <a:pt x="705881" y="3084519"/>
                    <a:pt x="629202" y="3029340"/>
                  </a:cubicBezTo>
                  <a:cubicBezTo>
                    <a:pt x="552523" y="2974161"/>
                    <a:pt x="486261" y="2949330"/>
                    <a:pt x="433405" y="2914974"/>
                  </a:cubicBezTo>
                  <a:cubicBezTo>
                    <a:pt x="380550" y="2880618"/>
                    <a:pt x="351705" y="2872887"/>
                    <a:pt x="312069" y="2823203"/>
                  </a:cubicBezTo>
                  <a:cubicBezTo>
                    <a:pt x="272434" y="2773519"/>
                    <a:pt x="247567" y="2744606"/>
                    <a:pt x="195592" y="2616872"/>
                  </a:cubicBezTo>
                  <a:cubicBezTo>
                    <a:pt x="143617" y="2489138"/>
                    <a:pt x="4593" y="2302544"/>
                    <a:pt x="221" y="2056798"/>
                  </a:cubicBezTo>
                  <a:cubicBezTo>
                    <a:pt x="-4151" y="1811052"/>
                    <a:pt x="56600" y="1401390"/>
                    <a:pt x="169359" y="1142398"/>
                  </a:cubicBezTo>
                  <a:cubicBezTo>
                    <a:pt x="282118" y="883406"/>
                    <a:pt x="512920" y="665818"/>
                    <a:pt x="676772" y="502847"/>
                  </a:cubicBezTo>
                  <a:cubicBezTo>
                    <a:pt x="840624" y="339876"/>
                    <a:pt x="1012404" y="248260"/>
                    <a:pt x="1152471" y="164572"/>
                  </a:cubicBezTo>
                  <a:cubicBezTo>
                    <a:pt x="1292538" y="80884"/>
                    <a:pt x="1439653" y="-8970"/>
                    <a:pt x="1517174" y="720"/>
                  </a:cubicBezTo>
                  <a:cubicBezTo>
                    <a:pt x="1594695" y="10410"/>
                    <a:pt x="1593814" y="109074"/>
                    <a:pt x="1617599" y="222713"/>
                  </a:cubicBezTo>
                  <a:cubicBezTo>
                    <a:pt x="1641384" y="336352"/>
                    <a:pt x="1625528" y="562750"/>
                    <a:pt x="1659884" y="682556"/>
                  </a:cubicBezTo>
                  <a:cubicBezTo>
                    <a:pt x="1694240" y="802362"/>
                    <a:pt x="1744453" y="767124"/>
                    <a:pt x="1823736" y="941547"/>
                  </a:cubicBezTo>
                  <a:cubicBezTo>
                    <a:pt x="1903019" y="1115970"/>
                    <a:pt x="2079204" y="1485078"/>
                    <a:pt x="2135583" y="1729094"/>
                  </a:cubicBezTo>
                  <a:cubicBezTo>
                    <a:pt x="2191962" y="1973110"/>
                    <a:pt x="2162892" y="2238269"/>
                    <a:pt x="2162011" y="2405645"/>
                  </a:cubicBezTo>
                  <a:cubicBezTo>
                    <a:pt x="2161130" y="2573021"/>
                    <a:pt x="2135584" y="2666399"/>
                    <a:pt x="2130298" y="2733349"/>
                  </a:cubicBezTo>
                  <a:cubicBezTo>
                    <a:pt x="2125012" y="2800299"/>
                    <a:pt x="2131179" y="2793251"/>
                    <a:pt x="2130298" y="2807346"/>
                  </a:cubicBezTo>
                  <a:cubicBezTo>
                    <a:pt x="2129417" y="2821441"/>
                    <a:pt x="2158487" y="2806465"/>
                    <a:pt x="2125012" y="2817917"/>
                  </a:cubicBezTo>
                  <a:cubicBezTo>
                    <a:pt x="2091537" y="2829369"/>
                    <a:pt x="1990231" y="2856677"/>
                    <a:pt x="1929447" y="2876058"/>
                  </a:cubicBezTo>
                  <a:cubicBezTo>
                    <a:pt x="1868663" y="2895438"/>
                    <a:pt x="1789380" y="2909534"/>
                    <a:pt x="1760309" y="2934200"/>
                  </a:cubicBezTo>
                  <a:cubicBezTo>
                    <a:pt x="1731238" y="2958866"/>
                    <a:pt x="1762071" y="2968556"/>
                    <a:pt x="1755024" y="3024054"/>
                  </a:cubicBezTo>
                  <a:cubicBezTo>
                    <a:pt x="1747977" y="3079552"/>
                    <a:pt x="1730358" y="3203762"/>
                    <a:pt x="1718025" y="3267189"/>
                  </a:cubicBezTo>
                  <a:cubicBezTo>
                    <a:pt x="1705692" y="3330615"/>
                    <a:pt x="1698644" y="3349996"/>
                    <a:pt x="1681026" y="3404613"/>
                  </a:cubicBezTo>
                  <a:cubicBezTo>
                    <a:pt x="1663408" y="3459230"/>
                    <a:pt x="1651075" y="3557013"/>
                    <a:pt x="1612314" y="3594893"/>
                  </a:cubicBezTo>
                  <a:cubicBezTo>
                    <a:pt x="1573553" y="3632773"/>
                    <a:pt x="1525103" y="3645106"/>
                    <a:pt x="1448462" y="3631892"/>
                  </a:cubicBezTo>
                  <a:cubicBezTo>
                    <a:pt x="1371822" y="3618678"/>
                    <a:pt x="1222064" y="3548204"/>
                    <a:pt x="1152471" y="349975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CD6D0B8F-E557-1044-AD08-D0EF9D77DB17}"/>
                </a:ext>
              </a:extLst>
            </p:cNvPr>
            <p:cNvSpPr/>
            <p:nvPr/>
          </p:nvSpPr>
          <p:spPr>
            <a:xfrm>
              <a:off x="3409179" y="4165013"/>
              <a:ext cx="285420" cy="803403"/>
            </a:xfrm>
            <a:custGeom>
              <a:avLst/>
              <a:gdLst>
                <a:gd name="connsiteX0" fmla="*/ 0 w 298144"/>
                <a:gd name="connsiteY0" fmla="*/ 803403 h 803403"/>
                <a:gd name="connsiteX1" fmla="*/ 132139 w 298144"/>
                <a:gd name="connsiteY1" fmla="*/ 644837 h 803403"/>
                <a:gd name="connsiteX2" fmla="*/ 195566 w 298144"/>
                <a:gd name="connsiteY2" fmla="*/ 491556 h 803403"/>
                <a:gd name="connsiteX3" fmla="*/ 295991 w 298144"/>
                <a:gd name="connsiteY3" fmla="*/ 364703 h 803403"/>
                <a:gd name="connsiteX4" fmla="*/ 285420 w 298144"/>
                <a:gd name="connsiteY4" fmla="*/ 0 h 803403"/>
                <a:gd name="connsiteX0" fmla="*/ 0 w 285420"/>
                <a:gd name="connsiteY0" fmla="*/ 803403 h 803403"/>
                <a:gd name="connsiteX1" fmla="*/ 132139 w 285420"/>
                <a:gd name="connsiteY1" fmla="*/ 644837 h 803403"/>
                <a:gd name="connsiteX2" fmla="*/ 195566 w 285420"/>
                <a:gd name="connsiteY2" fmla="*/ 491556 h 803403"/>
                <a:gd name="connsiteX3" fmla="*/ 243136 w 285420"/>
                <a:gd name="connsiteY3" fmla="*/ 285419 h 803403"/>
                <a:gd name="connsiteX4" fmla="*/ 285420 w 285420"/>
                <a:gd name="connsiteY4" fmla="*/ 0 h 80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20" h="803403">
                  <a:moveTo>
                    <a:pt x="0" y="803403"/>
                  </a:moveTo>
                  <a:cubicBezTo>
                    <a:pt x="49772" y="750107"/>
                    <a:pt x="99545" y="696811"/>
                    <a:pt x="132139" y="644837"/>
                  </a:cubicBezTo>
                  <a:cubicBezTo>
                    <a:pt x="164733" y="592862"/>
                    <a:pt x="177067" y="551459"/>
                    <a:pt x="195566" y="491556"/>
                  </a:cubicBezTo>
                  <a:cubicBezTo>
                    <a:pt x="214065" y="431653"/>
                    <a:pt x="228160" y="367345"/>
                    <a:pt x="243136" y="285419"/>
                  </a:cubicBezTo>
                  <a:cubicBezTo>
                    <a:pt x="258112" y="203493"/>
                    <a:pt x="241374" y="85450"/>
                    <a:pt x="28542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66E2F927-2F0D-C340-9983-15C067923D40}"/>
                </a:ext>
              </a:extLst>
            </p:cNvPr>
            <p:cNvSpPr/>
            <p:nvPr/>
          </p:nvSpPr>
          <p:spPr>
            <a:xfrm>
              <a:off x="3541699" y="2498503"/>
              <a:ext cx="397295" cy="1892227"/>
            </a:xfrm>
            <a:custGeom>
              <a:avLst/>
              <a:gdLst>
                <a:gd name="connsiteX0" fmla="*/ 36999 w 397295"/>
                <a:gd name="connsiteY0" fmla="*/ 1892227 h 1892227"/>
                <a:gd name="connsiteX1" fmla="*/ 285420 w 397295"/>
                <a:gd name="connsiteY1" fmla="*/ 1516953 h 1892227"/>
                <a:gd name="connsiteX2" fmla="*/ 364703 w 397295"/>
                <a:gd name="connsiteY2" fmla="*/ 1210391 h 1892227"/>
                <a:gd name="connsiteX3" fmla="*/ 385845 w 397295"/>
                <a:gd name="connsiteY3" fmla="*/ 766405 h 1892227"/>
                <a:gd name="connsiteX4" fmla="*/ 190280 w 397295"/>
                <a:gd name="connsiteY4" fmla="*/ 248421 h 1892227"/>
                <a:gd name="connsiteX5" fmla="*/ 0 w 397295"/>
                <a:gd name="connsiteY5" fmla="*/ 0 h 1892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295" h="1892227">
                  <a:moveTo>
                    <a:pt x="36999" y="1892227"/>
                  </a:moveTo>
                  <a:cubicBezTo>
                    <a:pt x="133901" y="1761409"/>
                    <a:pt x="230803" y="1630592"/>
                    <a:pt x="285420" y="1516953"/>
                  </a:cubicBezTo>
                  <a:cubicBezTo>
                    <a:pt x="340037" y="1403314"/>
                    <a:pt x="347965" y="1335482"/>
                    <a:pt x="364703" y="1210391"/>
                  </a:cubicBezTo>
                  <a:cubicBezTo>
                    <a:pt x="381441" y="1085300"/>
                    <a:pt x="414915" y="926733"/>
                    <a:pt x="385845" y="766405"/>
                  </a:cubicBezTo>
                  <a:cubicBezTo>
                    <a:pt x="356775" y="606077"/>
                    <a:pt x="254588" y="376155"/>
                    <a:pt x="190280" y="248421"/>
                  </a:cubicBezTo>
                  <a:cubicBezTo>
                    <a:pt x="125973" y="12068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A8FB6057-9020-3F4F-8BC4-61E17F8D8480}"/>
                </a:ext>
              </a:extLst>
            </p:cNvPr>
            <p:cNvSpPr/>
            <p:nvPr/>
          </p:nvSpPr>
          <p:spPr>
            <a:xfrm>
              <a:off x="3323147" y="3387895"/>
              <a:ext cx="66837" cy="386320"/>
            </a:xfrm>
            <a:custGeom>
              <a:avLst/>
              <a:gdLst>
                <a:gd name="connsiteX0" fmla="*/ 1463 w 66837"/>
                <a:gd name="connsiteY0" fmla="*/ 385987 h 386320"/>
                <a:gd name="connsiteX1" fmla="*/ 64890 w 66837"/>
                <a:gd name="connsiteY1" fmla="*/ 211564 h 386320"/>
                <a:gd name="connsiteX2" fmla="*/ 49033 w 66837"/>
                <a:gd name="connsiteY2" fmla="*/ 142 h 386320"/>
                <a:gd name="connsiteX3" fmla="*/ 33177 w 66837"/>
                <a:gd name="connsiteY3" fmla="*/ 179851 h 386320"/>
                <a:gd name="connsiteX4" fmla="*/ 22606 w 66837"/>
                <a:gd name="connsiteY4" fmla="*/ 253848 h 386320"/>
                <a:gd name="connsiteX5" fmla="*/ 1463 w 66837"/>
                <a:gd name="connsiteY5" fmla="*/ 385987 h 3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837" h="386320">
                  <a:moveTo>
                    <a:pt x="1463" y="385987"/>
                  </a:moveTo>
                  <a:cubicBezTo>
                    <a:pt x="8510" y="378940"/>
                    <a:pt x="56962" y="275872"/>
                    <a:pt x="64890" y="211564"/>
                  </a:cubicBezTo>
                  <a:cubicBezTo>
                    <a:pt x="72818" y="147256"/>
                    <a:pt x="54318" y="5427"/>
                    <a:pt x="49033" y="142"/>
                  </a:cubicBezTo>
                  <a:cubicBezTo>
                    <a:pt x="43748" y="-5143"/>
                    <a:pt x="37581" y="137567"/>
                    <a:pt x="33177" y="179851"/>
                  </a:cubicBezTo>
                  <a:cubicBezTo>
                    <a:pt x="28773" y="222135"/>
                    <a:pt x="30534" y="221254"/>
                    <a:pt x="22606" y="253848"/>
                  </a:cubicBezTo>
                  <a:cubicBezTo>
                    <a:pt x="14678" y="286442"/>
                    <a:pt x="-5584" y="393034"/>
                    <a:pt x="1463" y="38598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B3BFE986-2FBC-F94D-83E8-9C25C5367F7E}"/>
                </a:ext>
              </a:extLst>
            </p:cNvPr>
            <p:cNvSpPr/>
            <p:nvPr/>
          </p:nvSpPr>
          <p:spPr>
            <a:xfrm>
              <a:off x="2430363" y="3810059"/>
              <a:ext cx="244874" cy="178990"/>
            </a:xfrm>
            <a:custGeom>
              <a:avLst/>
              <a:gdLst>
                <a:gd name="connsiteX0" fmla="*/ 244125 w 244874"/>
                <a:gd name="connsiteY0" fmla="*/ 175245 h 178990"/>
                <a:gd name="connsiteX1" fmla="*/ 6275 w 244874"/>
                <a:gd name="connsiteY1" fmla="*/ 822 h 178990"/>
                <a:gd name="connsiteX2" fmla="*/ 80273 w 244874"/>
                <a:gd name="connsiteY2" fmla="*/ 111818 h 178990"/>
                <a:gd name="connsiteX3" fmla="*/ 244125 w 244874"/>
                <a:gd name="connsiteY3" fmla="*/ 175245 h 17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874" h="178990">
                  <a:moveTo>
                    <a:pt x="244125" y="175245"/>
                  </a:moveTo>
                  <a:cubicBezTo>
                    <a:pt x="231792" y="156746"/>
                    <a:pt x="33584" y="11393"/>
                    <a:pt x="6275" y="822"/>
                  </a:cubicBezTo>
                  <a:cubicBezTo>
                    <a:pt x="-21034" y="-9749"/>
                    <a:pt x="47679" y="84509"/>
                    <a:pt x="80273" y="111818"/>
                  </a:cubicBezTo>
                  <a:cubicBezTo>
                    <a:pt x="112867" y="139127"/>
                    <a:pt x="256458" y="193744"/>
                    <a:pt x="244125" y="1752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F9A57E02-E77E-0D4F-8D7E-C3475119FFF5}"/>
                </a:ext>
              </a:extLst>
            </p:cNvPr>
            <p:cNvSpPr/>
            <p:nvPr/>
          </p:nvSpPr>
          <p:spPr>
            <a:xfrm rot="483922">
              <a:off x="3069340" y="4626492"/>
              <a:ext cx="502446" cy="360364"/>
            </a:xfrm>
            <a:custGeom>
              <a:avLst/>
              <a:gdLst>
                <a:gd name="connsiteX0" fmla="*/ 15720 w 465948"/>
                <a:gd name="connsiteY0" fmla="*/ 217214 h 313301"/>
                <a:gd name="connsiteX1" fmla="*/ 73862 w 465948"/>
                <a:gd name="connsiteY1" fmla="*/ 85076 h 313301"/>
                <a:gd name="connsiteX2" fmla="*/ 232428 w 465948"/>
                <a:gd name="connsiteY2" fmla="*/ 507 h 313301"/>
                <a:gd name="connsiteX3" fmla="*/ 390994 w 465948"/>
                <a:gd name="connsiteY3" fmla="*/ 48077 h 313301"/>
                <a:gd name="connsiteX4" fmla="*/ 406851 w 465948"/>
                <a:gd name="connsiteY4" fmla="*/ 11078 h 313301"/>
                <a:gd name="connsiteX5" fmla="*/ 464992 w 465948"/>
                <a:gd name="connsiteY5" fmla="*/ 180215 h 313301"/>
                <a:gd name="connsiteX6" fmla="*/ 353996 w 465948"/>
                <a:gd name="connsiteY6" fmla="*/ 312354 h 313301"/>
                <a:gd name="connsiteX7" fmla="*/ 15720 w 465948"/>
                <a:gd name="connsiteY7" fmla="*/ 217214 h 313301"/>
                <a:gd name="connsiteX0" fmla="*/ 15720 w 465605"/>
                <a:gd name="connsiteY0" fmla="*/ 217686 h 313773"/>
                <a:gd name="connsiteX1" fmla="*/ 73862 w 465605"/>
                <a:gd name="connsiteY1" fmla="*/ 85548 h 313773"/>
                <a:gd name="connsiteX2" fmla="*/ 232428 w 465605"/>
                <a:gd name="connsiteY2" fmla="*/ 979 h 313773"/>
                <a:gd name="connsiteX3" fmla="*/ 390994 w 465605"/>
                <a:gd name="connsiteY3" fmla="*/ 48549 h 313773"/>
                <a:gd name="connsiteX4" fmla="*/ 464992 w 465605"/>
                <a:gd name="connsiteY4" fmla="*/ 180687 h 313773"/>
                <a:gd name="connsiteX5" fmla="*/ 353996 w 465605"/>
                <a:gd name="connsiteY5" fmla="*/ 312826 h 313773"/>
                <a:gd name="connsiteX6" fmla="*/ 15720 w 465605"/>
                <a:gd name="connsiteY6" fmla="*/ 217686 h 313773"/>
                <a:gd name="connsiteX0" fmla="*/ 15720 w 496288"/>
                <a:gd name="connsiteY0" fmla="*/ 256755 h 352842"/>
                <a:gd name="connsiteX1" fmla="*/ 73862 w 496288"/>
                <a:gd name="connsiteY1" fmla="*/ 124617 h 352842"/>
                <a:gd name="connsiteX2" fmla="*/ 232428 w 496288"/>
                <a:gd name="connsiteY2" fmla="*/ 40048 h 352842"/>
                <a:gd name="connsiteX3" fmla="*/ 481528 w 496288"/>
                <a:gd name="connsiteY3" fmla="*/ 10728 h 352842"/>
                <a:gd name="connsiteX4" fmla="*/ 464992 w 496288"/>
                <a:gd name="connsiteY4" fmla="*/ 219756 h 352842"/>
                <a:gd name="connsiteX5" fmla="*/ 353996 w 496288"/>
                <a:gd name="connsiteY5" fmla="*/ 351895 h 352842"/>
                <a:gd name="connsiteX6" fmla="*/ 15720 w 496288"/>
                <a:gd name="connsiteY6" fmla="*/ 256755 h 352842"/>
                <a:gd name="connsiteX0" fmla="*/ 14696 w 504205"/>
                <a:gd name="connsiteY0" fmla="*/ 231330 h 351927"/>
                <a:gd name="connsiteX1" fmla="*/ 81779 w 504205"/>
                <a:gd name="connsiteY1" fmla="*/ 124617 h 351927"/>
                <a:gd name="connsiteX2" fmla="*/ 240345 w 504205"/>
                <a:gd name="connsiteY2" fmla="*/ 40048 h 351927"/>
                <a:gd name="connsiteX3" fmla="*/ 489445 w 504205"/>
                <a:gd name="connsiteY3" fmla="*/ 10728 h 351927"/>
                <a:gd name="connsiteX4" fmla="*/ 472909 w 504205"/>
                <a:gd name="connsiteY4" fmla="*/ 219756 h 351927"/>
                <a:gd name="connsiteX5" fmla="*/ 361913 w 504205"/>
                <a:gd name="connsiteY5" fmla="*/ 351895 h 351927"/>
                <a:gd name="connsiteX6" fmla="*/ 14696 w 504205"/>
                <a:gd name="connsiteY6" fmla="*/ 231330 h 351927"/>
                <a:gd name="connsiteX0" fmla="*/ 15369 w 502446"/>
                <a:gd name="connsiteY0" fmla="*/ 239767 h 360364"/>
                <a:gd name="connsiteX1" fmla="*/ 82452 w 502446"/>
                <a:gd name="connsiteY1" fmla="*/ 133054 h 360364"/>
                <a:gd name="connsiteX2" fmla="*/ 274684 w 502446"/>
                <a:gd name="connsiteY2" fmla="*/ 22361 h 360364"/>
                <a:gd name="connsiteX3" fmla="*/ 490118 w 502446"/>
                <a:gd name="connsiteY3" fmla="*/ 19165 h 360364"/>
                <a:gd name="connsiteX4" fmla="*/ 473582 w 502446"/>
                <a:gd name="connsiteY4" fmla="*/ 228193 h 360364"/>
                <a:gd name="connsiteX5" fmla="*/ 362586 w 502446"/>
                <a:gd name="connsiteY5" fmla="*/ 360332 h 360364"/>
                <a:gd name="connsiteX6" fmla="*/ 15369 w 502446"/>
                <a:gd name="connsiteY6" fmla="*/ 239767 h 36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2446" h="360364">
                  <a:moveTo>
                    <a:pt x="15369" y="239767"/>
                  </a:moveTo>
                  <a:cubicBezTo>
                    <a:pt x="-31320" y="201887"/>
                    <a:pt x="39233" y="169288"/>
                    <a:pt x="82452" y="133054"/>
                  </a:cubicBezTo>
                  <a:cubicBezTo>
                    <a:pt x="125671" y="96820"/>
                    <a:pt x="206740" y="41342"/>
                    <a:pt x="274684" y="22361"/>
                  </a:cubicBezTo>
                  <a:cubicBezTo>
                    <a:pt x="342628" y="3380"/>
                    <a:pt x="456968" y="-15140"/>
                    <a:pt x="490118" y="19165"/>
                  </a:cubicBezTo>
                  <a:cubicBezTo>
                    <a:pt x="523268" y="53470"/>
                    <a:pt x="479748" y="184147"/>
                    <a:pt x="473582" y="228193"/>
                  </a:cubicBezTo>
                  <a:cubicBezTo>
                    <a:pt x="467416" y="272239"/>
                    <a:pt x="438955" y="358403"/>
                    <a:pt x="362586" y="360332"/>
                  </a:cubicBezTo>
                  <a:cubicBezTo>
                    <a:pt x="286217" y="362261"/>
                    <a:pt x="62058" y="277647"/>
                    <a:pt x="15369" y="23976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994B3CD6-BF30-4B40-A93F-B009258A0F0E}"/>
                </a:ext>
              </a:extLst>
            </p:cNvPr>
            <p:cNvSpPr/>
            <p:nvPr/>
          </p:nvSpPr>
          <p:spPr>
            <a:xfrm>
              <a:off x="2965193" y="1869251"/>
              <a:ext cx="628685" cy="812442"/>
            </a:xfrm>
            <a:custGeom>
              <a:avLst/>
              <a:gdLst>
                <a:gd name="connsiteX0" fmla="*/ 392521 w 561363"/>
                <a:gd name="connsiteY0" fmla="*/ 697906 h 699826"/>
                <a:gd name="connsiteX1" fmla="*/ 514088 w 561363"/>
                <a:gd name="connsiteY1" fmla="*/ 544625 h 699826"/>
                <a:gd name="connsiteX2" fmla="*/ 556373 w 561363"/>
                <a:gd name="connsiteY2" fmla="*/ 306776 h 699826"/>
                <a:gd name="connsiteX3" fmla="*/ 408377 w 561363"/>
                <a:gd name="connsiteY3" fmla="*/ 42498 h 699826"/>
                <a:gd name="connsiteX4" fmla="*/ 154671 w 561363"/>
                <a:gd name="connsiteY4" fmla="*/ 16071 h 699826"/>
                <a:gd name="connsiteX5" fmla="*/ 6676 w 561363"/>
                <a:gd name="connsiteY5" fmla="*/ 201065 h 699826"/>
                <a:gd name="connsiteX6" fmla="*/ 33103 w 561363"/>
                <a:gd name="connsiteY6" fmla="*/ 491770 h 699826"/>
                <a:gd name="connsiteX7" fmla="*/ 101816 w 561363"/>
                <a:gd name="connsiteY7" fmla="*/ 629194 h 699826"/>
                <a:gd name="connsiteX8" fmla="*/ 260382 w 561363"/>
                <a:gd name="connsiteY8" fmla="*/ 676764 h 699826"/>
                <a:gd name="connsiteX9" fmla="*/ 265668 w 561363"/>
                <a:gd name="connsiteY9" fmla="*/ 682050 h 699826"/>
                <a:gd name="connsiteX10" fmla="*/ 276239 w 561363"/>
                <a:gd name="connsiteY10" fmla="*/ 655622 h 699826"/>
                <a:gd name="connsiteX11" fmla="*/ 286810 w 561363"/>
                <a:gd name="connsiteY11" fmla="*/ 634480 h 699826"/>
                <a:gd name="connsiteX12" fmla="*/ 392521 w 561363"/>
                <a:gd name="connsiteY12" fmla="*/ 697906 h 6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1363" h="699826">
                  <a:moveTo>
                    <a:pt x="392521" y="697906"/>
                  </a:moveTo>
                  <a:cubicBezTo>
                    <a:pt x="430401" y="682930"/>
                    <a:pt x="486779" y="609813"/>
                    <a:pt x="514088" y="544625"/>
                  </a:cubicBezTo>
                  <a:cubicBezTo>
                    <a:pt x="541397" y="479437"/>
                    <a:pt x="573992" y="390464"/>
                    <a:pt x="556373" y="306776"/>
                  </a:cubicBezTo>
                  <a:cubicBezTo>
                    <a:pt x="538755" y="223088"/>
                    <a:pt x="475327" y="90949"/>
                    <a:pt x="408377" y="42498"/>
                  </a:cubicBezTo>
                  <a:cubicBezTo>
                    <a:pt x="341427" y="-5953"/>
                    <a:pt x="221621" y="-10357"/>
                    <a:pt x="154671" y="16071"/>
                  </a:cubicBezTo>
                  <a:cubicBezTo>
                    <a:pt x="87721" y="42499"/>
                    <a:pt x="26937" y="121782"/>
                    <a:pt x="6676" y="201065"/>
                  </a:cubicBezTo>
                  <a:cubicBezTo>
                    <a:pt x="-13585" y="280348"/>
                    <a:pt x="17246" y="420415"/>
                    <a:pt x="33103" y="491770"/>
                  </a:cubicBezTo>
                  <a:cubicBezTo>
                    <a:pt x="48960" y="563125"/>
                    <a:pt x="63936" y="598362"/>
                    <a:pt x="101816" y="629194"/>
                  </a:cubicBezTo>
                  <a:cubicBezTo>
                    <a:pt x="139696" y="660026"/>
                    <a:pt x="233073" y="667955"/>
                    <a:pt x="260382" y="676764"/>
                  </a:cubicBezTo>
                  <a:cubicBezTo>
                    <a:pt x="287691" y="685573"/>
                    <a:pt x="263025" y="685574"/>
                    <a:pt x="265668" y="682050"/>
                  </a:cubicBezTo>
                  <a:cubicBezTo>
                    <a:pt x="268311" y="678526"/>
                    <a:pt x="272715" y="663550"/>
                    <a:pt x="276239" y="655622"/>
                  </a:cubicBezTo>
                  <a:cubicBezTo>
                    <a:pt x="279763" y="647694"/>
                    <a:pt x="264787" y="633599"/>
                    <a:pt x="286810" y="634480"/>
                  </a:cubicBezTo>
                  <a:cubicBezTo>
                    <a:pt x="308833" y="635361"/>
                    <a:pt x="354641" y="712882"/>
                    <a:pt x="392521" y="697906"/>
                  </a:cubicBezTo>
                  <a:close/>
                </a:path>
              </a:pathLst>
            </a:custGeom>
            <a:solidFill>
              <a:srgbClr val="BC6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xmlns="" id="{4E5A1674-E48D-2142-95E3-5759A4E36946}"/>
                </a:ext>
              </a:extLst>
            </p:cNvPr>
            <p:cNvSpPr/>
            <p:nvPr/>
          </p:nvSpPr>
          <p:spPr>
            <a:xfrm>
              <a:off x="1869857" y="2282647"/>
              <a:ext cx="339723" cy="705985"/>
            </a:xfrm>
            <a:custGeom>
              <a:avLst/>
              <a:gdLst>
                <a:gd name="connsiteX0" fmla="*/ 260219 w 339723"/>
                <a:gd name="connsiteY0" fmla="*/ 576835 h 705985"/>
                <a:gd name="connsiteX1" fmla="*/ 339503 w 339723"/>
                <a:gd name="connsiteY1" fmla="*/ 180419 h 705985"/>
                <a:gd name="connsiteX2" fmla="*/ 276076 w 339723"/>
                <a:gd name="connsiteY2" fmla="*/ 710 h 705985"/>
                <a:gd name="connsiteX3" fmla="*/ 69940 w 339723"/>
                <a:gd name="connsiteY3" fmla="*/ 127563 h 705985"/>
                <a:gd name="connsiteX4" fmla="*/ 6513 w 339723"/>
                <a:gd name="connsiteY4" fmla="*/ 365413 h 705985"/>
                <a:gd name="connsiteX5" fmla="*/ 207364 w 339723"/>
                <a:gd name="connsiteY5" fmla="*/ 698403 h 705985"/>
                <a:gd name="connsiteX6" fmla="*/ 207364 w 339723"/>
                <a:gd name="connsiteY6" fmla="*/ 597977 h 705985"/>
                <a:gd name="connsiteX7" fmla="*/ 260219 w 339723"/>
                <a:gd name="connsiteY7" fmla="*/ 576835 h 70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723" h="705985">
                  <a:moveTo>
                    <a:pt x="260219" y="576835"/>
                  </a:moveTo>
                  <a:cubicBezTo>
                    <a:pt x="282242" y="507242"/>
                    <a:pt x="336860" y="276440"/>
                    <a:pt x="339503" y="180419"/>
                  </a:cubicBezTo>
                  <a:cubicBezTo>
                    <a:pt x="342146" y="84398"/>
                    <a:pt x="321003" y="9519"/>
                    <a:pt x="276076" y="710"/>
                  </a:cubicBezTo>
                  <a:cubicBezTo>
                    <a:pt x="231149" y="-8099"/>
                    <a:pt x="114867" y="66779"/>
                    <a:pt x="69940" y="127563"/>
                  </a:cubicBezTo>
                  <a:cubicBezTo>
                    <a:pt x="25013" y="188347"/>
                    <a:pt x="-16391" y="270273"/>
                    <a:pt x="6513" y="365413"/>
                  </a:cubicBezTo>
                  <a:cubicBezTo>
                    <a:pt x="29417" y="460553"/>
                    <a:pt x="173889" y="659642"/>
                    <a:pt x="207364" y="698403"/>
                  </a:cubicBezTo>
                  <a:cubicBezTo>
                    <a:pt x="240839" y="737164"/>
                    <a:pt x="199436" y="615595"/>
                    <a:pt x="207364" y="597977"/>
                  </a:cubicBezTo>
                  <a:cubicBezTo>
                    <a:pt x="215292" y="580359"/>
                    <a:pt x="238196" y="646428"/>
                    <a:pt x="260219" y="576835"/>
                  </a:cubicBezTo>
                  <a:close/>
                </a:path>
              </a:pathLst>
            </a:custGeom>
            <a:solidFill>
              <a:srgbClr val="BC6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xmlns="" id="{5F4D7ED5-7975-9244-99E1-CC89839D838A}"/>
                </a:ext>
              </a:extLst>
            </p:cNvPr>
            <p:cNvSpPr/>
            <p:nvPr/>
          </p:nvSpPr>
          <p:spPr>
            <a:xfrm rot="1165013">
              <a:off x="3120078" y="2333202"/>
              <a:ext cx="267624" cy="295856"/>
            </a:xfrm>
            <a:custGeom>
              <a:avLst/>
              <a:gdLst>
                <a:gd name="connsiteX0" fmla="*/ 162838 w 317259"/>
                <a:gd name="connsiteY0" fmla="*/ 338461 h 339124"/>
                <a:gd name="connsiteX1" fmla="*/ 125839 w 317259"/>
                <a:gd name="connsiteY1" fmla="*/ 206323 h 339124"/>
                <a:gd name="connsiteX2" fmla="*/ 51841 w 317259"/>
                <a:gd name="connsiteY2" fmla="*/ 169324 h 339124"/>
                <a:gd name="connsiteX3" fmla="*/ 4271 w 317259"/>
                <a:gd name="connsiteY3" fmla="*/ 37185 h 339124"/>
                <a:gd name="connsiteX4" fmla="*/ 14842 w 317259"/>
                <a:gd name="connsiteY4" fmla="*/ 186 h 339124"/>
                <a:gd name="connsiteX5" fmla="*/ 115268 w 317259"/>
                <a:gd name="connsiteY5" fmla="*/ 47756 h 339124"/>
                <a:gd name="connsiteX6" fmla="*/ 247407 w 317259"/>
                <a:gd name="connsiteY6" fmla="*/ 179895 h 339124"/>
                <a:gd name="connsiteX7" fmla="*/ 316119 w 317259"/>
                <a:gd name="connsiteY7" fmla="*/ 253893 h 339124"/>
                <a:gd name="connsiteX8" fmla="*/ 162838 w 317259"/>
                <a:gd name="connsiteY8" fmla="*/ 338461 h 33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7259" h="339124">
                  <a:moveTo>
                    <a:pt x="162838" y="338461"/>
                  </a:moveTo>
                  <a:cubicBezTo>
                    <a:pt x="131125" y="330533"/>
                    <a:pt x="144338" y="234512"/>
                    <a:pt x="125839" y="206323"/>
                  </a:cubicBezTo>
                  <a:cubicBezTo>
                    <a:pt x="107340" y="178134"/>
                    <a:pt x="72102" y="197514"/>
                    <a:pt x="51841" y="169324"/>
                  </a:cubicBezTo>
                  <a:cubicBezTo>
                    <a:pt x="31580" y="141134"/>
                    <a:pt x="10437" y="65375"/>
                    <a:pt x="4271" y="37185"/>
                  </a:cubicBezTo>
                  <a:cubicBezTo>
                    <a:pt x="-1896" y="8995"/>
                    <a:pt x="-3657" y="-1576"/>
                    <a:pt x="14842" y="186"/>
                  </a:cubicBezTo>
                  <a:cubicBezTo>
                    <a:pt x="33341" y="1948"/>
                    <a:pt x="76507" y="17805"/>
                    <a:pt x="115268" y="47756"/>
                  </a:cubicBezTo>
                  <a:cubicBezTo>
                    <a:pt x="154029" y="77707"/>
                    <a:pt x="213932" y="145539"/>
                    <a:pt x="247407" y="179895"/>
                  </a:cubicBezTo>
                  <a:cubicBezTo>
                    <a:pt x="280882" y="214251"/>
                    <a:pt x="324928" y="226584"/>
                    <a:pt x="316119" y="253893"/>
                  </a:cubicBezTo>
                  <a:cubicBezTo>
                    <a:pt x="307310" y="281202"/>
                    <a:pt x="194551" y="346389"/>
                    <a:pt x="162838" y="33846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xmlns="" id="{5504F37E-F81A-8B45-99F8-D3C26CDEAF4F}"/>
                </a:ext>
              </a:extLst>
            </p:cNvPr>
            <p:cNvSpPr/>
            <p:nvPr/>
          </p:nvSpPr>
          <p:spPr>
            <a:xfrm rot="17689687">
              <a:off x="2651289" y="430825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BEDC0853-9F8A-3E46-8C90-DA97D88AE2D4}"/>
                </a:ext>
              </a:extLst>
            </p:cNvPr>
            <p:cNvSpPr/>
            <p:nvPr/>
          </p:nvSpPr>
          <p:spPr>
            <a:xfrm>
              <a:off x="3488101" y="4744526"/>
              <a:ext cx="38549" cy="183512"/>
            </a:xfrm>
            <a:custGeom>
              <a:avLst/>
              <a:gdLst>
                <a:gd name="connsiteX0" fmla="*/ 37361 w 38549"/>
                <a:gd name="connsiteY0" fmla="*/ 181610 h 183512"/>
                <a:gd name="connsiteX1" fmla="*/ 26790 w 38549"/>
                <a:gd name="connsiteY1" fmla="*/ 1902 h 183512"/>
                <a:gd name="connsiteX2" fmla="*/ 363 w 38549"/>
                <a:gd name="connsiteY2" fmla="*/ 91756 h 183512"/>
                <a:gd name="connsiteX3" fmla="*/ 37361 w 38549"/>
                <a:gd name="connsiteY3" fmla="*/ 181610 h 18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49" h="183512">
                  <a:moveTo>
                    <a:pt x="37361" y="181610"/>
                  </a:moveTo>
                  <a:cubicBezTo>
                    <a:pt x="41765" y="166634"/>
                    <a:pt x="32956" y="16878"/>
                    <a:pt x="26790" y="1902"/>
                  </a:cubicBezTo>
                  <a:cubicBezTo>
                    <a:pt x="20624" y="-13074"/>
                    <a:pt x="4767" y="64447"/>
                    <a:pt x="363" y="91756"/>
                  </a:cubicBezTo>
                  <a:cubicBezTo>
                    <a:pt x="-4042" y="119065"/>
                    <a:pt x="32957" y="196586"/>
                    <a:pt x="37361" y="18161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xmlns="" id="{B61F2583-7262-2249-8431-3ED4C4515A0C}"/>
                </a:ext>
              </a:extLst>
            </p:cNvPr>
            <p:cNvSpPr/>
            <p:nvPr/>
          </p:nvSpPr>
          <p:spPr>
            <a:xfrm rot="13864970" flipH="1">
              <a:off x="3187517" y="4894697"/>
              <a:ext cx="158425" cy="45719"/>
            </a:xfrm>
            <a:custGeom>
              <a:avLst/>
              <a:gdLst>
                <a:gd name="connsiteX0" fmla="*/ 37361 w 38549"/>
                <a:gd name="connsiteY0" fmla="*/ 181610 h 183512"/>
                <a:gd name="connsiteX1" fmla="*/ 26790 w 38549"/>
                <a:gd name="connsiteY1" fmla="*/ 1902 h 183512"/>
                <a:gd name="connsiteX2" fmla="*/ 363 w 38549"/>
                <a:gd name="connsiteY2" fmla="*/ 91756 h 183512"/>
                <a:gd name="connsiteX3" fmla="*/ 37361 w 38549"/>
                <a:gd name="connsiteY3" fmla="*/ 181610 h 18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49" h="183512">
                  <a:moveTo>
                    <a:pt x="37361" y="181610"/>
                  </a:moveTo>
                  <a:cubicBezTo>
                    <a:pt x="41765" y="166634"/>
                    <a:pt x="32956" y="16878"/>
                    <a:pt x="26790" y="1902"/>
                  </a:cubicBezTo>
                  <a:cubicBezTo>
                    <a:pt x="20624" y="-13074"/>
                    <a:pt x="4767" y="64447"/>
                    <a:pt x="363" y="91756"/>
                  </a:cubicBezTo>
                  <a:cubicBezTo>
                    <a:pt x="-4042" y="119065"/>
                    <a:pt x="32957" y="196586"/>
                    <a:pt x="37361" y="18161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xmlns="" id="{51EC6F15-0712-684E-BC33-080102E29653}"/>
                </a:ext>
              </a:extLst>
            </p:cNvPr>
            <p:cNvSpPr/>
            <p:nvPr/>
          </p:nvSpPr>
          <p:spPr>
            <a:xfrm rot="18028555">
              <a:off x="2612479" y="4206748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xmlns="" id="{0D329871-851C-6646-8C00-7FF7164A5E82}"/>
                </a:ext>
              </a:extLst>
            </p:cNvPr>
            <p:cNvSpPr/>
            <p:nvPr/>
          </p:nvSpPr>
          <p:spPr>
            <a:xfrm rot="17373116">
              <a:off x="2655336" y="440791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xmlns="" id="{878E171C-6DDD-2047-8361-8ED14352AC8F}"/>
                </a:ext>
              </a:extLst>
            </p:cNvPr>
            <p:cNvSpPr/>
            <p:nvPr/>
          </p:nvSpPr>
          <p:spPr>
            <a:xfrm rot="3025883" flipH="1">
              <a:off x="3780987" y="4148666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xmlns="" id="{51D7B5C6-7E43-6847-9F13-688378CEFA9A}"/>
                </a:ext>
              </a:extLst>
            </p:cNvPr>
            <p:cNvSpPr/>
            <p:nvPr/>
          </p:nvSpPr>
          <p:spPr>
            <a:xfrm rot="2663178" flipH="1">
              <a:off x="3726127" y="404611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xmlns="" id="{F16EC882-6581-E640-AE08-7A8BFBA4BD3A}"/>
                </a:ext>
              </a:extLst>
            </p:cNvPr>
            <p:cNvSpPr/>
            <p:nvPr/>
          </p:nvSpPr>
          <p:spPr>
            <a:xfrm rot="4226884" flipH="1">
              <a:off x="3821941" y="4297615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xmlns="" id="{C8A3367B-5377-BE40-8E61-6D3EA9728D8C}"/>
                </a:ext>
              </a:extLst>
            </p:cNvPr>
            <p:cNvSpPr/>
            <p:nvPr/>
          </p:nvSpPr>
          <p:spPr>
            <a:xfrm rot="1101411">
              <a:off x="3731502" y="3941473"/>
              <a:ext cx="808689" cy="443986"/>
            </a:xfrm>
            <a:custGeom>
              <a:avLst/>
              <a:gdLst>
                <a:gd name="connsiteX0" fmla="*/ 0 w 808689"/>
                <a:gd name="connsiteY0" fmla="*/ 443986 h 443986"/>
                <a:gd name="connsiteX1" fmla="*/ 89855 w 808689"/>
                <a:gd name="connsiteY1" fmla="*/ 369989 h 443986"/>
                <a:gd name="connsiteX2" fmla="*/ 354132 w 808689"/>
                <a:gd name="connsiteY2" fmla="*/ 190280 h 443986"/>
                <a:gd name="connsiteX3" fmla="*/ 808689 w 808689"/>
                <a:gd name="connsiteY3" fmla="*/ 0 h 44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689" h="443986">
                  <a:moveTo>
                    <a:pt x="0" y="443986"/>
                  </a:moveTo>
                  <a:cubicBezTo>
                    <a:pt x="15416" y="428129"/>
                    <a:pt x="30833" y="412273"/>
                    <a:pt x="89855" y="369989"/>
                  </a:cubicBezTo>
                  <a:cubicBezTo>
                    <a:pt x="148877" y="327705"/>
                    <a:pt x="234326" y="251945"/>
                    <a:pt x="354132" y="190280"/>
                  </a:cubicBezTo>
                  <a:cubicBezTo>
                    <a:pt x="473938" y="128615"/>
                    <a:pt x="707383" y="31713"/>
                    <a:pt x="808689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xmlns="" id="{3DE328EB-453B-484C-BF55-827918193E16}"/>
                </a:ext>
              </a:extLst>
            </p:cNvPr>
            <p:cNvSpPr/>
            <p:nvPr/>
          </p:nvSpPr>
          <p:spPr>
            <a:xfrm flipH="1">
              <a:off x="1678500" y="3372782"/>
              <a:ext cx="5373769" cy="2512946"/>
            </a:xfrm>
            <a:custGeom>
              <a:avLst/>
              <a:gdLst>
                <a:gd name="connsiteX0" fmla="*/ 346167 w 2831480"/>
                <a:gd name="connsiteY0" fmla="*/ 109222 h 386058"/>
                <a:gd name="connsiteX1" fmla="*/ 702042 w 2831480"/>
                <a:gd name="connsiteY1" fmla="*/ 193248 h 386058"/>
                <a:gd name="connsiteX2" fmla="*/ 2412217 w 2831480"/>
                <a:gd name="connsiteY2" fmla="*/ 316816 h 386058"/>
                <a:gd name="connsiteX3" fmla="*/ 2827404 w 2831480"/>
                <a:gd name="connsiteY3" fmla="*/ 356357 h 386058"/>
                <a:gd name="connsiteX4" fmla="*/ 2550613 w 2831480"/>
                <a:gd name="connsiteY4" fmla="*/ 386014 h 386058"/>
                <a:gd name="connsiteX5" fmla="*/ 1463218 w 2831480"/>
                <a:gd name="connsiteY5" fmla="*/ 361300 h 386058"/>
                <a:gd name="connsiteX6" fmla="*/ 632844 w 2831480"/>
                <a:gd name="connsiteY6" fmla="*/ 297045 h 386058"/>
                <a:gd name="connsiteX7" fmla="*/ 153402 w 2831480"/>
                <a:gd name="connsiteY7" fmla="*/ 232790 h 386058"/>
                <a:gd name="connsiteX8" fmla="*/ 178 w 2831480"/>
                <a:gd name="connsiteY8" fmla="*/ 213019 h 386058"/>
                <a:gd name="connsiteX9" fmla="*/ 123746 w 2831480"/>
                <a:gd name="connsiteY9" fmla="*/ 64738 h 386058"/>
                <a:gd name="connsiteX10" fmla="*/ 178115 w 2831480"/>
                <a:gd name="connsiteY10" fmla="*/ 483 h 386058"/>
                <a:gd name="connsiteX11" fmla="*/ 346167 w 2831480"/>
                <a:gd name="connsiteY11" fmla="*/ 109222 h 386058"/>
                <a:gd name="connsiteX0" fmla="*/ 346167 w 2827472"/>
                <a:gd name="connsiteY0" fmla="*/ 109222 h 400863"/>
                <a:gd name="connsiteX1" fmla="*/ 702042 w 2827472"/>
                <a:gd name="connsiteY1" fmla="*/ 193248 h 400863"/>
                <a:gd name="connsiteX2" fmla="*/ 2412217 w 2827472"/>
                <a:gd name="connsiteY2" fmla="*/ 316816 h 400863"/>
                <a:gd name="connsiteX3" fmla="*/ 2827404 w 2827472"/>
                <a:gd name="connsiteY3" fmla="*/ 356357 h 400863"/>
                <a:gd name="connsiteX4" fmla="*/ 2397390 w 2827472"/>
                <a:gd name="connsiteY4" fmla="*/ 400842 h 400863"/>
                <a:gd name="connsiteX5" fmla="*/ 1463218 w 2827472"/>
                <a:gd name="connsiteY5" fmla="*/ 361300 h 400863"/>
                <a:gd name="connsiteX6" fmla="*/ 632844 w 2827472"/>
                <a:gd name="connsiteY6" fmla="*/ 297045 h 400863"/>
                <a:gd name="connsiteX7" fmla="*/ 153402 w 2827472"/>
                <a:gd name="connsiteY7" fmla="*/ 232790 h 400863"/>
                <a:gd name="connsiteX8" fmla="*/ 178 w 2827472"/>
                <a:gd name="connsiteY8" fmla="*/ 213019 h 400863"/>
                <a:gd name="connsiteX9" fmla="*/ 123746 w 2827472"/>
                <a:gd name="connsiteY9" fmla="*/ 64738 h 400863"/>
                <a:gd name="connsiteX10" fmla="*/ 178115 w 2827472"/>
                <a:gd name="connsiteY10" fmla="*/ 483 h 400863"/>
                <a:gd name="connsiteX11" fmla="*/ 346167 w 2827472"/>
                <a:gd name="connsiteY11" fmla="*/ 109222 h 400863"/>
                <a:gd name="connsiteX0" fmla="*/ 346167 w 2827472"/>
                <a:gd name="connsiteY0" fmla="*/ 109222 h 400942"/>
                <a:gd name="connsiteX1" fmla="*/ 702042 w 2827472"/>
                <a:gd name="connsiteY1" fmla="*/ 193248 h 400942"/>
                <a:gd name="connsiteX2" fmla="*/ 2412217 w 2827472"/>
                <a:gd name="connsiteY2" fmla="*/ 316816 h 400942"/>
                <a:gd name="connsiteX3" fmla="*/ 2827404 w 2827472"/>
                <a:gd name="connsiteY3" fmla="*/ 356357 h 400942"/>
                <a:gd name="connsiteX4" fmla="*/ 2397390 w 2827472"/>
                <a:gd name="connsiteY4" fmla="*/ 400842 h 400942"/>
                <a:gd name="connsiteX5" fmla="*/ 1443448 w 2827472"/>
                <a:gd name="connsiteY5" fmla="*/ 366243 h 400942"/>
                <a:gd name="connsiteX6" fmla="*/ 632844 w 2827472"/>
                <a:gd name="connsiteY6" fmla="*/ 297045 h 400942"/>
                <a:gd name="connsiteX7" fmla="*/ 153402 w 2827472"/>
                <a:gd name="connsiteY7" fmla="*/ 232790 h 400942"/>
                <a:gd name="connsiteX8" fmla="*/ 178 w 2827472"/>
                <a:gd name="connsiteY8" fmla="*/ 213019 h 400942"/>
                <a:gd name="connsiteX9" fmla="*/ 123746 w 2827472"/>
                <a:gd name="connsiteY9" fmla="*/ 64738 h 400942"/>
                <a:gd name="connsiteX10" fmla="*/ 178115 w 2827472"/>
                <a:gd name="connsiteY10" fmla="*/ 483 h 400942"/>
                <a:gd name="connsiteX11" fmla="*/ 346167 w 2827472"/>
                <a:gd name="connsiteY11" fmla="*/ 109222 h 400942"/>
                <a:gd name="connsiteX0" fmla="*/ 346167 w 2827472"/>
                <a:gd name="connsiteY0" fmla="*/ 109222 h 400938"/>
                <a:gd name="connsiteX1" fmla="*/ 702042 w 2827472"/>
                <a:gd name="connsiteY1" fmla="*/ 193248 h 400938"/>
                <a:gd name="connsiteX2" fmla="*/ 2412217 w 2827472"/>
                <a:gd name="connsiteY2" fmla="*/ 316816 h 400938"/>
                <a:gd name="connsiteX3" fmla="*/ 2827404 w 2827472"/>
                <a:gd name="connsiteY3" fmla="*/ 356357 h 400938"/>
                <a:gd name="connsiteX4" fmla="*/ 2397390 w 2827472"/>
                <a:gd name="connsiteY4" fmla="*/ 400842 h 400938"/>
                <a:gd name="connsiteX5" fmla="*/ 1443448 w 2827472"/>
                <a:gd name="connsiteY5" fmla="*/ 366243 h 400938"/>
                <a:gd name="connsiteX6" fmla="*/ 613074 w 2827472"/>
                <a:gd name="connsiteY6" fmla="*/ 301987 h 400938"/>
                <a:gd name="connsiteX7" fmla="*/ 153402 w 2827472"/>
                <a:gd name="connsiteY7" fmla="*/ 232790 h 400938"/>
                <a:gd name="connsiteX8" fmla="*/ 178 w 2827472"/>
                <a:gd name="connsiteY8" fmla="*/ 213019 h 400938"/>
                <a:gd name="connsiteX9" fmla="*/ 123746 w 2827472"/>
                <a:gd name="connsiteY9" fmla="*/ 64738 h 400938"/>
                <a:gd name="connsiteX10" fmla="*/ 178115 w 2827472"/>
                <a:gd name="connsiteY10" fmla="*/ 483 h 400938"/>
                <a:gd name="connsiteX11" fmla="*/ 346167 w 2827472"/>
                <a:gd name="connsiteY11" fmla="*/ 109222 h 400938"/>
                <a:gd name="connsiteX0" fmla="*/ 346167 w 2830197"/>
                <a:gd name="connsiteY0" fmla="*/ 109222 h 400938"/>
                <a:gd name="connsiteX1" fmla="*/ 702042 w 2830197"/>
                <a:gd name="connsiteY1" fmla="*/ 193248 h 400938"/>
                <a:gd name="connsiteX2" fmla="*/ 2471529 w 2830197"/>
                <a:gd name="connsiteY2" fmla="*/ 311873 h 400938"/>
                <a:gd name="connsiteX3" fmla="*/ 2827404 w 2830197"/>
                <a:gd name="connsiteY3" fmla="*/ 356357 h 400938"/>
                <a:gd name="connsiteX4" fmla="*/ 2397390 w 2830197"/>
                <a:gd name="connsiteY4" fmla="*/ 400842 h 400938"/>
                <a:gd name="connsiteX5" fmla="*/ 1443448 w 2830197"/>
                <a:gd name="connsiteY5" fmla="*/ 366243 h 400938"/>
                <a:gd name="connsiteX6" fmla="*/ 613074 w 2830197"/>
                <a:gd name="connsiteY6" fmla="*/ 301987 h 400938"/>
                <a:gd name="connsiteX7" fmla="*/ 153402 w 2830197"/>
                <a:gd name="connsiteY7" fmla="*/ 232790 h 400938"/>
                <a:gd name="connsiteX8" fmla="*/ 178 w 2830197"/>
                <a:gd name="connsiteY8" fmla="*/ 213019 h 400938"/>
                <a:gd name="connsiteX9" fmla="*/ 123746 w 2830197"/>
                <a:gd name="connsiteY9" fmla="*/ 64738 h 400938"/>
                <a:gd name="connsiteX10" fmla="*/ 178115 w 2830197"/>
                <a:gd name="connsiteY10" fmla="*/ 483 h 400938"/>
                <a:gd name="connsiteX11" fmla="*/ 346167 w 2830197"/>
                <a:gd name="connsiteY11" fmla="*/ 109222 h 400938"/>
                <a:gd name="connsiteX0" fmla="*/ 346167 w 3335004"/>
                <a:gd name="connsiteY0" fmla="*/ 2330959 h 2809130"/>
                <a:gd name="connsiteX1" fmla="*/ 702042 w 3335004"/>
                <a:gd name="connsiteY1" fmla="*/ 2414985 h 2809130"/>
                <a:gd name="connsiteX2" fmla="*/ 2471529 w 3335004"/>
                <a:gd name="connsiteY2" fmla="*/ 2533610 h 2809130"/>
                <a:gd name="connsiteX3" fmla="*/ 3334748 w 3335004"/>
                <a:gd name="connsiteY3" fmla="*/ 76 h 2809130"/>
                <a:gd name="connsiteX4" fmla="*/ 2397390 w 3335004"/>
                <a:gd name="connsiteY4" fmla="*/ 2622579 h 2809130"/>
                <a:gd name="connsiteX5" fmla="*/ 1443448 w 3335004"/>
                <a:gd name="connsiteY5" fmla="*/ 2587980 h 2809130"/>
                <a:gd name="connsiteX6" fmla="*/ 613074 w 3335004"/>
                <a:gd name="connsiteY6" fmla="*/ 2523724 h 2809130"/>
                <a:gd name="connsiteX7" fmla="*/ 153402 w 3335004"/>
                <a:gd name="connsiteY7" fmla="*/ 2454527 h 2809130"/>
                <a:gd name="connsiteX8" fmla="*/ 178 w 3335004"/>
                <a:gd name="connsiteY8" fmla="*/ 2434756 h 2809130"/>
                <a:gd name="connsiteX9" fmla="*/ 123746 w 3335004"/>
                <a:gd name="connsiteY9" fmla="*/ 2286475 h 2809130"/>
                <a:gd name="connsiteX10" fmla="*/ 178115 w 3335004"/>
                <a:gd name="connsiteY10" fmla="*/ 2222220 h 2809130"/>
                <a:gd name="connsiteX11" fmla="*/ 346167 w 3335004"/>
                <a:gd name="connsiteY11" fmla="*/ 2330959 h 2809130"/>
                <a:gd name="connsiteX0" fmla="*/ 346167 w 3337604"/>
                <a:gd name="connsiteY0" fmla="*/ 2333161 h 2694236"/>
                <a:gd name="connsiteX1" fmla="*/ 702042 w 3337604"/>
                <a:gd name="connsiteY1" fmla="*/ 2417187 h 2694236"/>
                <a:gd name="connsiteX2" fmla="*/ 2471529 w 3337604"/>
                <a:gd name="connsiteY2" fmla="*/ 2535812 h 2694236"/>
                <a:gd name="connsiteX3" fmla="*/ 3334748 w 3337604"/>
                <a:gd name="connsiteY3" fmla="*/ 2278 h 2694236"/>
                <a:gd name="connsiteX4" fmla="*/ 2208611 w 3337604"/>
                <a:gd name="connsiteY4" fmla="*/ 2093839 h 2694236"/>
                <a:gd name="connsiteX5" fmla="*/ 1443448 w 3337604"/>
                <a:gd name="connsiteY5" fmla="*/ 2590182 h 2694236"/>
                <a:gd name="connsiteX6" fmla="*/ 613074 w 3337604"/>
                <a:gd name="connsiteY6" fmla="*/ 2525926 h 2694236"/>
                <a:gd name="connsiteX7" fmla="*/ 153402 w 3337604"/>
                <a:gd name="connsiteY7" fmla="*/ 2456729 h 2694236"/>
                <a:gd name="connsiteX8" fmla="*/ 178 w 3337604"/>
                <a:gd name="connsiteY8" fmla="*/ 2436958 h 2694236"/>
                <a:gd name="connsiteX9" fmla="*/ 123746 w 3337604"/>
                <a:gd name="connsiteY9" fmla="*/ 2288677 h 2694236"/>
                <a:gd name="connsiteX10" fmla="*/ 178115 w 3337604"/>
                <a:gd name="connsiteY10" fmla="*/ 2224422 h 2694236"/>
                <a:gd name="connsiteX11" fmla="*/ 346167 w 3337604"/>
                <a:gd name="connsiteY11" fmla="*/ 2333161 h 2694236"/>
                <a:gd name="connsiteX0" fmla="*/ 346167 w 3421843"/>
                <a:gd name="connsiteY0" fmla="*/ 2336346 h 2616920"/>
                <a:gd name="connsiteX1" fmla="*/ 702042 w 3421843"/>
                <a:gd name="connsiteY1" fmla="*/ 2420372 h 2616920"/>
                <a:gd name="connsiteX2" fmla="*/ 3049666 w 3421843"/>
                <a:gd name="connsiteY2" fmla="*/ 1518409 h 2616920"/>
                <a:gd name="connsiteX3" fmla="*/ 3334748 w 3421843"/>
                <a:gd name="connsiteY3" fmla="*/ 5463 h 2616920"/>
                <a:gd name="connsiteX4" fmla="*/ 2208611 w 3421843"/>
                <a:gd name="connsiteY4" fmla="*/ 2097024 h 2616920"/>
                <a:gd name="connsiteX5" fmla="*/ 1443448 w 3421843"/>
                <a:gd name="connsiteY5" fmla="*/ 2593367 h 2616920"/>
                <a:gd name="connsiteX6" fmla="*/ 613074 w 3421843"/>
                <a:gd name="connsiteY6" fmla="*/ 2529111 h 2616920"/>
                <a:gd name="connsiteX7" fmla="*/ 153402 w 3421843"/>
                <a:gd name="connsiteY7" fmla="*/ 2459914 h 2616920"/>
                <a:gd name="connsiteX8" fmla="*/ 178 w 3421843"/>
                <a:gd name="connsiteY8" fmla="*/ 2440143 h 2616920"/>
                <a:gd name="connsiteX9" fmla="*/ 123746 w 3421843"/>
                <a:gd name="connsiteY9" fmla="*/ 2291862 h 2616920"/>
                <a:gd name="connsiteX10" fmla="*/ 178115 w 3421843"/>
                <a:gd name="connsiteY10" fmla="*/ 2227607 h 2616920"/>
                <a:gd name="connsiteX11" fmla="*/ 346167 w 3421843"/>
                <a:gd name="connsiteY11" fmla="*/ 2336346 h 2616920"/>
                <a:gd name="connsiteX0" fmla="*/ 346167 w 3396699"/>
                <a:gd name="connsiteY0" fmla="*/ 2377499 h 2658073"/>
                <a:gd name="connsiteX1" fmla="*/ 702042 w 3396699"/>
                <a:gd name="connsiteY1" fmla="*/ 2461525 h 2658073"/>
                <a:gd name="connsiteX2" fmla="*/ 3049666 w 3396699"/>
                <a:gd name="connsiteY2" fmla="*/ 1559562 h 2658073"/>
                <a:gd name="connsiteX3" fmla="*/ 3299351 w 3396699"/>
                <a:gd name="connsiteY3" fmla="*/ 5320 h 2658073"/>
                <a:gd name="connsiteX4" fmla="*/ 2208611 w 3396699"/>
                <a:gd name="connsiteY4" fmla="*/ 2138177 h 2658073"/>
                <a:gd name="connsiteX5" fmla="*/ 1443448 w 3396699"/>
                <a:gd name="connsiteY5" fmla="*/ 2634520 h 2658073"/>
                <a:gd name="connsiteX6" fmla="*/ 613074 w 3396699"/>
                <a:gd name="connsiteY6" fmla="*/ 2570264 h 2658073"/>
                <a:gd name="connsiteX7" fmla="*/ 153402 w 3396699"/>
                <a:gd name="connsiteY7" fmla="*/ 2501067 h 2658073"/>
                <a:gd name="connsiteX8" fmla="*/ 178 w 3396699"/>
                <a:gd name="connsiteY8" fmla="*/ 2481296 h 2658073"/>
                <a:gd name="connsiteX9" fmla="*/ 123746 w 3396699"/>
                <a:gd name="connsiteY9" fmla="*/ 2333015 h 2658073"/>
                <a:gd name="connsiteX10" fmla="*/ 178115 w 3396699"/>
                <a:gd name="connsiteY10" fmla="*/ 2268760 h 2658073"/>
                <a:gd name="connsiteX11" fmla="*/ 346167 w 3396699"/>
                <a:gd name="connsiteY11" fmla="*/ 2377499 h 2658073"/>
                <a:gd name="connsiteX0" fmla="*/ 346167 w 3330115"/>
                <a:gd name="connsiteY0" fmla="*/ 2380414 h 2660988"/>
                <a:gd name="connsiteX1" fmla="*/ 702042 w 3330115"/>
                <a:gd name="connsiteY1" fmla="*/ 2464440 h 2660988"/>
                <a:gd name="connsiteX2" fmla="*/ 2819591 w 3330115"/>
                <a:gd name="connsiteY2" fmla="*/ 1444489 h 2660988"/>
                <a:gd name="connsiteX3" fmla="*/ 3299351 w 3330115"/>
                <a:gd name="connsiteY3" fmla="*/ 8235 h 2660988"/>
                <a:gd name="connsiteX4" fmla="*/ 2208611 w 3330115"/>
                <a:gd name="connsiteY4" fmla="*/ 2141092 h 2660988"/>
                <a:gd name="connsiteX5" fmla="*/ 1443448 w 3330115"/>
                <a:gd name="connsiteY5" fmla="*/ 2637435 h 2660988"/>
                <a:gd name="connsiteX6" fmla="*/ 613074 w 3330115"/>
                <a:gd name="connsiteY6" fmla="*/ 2573179 h 2660988"/>
                <a:gd name="connsiteX7" fmla="*/ 153402 w 3330115"/>
                <a:gd name="connsiteY7" fmla="*/ 2503982 h 2660988"/>
                <a:gd name="connsiteX8" fmla="*/ 178 w 3330115"/>
                <a:gd name="connsiteY8" fmla="*/ 2484211 h 2660988"/>
                <a:gd name="connsiteX9" fmla="*/ 123746 w 3330115"/>
                <a:gd name="connsiteY9" fmla="*/ 2335930 h 2660988"/>
                <a:gd name="connsiteX10" fmla="*/ 178115 w 3330115"/>
                <a:gd name="connsiteY10" fmla="*/ 2271675 h 2660988"/>
                <a:gd name="connsiteX11" fmla="*/ 346167 w 3330115"/>
                <a:gd name="connsiteY11" fmla="*/ 2380414 h 2660988"/>
                <a:gd name="connsiteX0" fmla="*/ 346167 w 3304034"/>
                <a:gd name="connsiteY0" fmla="*/ 2375039 h 2676824"/>
                <a:gd name="connsiteX1" fmla="*/ 702042 w 3304034"/>
                <a:gd name="connsiteY1" fmla="*/ 2459065 h 2676824"/>
                <a:gd name="connsiteX2" fmla="*/ 2819591 w 3304034"/>
                <a:gd name="connsiteY2" fmla="*/ 1439114 h 2676824"/>
                <a:gd name="connsiteX3" fmla="*/ 3299351 w 3304034"/>
                <a:gd name="connsiteY3" fmla="*/ 2860 h 2676824"/>
                <a:gd name="connsiteX4" fmla="*/ 2662861 w 3304034"/>
                <a:gd name="connsiteY4" fmla="*/ 1834850 h 2676824"/>
                <a:gd name="connsiteX5" fmla="*/ 1443448 w 3304034"/>
                <a:gd name="connsiteY5" fmla="*/ 2632060 h 2676824"/>
                <a:gd name="connsiteX6" fmla="*/ 613074 w 3304034"/>
                <a:gd name="connsiteY6" fmla="*/ 2567804 h 2676824"/>
                <a:gd name="connsiteX7" fmla="*/ 153402 w 3304034"/>
                <a:gd name="connsiteY7" fmla="*/ 2498607 h 2676824"/>
                <a:gd name="connsiteX8" fmla="*/ 178 w 3304034"/>
                <a:gd name="connsiteY8" fmla="*/ 2478836 h 2676824"/>
                <a:gd name="connsiteX9" fmla="*/ 123746 w 3304034"/>
                <a:gd name="connsiteY9" fmla="*/ 2330555 h 2676824"/>
                <a:gd name="connsiteX10" fmla="*/ 178115 w 3304034"/>
                <a:gd name="connsiteY10" fmla="*/ 2266300 h 2676824"/>
                <a:gd name="connsiteX11" fmla="*/ 346167 w 3304034"/>
                <a:gd name="connsiteY11" fmla="*/ 2375039 h 2676824"/>
                <a:gd name="connsiteX0" fmla="*/ 346167 w 3397033"/>
                <a:gd name="connsiteY0" fmla="*/ 2372462 h 2711048"/>
                <a:gd name="connsiteX1" fmla="*/ 702042 w 3397033"/>
                <a:gd name="connsiteY1" fmla="*/ 2456488 h 2711048"/>
                <a:gd name="connsiteX2" fmla="*/ 2819591 w 3397033"/>
                <a:gd name="connsiteY2" fmla="*/ 1436537 h 2711048"/>
                <a:gd name="connsiteX3" fmla="*/ 3299351 w 3397033"/>
                <a:gd name="connsiteY3" fmla="*/ 283 h 2711048"/>
                <a:gd name="connsiteX4" fmla="*/ 3211501 w 3397033"/>
                <a:gd name="connsiteY4" fmla="*/ 1324929 h 2711048"/>
                <a:gd name="connsiteX5" fmla="*/ 1443448 w 3397033"/>
                <a:gd name="connsiteY5" fmla="*/ 2629483 h 2711048"/>
                <a:gd name="connsiteX6" fmla="*/ 613074 w 3397033"/>
                <a:gd name="connsiteY6" fmla="*/ 2565227 h 2711048"/>
                <a:gd name="connsiteX7" fmla="*/ 153402 w 3397033"/>
                <a:gd name="connsiteY7" fmla="*/ 2496030 h 2711048"/>
                <a:gd name="connsiteX8" fmla="*/ 178 w 3397033"/>
                <a:gd name="connsiteY8" fmla="*/ 2476259 h 2711048"/>
                <a:gd name="connsiteX9" fmla="*/ 123746 w 3397033"/>
                <a:gd name="connsiteY9" fmla="*/ 2327978 h 2711048"/>
                <a:gd name="connsiteX10" fmla="*/ 178115 w 3397033"/>
                <a:gd name="connsiteY10" fmla="*/ 2263723 h 2711048"/>
                <a:gd name="connsiteX11" fmla="*/ 346167 w 3397033"/>
                <a:gd name="connsiteY11" fmla="*/ 2372462 h 2711048"/>
                <a:gd name="connsiteX0" fmla="*/ 346167 w 3346869"/>
                <a:gd name="connsiteY0" fmla="*/ 2372441 h 2565206"/>
                <a:gd name="connsiteX1" fmla="*/ 702042 w 3346869"/>
                <a:gd name="connsiteY1" fmla="*/ 2456467 h 2565206"/>
                <a:gd name="connsiteX2" fmla="*/ 2819591 w 3346869"/>
                <a:gd name="connsiteY2" fmla="*/ 1436516 h 2565206"/>
                <a:gd name="connsiteX3" fmla="*/ 3299351 w 3346869"/>
                <a:gd name="connsiteY3" fmla="*/ 262 h 2565206"/>
                <a:gd name="connsiteX4" fmla="*/ 3211501 w 3346869"/>
                <a:gd name="connsiteY4" fmla="*/ 1324908 h 2565206"/>
                <a:gd name="connsiteX5" fmla="*/ 2257559 w 3346869"/>
                <a:gd name="connsiteY5" fmla="*/ 2181111 h 2565206"/>
                <a:gd name="connsiteX6" fmla="*/ 613074 w 3346869"/>
                <a:gd name="connsiteY6" fmla="*/ 2565206 h 2565206"/>
                <a:gd name="connsiteX7" fmla="*/ 153402 w 3346869"/>
                <a:gd name="connsiteY7" fmla="*/ 2496009 h 2565206"/>
                <a:gd name="connsiteX8" fmla="*/ 178 w 3346869"/>
                <a:gd name="connsiteY8" fmla="*/ 2476238 h 2565206"/>
                <a:gd name="connsiteX9" fmla="*/ 123746 w 3346869"/>
                <a:gd name="connsiteY9" fmla="*/ 2327957 h 2565206"/>
                <a:gd name="connsiteX10" fmla="*/ 178115 w 3346869"/>
                <a:gd name="connsiteY10" fmla="*/ 2263702 h 2565206"/>
                <a:gd name="connsiteX11" fmla="*/ 346167 w 3346869"/>
                <a:gd name="connsiteY11" fmla="*/ 2372441 h 2565206"/>
                <a:gd name="connsiteX0" fmla="*/ 346167 w 3344804"/>
                <a:gd name="connsiteY0" fmla="*/ 2372700 h 2565465"/>
                <a:gd name="connsiteX1" fmla="*/ 702042 w 3344804"/>
                <a:gd name="connsiteY1" fmla="*/ 2456726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346167 w 3344804"/>
                <a:gd name="connsiteY0" fmla="*/ 2372700 h 2565465"/>
                <a:gd name="connsiteX1" fmla="*/ 1356870 w 3344804"/>
                <a:gd name="connsiteY1" fmla="*/ 2132261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346167 w 3344804"/>
                <a:gd name="connsiteY0" fmla="*/ 2372700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818115 w 3344804"/>
                <a:gd name="connsiteY0" fmla="*/ 2207518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818115 w 3344804"/>
                <a:gd name="connsiteY11" fmla="*/ 2207518 h 2565465"/>
                <a:gd name="connsiteX0" fmla="*/ 818115 w 3344804"/>
                <a:gd name="connsiteY0" fmla="*/ 2207518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66316 w 3344804"/>
                <a:gd name="connsiteY10" fmla="*/ 2210867 h 2565465"/>
                <a:gd name="connsiteX11" fmla="*/ 818115 w 3344804"/>
                <a:gd name="connsiteY11" fmla="*/ 2207518 h 2565465"/>
                <a:gd name="connsiteX0" fmla="*/ 1362376 w 3889065"/>
                <a:gd name="connsiteY0" fmla="*/ 2207518 h 2565465"/>
                <a:gd name="connsiteX1" fmla="*/ 2585456 w 3889065"/>
                <a:gd name="connsiteY1" fmla="*/ 2002475 h 2565465"/>
                <a:gd name="connsiteX2" fmla="*/ 3393349 w 3889065"/>
                <a:gd name="connsiteY2" fmla="*/ 1483970 h 2565465"/>
                <a:gd name="connsiteX3" fmla="*/ 3843612 w 3889065"/>
                <a:gd name="connsiteY3" fmla="*/ 521 h 2565465"/>
                <a:gd name="connsiteX4" fmla="*/ 3755762 w 3889065"/>
                <a:gd name="connsiteY4" fmla="*/ 1325167 h 2565465"/>
                <a:gd name="connsiteX5" fmla="*/ 2801820 w 3889065"/>
                <a:gd name="connsiteY5" fmla="*/ 2181370 h 2565465"/>
                <a:gd name="connsiteX6" fmla="*/ 1157335 w 3889065"/>
                <a:gd name="connsiteY6" fmla="*/ 2565465 h 2565465"/>
                <a:gd name="connsiteX7" fmla="*/ 697663 w 3889065"/>
                <a:gd name="connsiteY7" fmla="*/ 2496268 h 2565465"/>
                <a:gd name="connsiteX8" fmla="*/ 544439 w 3889065"/>
                <a:gd name="connsiteY8" fmla="*/ 2476497 h 2565465"/>
                <a:gd name="connsiteX9" fmla="*/ 1380 w 3889065"/>
                <a:gd name="connsiteY9" fmla="*/ 2109940 h 2565465"/>
                <a:gd name="connsiteX10" fmla="*/ 710577 w 3889065"/>
                <a:gd name="connsiteY10" fmla="*/ 2210867 h 2565465"/>
                <a:gd name="connsiteX11" fmla="*/ 1362376 w 3889065"/>
                <a:gd name="connsiteY11" fmla="*/ 2207518 h 2565465"/>
                <a:gd name="connsiteX0" fmla="*/ 2161767 w 4688456"/>
                <a:gd name="connsiteY0" fmla="*/ 2207518 h 2565465"/>
                <a:gd name="connsiteX1" fmla="*/ 3384847 w 4688456"/>
                <a:gd name="connsiteY1" fmla="*/ 2002475 h 2565465"/>
                <a:gd name="connsiteX2" fmla="*/ 4192740 w 4688456"/>
                <a:gd name="connsiteY2" fmla="*/ 1483970 h 2565465"/>
                <a:gd name="connsiteX3" fmla="*/ 4643003 w 4688456"/>
                <a:gd name="connsiteY3" fmla="*/ 521 h 2565465"/>
                <a:gd name="connsiteX4" fmla="*/ 4555153 w 4688456"/>
                <a:gd name="connsiteY4" fmla="*/ 1325167 h 2565465"/>
                <a:gd name="connsiteX5" fmla="*/ 3601211 w 4688456"/>
                <a:gd name="connsiteY5" fmla="*/ 2181370 h 2565465"/>
                <a:gd name="connsiteX6" fmla="*/ 1956726 w 4688456"/>
                <a:gd name="connsiteY6" fmla="*/ 2565465 h 2565465"/>
                <a:gd name="connsiteX7" fmla="*/ 1497054 w 4688456"/>
                <a:gd name="connsiteY7" fmla="*/ 2496268 h 2565465"/>
                <a:gd name="connsiteX8" fmla="*/ 10576 w 4688456"/>
                <a:gd name="connsiteY8" fmla="*/ 2157932 h 2565465"/>
                <a:gd name="connsiteX9" fmla="*/ 800771 w 4688456"/>
                <a:gd name="connsiteY9" fmla="*/ 2109940 h 2565465"/>
                <a:gd name="connsiteX10" fmla="*/ 1509968 w 4688456"/>
                <a:gd name="connsiteY10" fmla="*/ 2210867 h 2565465"/>
                <a:gd name="connsiteX11" fmla="*/ 2161767 w 4688456"/>
                <a:gd name="connsiteY11" fmla="*/ 2207518 h 2565465"/>
                <a:gd name="connsiteX0" fmla="*/ 2161767 w 4688456"/>
                <a:gd name="connsiteY0" fmla="*/ 2207518 h 2510483"/>
                <a:gd name="connsiteX1" fmla="*/ 3384847 w 4688456"/>
                <a:gd name="connsiteY1" fmla="*/ 2002475 h 2510483"/>
                <a:gd name="connsiteX2" fmla="*/ 4192740 w 4688456"/>
                <a:gd name="connsiteY2" fmla="*/ 1483970 h 2510483"/>
                <a:gd name="connsiteX3" fmla="*/ 4643003 w 4688456"/>
                <a:gd name="connsiteY3" fmla="*/ 521 h 2510483"/>
                <a:gd name="connsiteX4" fmla="*/ 4555153 w 4688456"/>
                <a:gd name="connsiteY4" fmla="*/ 1325167 h 2510483"/>
                <a:gd name="connsiteX5" fmla="*/ 3601211 w 4688456"/>
                <a:gd name="connsiteY5" fmla="*/ 2181370 h 2510483"/>
                <a:gd name="connsiteX6" fmla="*/ 1944927 w 4688456"/>
                <a:gd name="connsiteY6" fmla="*/ 2465176 h 2510483"/>
                <a:gd name="connsiteX7" fmla="*/ 1497054 w 4688456"/>
                <a:gd name="connsiteY7" fmla="*/ 2496268 h 2510483"/>
                <a:gd name="connsiteX8" fmla="*/ 10576 w 4688456"/>
                <a:gd name="connsiteY8" fmla="*/ 2157932 h 2510483"/>
                <a:gd name="connsiteX9" fmla="*/ 800771 w 4688456"/>
                <a:gd name="connsiteY9" fmla="*/ 2109940 h 2510483"/>
                <a:gd name="connsiteX10" fmla="*/ 1509968 w 4688456"/>
                <a:gd name="connsiteY10" fmla="*/ 2210867 h 2510483"/>
                <a:gd name="connsiteX11" fmla="*/ 2161767 w 4688456"/>
                <a:gd name="connsiteY11" fmla="*/ 2207518 h 2510483"/>
                <a:gd name="connsiteX0" fmla="*/ 2161767 w 4688456"/>
                <a:gd name="connsiteY0" fmla="*/ 2207518 h 2510483"/>
                <a:gd name="connsiteX1" fmla="*/ 3384847 w 4688456"/>
                <a:gd name="connsiteY1" fmla="*/ 2002475 h 2510483"/>
                <a:gd name="connsiteX2" fmla="*/ 4192740 w 4688456"/>
                <a:gd name="connsiteY2" fmla="*/ 1483970 h 2510483"/>
                <a:gd name="connsiteX3" fmla="*/ 4643003 w 4688456"/>
                <a:gd name="connsiteY3" fmla="*/ 521 h 2510483"/>
                <a:gd name="connsiteX4" fmla="*/ 4555153 w 4688456"/>
                <a:gd name="connsiteY4" fmla="*/ 1325167 h 2510483"/>
                <a:gd name="connsiteX5" fmla="*/ 3601211 w 4688456"/>
                <a:gd name="connsiteY5" fmla="*/ 2181370 h 2510483"/>
                <a:gd name="connsiteX6" fmla="*/ 1944927 w 4688456"/>
                <a:gd name="connsiteY6" fmla="*/ 2465176 h 2510483"/>
                <a:gd name="connsiteX7" fmla="*/ 1497054 w 4688456"/>
                <a:gd name="connsiteY7" fmla="*/ 2496268 h 2510483"/>
                <a:gd name="connsiteX8" fmla="*/ 10576 w 4688456"/>
                <a:gd name="connsiteY8" fmla="*/ 2157932 h 2510483"/>
                <a:gd name="connsiteX9" fmla="*/ 800771 w 4688456"/>
                <a:gd name="connsiteY9" fmla="*/ 2109940 h 2510483"/>
                <a:gd name="connsiteX10" fmla="*/ 1539464 w 4688456"/>
                <a:gd name="connsiteY10" fmla="*/ 2193169 h 2510483"/>
                <a:gd name="connsiteX11" fmla="*/ 2161767 w 4688456"/>
                <a:gd name="connsiteY11" fmla="*/ 2207518 h 2510483"/>
                <a:gd name="connsiteX0" fmla="*/ 2161767 w 4748303"/>
                <a:gd name="connsiteY0" fmla="*/ 2211726 h 2514691"/>
                <a:gd name="connsiteX1" fmla="*/ 3384847 w 4748303"/>
                <a:gd name="connsiteY1" fmla="*/ 2006683 h 2514691"/>
                <a:gd name="connsiteX2" fmla="*/ 4192740 w 4748303"/>
                <a:gd name="connsiteY2" fmla="*/ 1488178 h 2514691"/>
                <a:gd name="connsiteX3" fmla="*/ 4643003 w 4748303"/>
                <a:gd name="connsiteY3" fmla="*/ 4729 h 2514691"/>
                <a:gd name="connsiteX4" fmla="*/ 4655442 w 4748303"/>
                <a:gd name="connsiteY4" fmla="*/ 1058005 h 2514691"/>
                <a:gd name="connsiteX5" fmla="*/ 3601211 w 4748303"/>
                <a:gd name="connsiteY5" fmla="*/ 2185578 h 2514691"/>
                <a:gd name="connsiteX6" fmla="*/ 1944927 w 4748303"/>
                <a:gd name="connsiteY6" fmla="*/ 2469384 h 2514691"/>
                <a:gd name="connsiteX7" fmla="*/ 1497054 w 4748303"/>
                <a:gd name="connsiteY7" fmla="*/ 2500476 h 2514691"/>
                <a:gd name="connsiteX8" fmla="*/ 10576 w 4748303"/>
                <a:gd name="connsiteY8" fmla="*/ 2162140 h 2514691"/>
                <a:gd name="connsiteX9" fmla="*/ 800771 w 4748303"/>
                <a:gd name="connsiteY9" fmla="*/ 2114148 h 2514691"/>
                <a:gd name="connsiteX10" fmla="*/ 1539464 w 4748303"/>
                <a:gd name="connsiteY10" fmla="*/ 2197377 h 2514691"/>
                <a:gd name="connsiteX11" fmla="*/ 2161767 w 4748303"/>
                <a:gd name="connsiteY11" fmla="*/ 2211726 h 2514691"/>
                <a:gd name="connsiteX0" fmla="*/ 2161767 w 4738960"/>
                <a:gd name="connsiteY0" fmla="*/ 2207143 h 2510108"/>
                <a:gd name="connsiteX1" fmla="*/ 3384847 w 4738960"/>
                <a:gd name="connsiteY1" fmla="*/ 2002100 h 2510108"/>
                <a:gd name="connsiteX2" fmla="*/ 4405117 w 4738960"/>
                <a:gd name="connsiteY2" fmla="*/ 1123735 h 2510108"/>
                <a:gd name="connsiteX3" fmla="*/ 4643003 w 4738960"/>
                <a:gd name="connsiteY3" fmla="*/ 146 h 2510108"/>
                <a:gd name="connsiteX4" fmla="*/ 4655442 w 4738960"/>
                <a:gd name="connsiteY4" fmla="*/ 1053422 h 2510108"/>
                <a:gd name="connsiteX5" fmla="*/ 3601211 w 4738960"/>
                <a:gd name="connsiteY5" fmla="*/ 2180995 h 2510108"/>
                <a:gd name="connsiteX6" fmla="*/ 1944927 w 4738960"/>
                <a:gd name="connsiteY6" fmla="*/ 2464801 h 2510108"/>
                <a:gd name="connsiteX7" fmla="*/ 1497054 w 4738960"/>
                <a:gd name="connsiteY7" fmla="*/ 2495893 h 2510108"/>
                <a:gd name="connsiteX8" fmla="*/ 10576 w 4738960"/>
                <a:gd name="connsiteY8" fmla="*/ 2157557 h 2510108"/>
                <a:gd name="connsiteX9" fmla="*/ 800771 w 4738960"/>
                <a:gd name="connsiteY9" fmla="*/ 2109565 h 2510108"/>
                <a:gd name="connsiteX10" fmla="*/ 1539464 w 4738960"/>
                <a:gd name="connsiteY10" fmla="*/ 2192794 h 2510108"/>
                <a:gd name="connsiteX11" fmla="*/ 2161767 w 4738960"/>
                <a:gd name="connsiteY11" fmla="*/ 2207143 h 2510108"/>
                <a:gd name="connsiteX0" fmla="*/ 2161767 w 4693239"/>
                <a:gd name="connsiteY0" fmla="*/ 2207127 h 2510092"/>
                <a:gd name="connsiteX1" fmla="*/ 3384847 w 4693239"/>
                <a:gd name="connsiteY1" fmla="*/ 2002084 h 2510092"/>
                <a:gd name="connsiteX2" fmla="*/ 4405117 w 4693239"/>
                <a:gd name="connsiteY2" fmla="*/ 1123719 h 2510092"/>
                <a:gd name="connsiteX3" fmla="*/ 4643003 w 4693239"/>
                <a:gd name="connsiteY3" fmla="*/ 130 h 2510092"/>
                <a:gd name="connsiteX4" fmla="*/ 4655442 w 4693239"/>
                <a:gd name="connsiteY4" fmla="*/ 1053406 h 2510092"/>
                <a:gd name="connsiteX5" fmla="*/ 4224266 w 4693239"/>
                <a:gd name="connsiteY5" fmla="*/ 1682704 h 2510092"/>
                <a:gd name="connsiteX6" fmla="*/ 3601211 w 4693239"/>
                <a:gd name="connsiteY6" fmla="*/ 2180979 h 2510092"/>
                <a:gd name="connsiteX7" fmla="*/ 1944927 w 4693239"/>
                <a:gd name="connsiteY7" fmla="*/ 2464785 h 2510092"/>
                <a:gd name="connsiteX8" fmla="*/ 1497054 w 4693239"/>
                <a:gd name="connsiteY8" fmla="*/ 2495877 h 2510092"/>
                <a:gd name="connsiteX9" fmla="*/ 10576 w 4693239"/>
                <a:gd name="connsiteY9" fmla="*/ 2157541 h 2510092"/>
                <a:gd name="connsiteX10" fmla="*/ 800771 w 4693239"/>
                <a:gd name="connsiteY10" fmla="*/ 2109549 h 2510092"/>
                <a:gd name="connsiteX11" fmla="*/ 1539464 w 4693239"/>
                <a:gd name="connsiteY11" fmla="*/ 2192778 h 2510092"/>
                <a:gd name="connsiteX12" fmla="*/ 2161767 w 4693239"/>
                <a:gd name="connsiteY12" fmla="*/ 2207127 h 2510092"/>
                <a:gd name="connsiteX0" fmla="*/ 2161767 w 4686443"/>
                <a:gd name="connsiteY0" fmla="*/ 2207127 h 2510092"/>
                <a:gd name="connsiteX1" fmla="*/ 3384847 w 4686443"/>
                <a:gd name="connsiteY1" fmla="*/ 2002084 h 2510092"/>
                <a:gd name="connsiteX2" fmla="*/ 4405117 w 4686443"/>
                <a:gd name="connsiteY2" fmla="*/ 1123719 h 2510092"/>
                <a:gd name="connsiteX3" fmla="*/ 4643003 w 4686443"/>
                <a:gd name="connsiteY3" fmla="*/ 130 h 2510092"/>
                <a:gd name="connsiteX4" fmla="*/ 4655442 w 4686443"/>
                <a:gd name="connsiteY4" fmla="*/ 1053406 h 2510092"/>
                <a:gd name="connsiteX5" fmla="*/ 4318656 w 4686443"/>
                <a:gd name="connsiteY5" fmla="*/ 1712200 h 2510092"/>
                <a:gd name="connsiteX6" fmla="*/ 3601211 w 4686443"/>
                <a:gd name="connsiteY6" fmla="*/ 2180979 h 2510092"/>
                <a:gd name="connsiteX7" fmla="*/ 1944927 w 4686443"/>
                <a:gd name="connsiteY7" fmla="*/ 2464785 h 2510092"/>
                <a:gd name="connsiteX8" fmla="*/ 1497054 w 4686443"/>
                <a:gd name="connsiteY8" fmla="*/ 2495877 h 2510092"/>
                <a:gd name="connsiteX9" fmla="*/ 10576 w 4686443"/>
                <a:gd name="connsiteY9" fmla="*/ 2157541 h 2510092"/>
                <a:gd name="connsiteX10" fmla="*/ 800771 w 4686443"/>
                <a:gd name="connsiteY10" fmla="*/ 2109549 h 2510092"/>
                <a:gd name="connsiteX11" fmla="*/ 1539464 w 4686443"/>
                <a:gd name="connsiteY11" fmla="*/ 2192778 h 2510092"/>
                <a:gd name="connsiteX12" fmla="*/ 2161767 w 4686443"/>
                <a:gd name="connsiteY12" fmla="*/ 2207127 h 2510092"/>
                <a:gd name="connsiteX0" fmla="*/ 2161767 w 4743708"/>
                <a:gd name="connsiteY0" fmla="*/ 2214726 h 2517691"/>
                <a:gd name="connsiteX1" fmla="*/ 3384847 w 4743708"/>
                <a:gd name="connsiteY1" fmla="*/ 2009683 h 2517691"/>
                <a:gd name="connsiteX2" fmla="*/ 4405117 w 4743708"/>
                <a:gd name="connsiteY2" fmla="*/ 1131318 h 2517691"/>
                <a:gd name="connsiteX3" fmla="*/ 4643003 w 4743708"/>
                <a:gd name="connsiteY3" fmla="*/ 7729 h 2517691"/>
                <a:gd name="connsiteX4" fmla="*/ 4726235 w 4743708"/>
                <a:gd name="connsiteY4" fmla="*/ 689346 h 2517691"/>
                <a:gd name="connsiteX5" fmla="*/ 4318656 w 4743708"/>
                <a:gd name="connsiteY5" fmla="*/ 1719799 h 2517691"/>
                <a:gd name="connsiteX6" fmla="*/ 3601211 w 4743708"/>
                <a:gd name="connsiteY6" fmla="*/ 2188578 h 2517691"/>
                <a:gd name="connsiteX7" fmla="*/ 1944927 w 4743708"/>
                <a:gd name="connsiteY7" fmla="*/ 2472384 h 2517691"/>
                <a:gd name="connsiteX8" fmla="*/ 1497054 w 4743708"/>
                <a:gd name="connsiteY8" fmla="*/ 2503476 h 2517691"/>
                <a:gd name="connsiteX9" fmla="*/ 10576 w 4743708"/>
                <a:gd name="connsiteY9" fmla="*/ 2165140 h 2517691"/>
                <a:gd name="connsiteX10" fmla="*/ 800771 w 4743708"/>
                <a:gd name="connsiteY10" fmla="*/ 2117148 h 2517691"/>
                <a:gd name="connsiteX11" fmla="*/ 1539464 w 4743708"/>
                <a:gd name="connsiteY11" fmla="*/ 2200377 h 2517691"/>
                <a:gd name="connsiteX12" fmla="*/ 2161767 w 4743708"/>
                <a:gd name="connsiteY12" fmla="*/ 2214726 h 2517691"/>
                <a:gd name="connsiteX0" fmla="*/ 2161767 w 4729386"/>
                <a:gd name="connsiteY0" fmla="*/ 2213796 h 2516761"/>
                <a:gd name="connsiteX1" fmla="*/ 3384847 w 4729386"/>
                <a:gd name="connsiteY1" fmla="*/ 2008753 h 2516761"/>
                <a:gd name="connsiteX2" fmla="*/ 4405117 w 4729386"/>
                <a:gd name="connsiteY2" fmla="*/ 1130388 h 2516761"/>
                <a:gd name="connsiteX3" fmla="*/ 4643003 w 4729386"/>
                <a:gd name="connsiteY3" fmla="*/ 6799 h 2516761"/>
                <a:gd name="connsiteX4" fmla="*/ 4726235 w 4729386"/>
                <a:gd name="connsiteY4" fmla="*/ 688416 h 2516761"/>
                <a:gd name="connsiteX5" fmla="*/ 4548731 w 4729386"/>
                <a:gd name="connsiteY5" fmla="*/ 1270520 h 2516761"/>
                <a:gd name="connsiteX6" fmla="*/ 4318656 w 4729386"/>
                <a:gd name="connsiteY6" fmla="*/ 1718869 h 2516761"/>
                <a:gd name="connsiteX7" fmla="*/ 3601211 w 4729386"/>
                <a:gd name="connsiteY7" fmla="*/ 2187648 h 2516761"/>
                <a:gd name="connsiteX8" fmla="*/ 1944927 w 4729386"/>
                <a:gd name="connsiteY8" fmla="*/ 2471454 h 2516761"/>
                <a:gd name="connsiteX9" fmla="*/ 1497054 w 4729386"/>
                <a:gd name="connsiteY9" fmla="*/ 2502546 h 2516761"/>
                <a:gd name="connsiteX10" fmla="*/ 10576 w 4729386"/>
                <a:gd name="connsiteY10" fmla="*/ 2164210 h 2516761"/>
                <a:gd name="connsiteX11" fmla="*/ 800771 w 4729386"/>
                <a:gd name="connsiteY11" fmla="*/ 2116218 h 2516761"/>
                <a:gd name="connsiteX12" fmla="*/ 1539464 w 4729386"/>
                <a:gd name="connsiteY12" fmla="*/ 2199447 h 2516761"/>
                <a:gd name="connsiteX13" fmla="*/ 2161767 w 4729386"/>
                <a:gd name="connsiteY13" fmla="*/ 2213796 h 2516761"/>
                <a:gd name="connsiteX0" fmla="*/ 2161767 w 4727735"/>
                <a:gd name="connsiteY0" fmla="*/ 2213827 h 2516792"/>
                <a:gd name="connsiteX1" fmla="*/ 3384847 w 4727735"/>
                <a:gd name="connsiteY1" fmla="*/ 2008784 h 2516792"/>
                <a:gd name="connsiteX2" fmla="*/ 4405117 w 4727735"/>
                <a:gd name="connsiteY2" fmla="*/ 1130419 h 2516792"/>
                <a:gd name="connsiteX3" fmla="*/ 4643003 w 4727735"/>
                <a:gd name="connsiteY3" fmla="*/ 6830 h 2516792"/>
                <a:gd name="connsiteX4" fmla="*/ 4726235 w 4727735"/>
                <a:gd name="connsiteY4" fmla="*/ 688447 h 2516792"/>
                <a:gd name="connsiteX5" fmla="*/ 4584127 w 4727735"/>
                <a:gd name="connsiteY5" fmla="*/ 1288250 h 2516792"/>
                <a:gd name="connsiteX6" fmla="*/ 4318656 w 4727735"/>
                <a:gd name="connsiteY6" fmla="*/ 1718900 h 2516792"/>
                <a:gd name="connsiteX7" fmla="*/ 3601211 w 4727735"/>
                <a:gd name="connsiteY7" fmla="*/ 2187679 h 2516792"/>
                <a:gd name="connsiteX8" fmla="*/ 1944927 w 4727735"/>
                <a:gd name="connsiteY8" fmla="*/ 2471485 h 2516792"/>
                <a:gd name="connsiteX9" fmla="*/ 1497054 w 4727735"/>
                <a:gd name="connsiteY9" fmla="*/ 2502577 h 2516792"/>
                <a:gd name="connsiteX10" fmla="*/ 10576 w 4727735"/>
                <a:gd name="connsiteY10" fmla="*/ 2164241 h 2516792"/>
                <a:gd name="connsiteX11" fmla="*/ 800771 w 4727735"/>
                <a:gd name="connsiteY11" fmla="*/ 2116249 h 2516792"/>
                <a:gd name="connsiteX12" fmla="*/ 1539464 w 4727735"/>
                <a:gd name="connsiteY12" fmla="*/ 2199478 h 2516792"/>
                <a:gd name="connsiteX13" fmla="*/ 2161767 w 4727735"/>
                <a:gd name="connsiteY13" fmla="*/ 2213827 h 2516792"/>
                <a:gd name="connsiteX0" fmla="*/ 2161767 w 4727582"/>
                <a:gd name="connsiteY0" fmla="*/ 2215530 h 2518495"/>
                <a:gd name="connsiteX1" fmla="*/ 3384847 w 4727582"/>
                <a:gd name="connsiteY1" fmla="*/ 2010487 h 2518495"/>
                <a:gd name="connsiteX2" fmla="*/ 4440513 w 4727582"/>
                <a:gd name="connsiteY2" fmla="*/ 1191116 h 2518495"/>
                <a:gd name="connsiteX3" fmla="*/ 4643003 w 4727582"/>
                <a:gd name="connsiteY3" fmla="*/ 8533 h 2518495"/>
                <a:gd name="connsiteX4" fmla="*/ 4726235 w 4727582"/>
                <a:gd name="connsiteY4" fmla="*/ 690150 h 2518495"/>
                <a:gd name="connsiteX5" fmla="*/ 4584127 w 4727582"/>
                <a:gd name="connsiteY5" fmla="*/ 1289953 h 2518495"/>
                <a:gd name="connsiteX6" fmla="*/ 4318656 w 4727582"/>
                <a:gd name="connsiteY6" fmla="*/ 1720603 h 2518495"/>
                <a:gd name="connsiteX7" fmla="*/ 3601211 w 4727582"/>
                <a:gd name="connsiteY7" fmla="*/ 2189382 h 2518495"/>
                <a:gd name="connsiteX8" fmla="*/ 1944927 w 4727582"/>
                <a:gd name="connsiteY8" fmla="*/ 2473188 h 2518495"/>
                <a:gd name="connsiteX9" fmla="*/ 1497054 w 4727582"/>
                <a:gd name="connsiteY9" fmla="*/ 2504280 h 2518495"/>
                <a:gd name="connsiteX10" fmla="*/ 10576 w 4727582"/>
                <a:gd name="connsiteY10" fmla="*/ 2165944 h 2518495"/>
                <a:gd name="connsiteX11" fmla="*/ 800771 w 4727582"/>
                <a:gd name="connsiteY11" fmla="*/ 2117952 h 2518495"/>
                <a:gd name="connsiteX12" fmla="*/ 1539464 w 4727582"/>
                <a:gd name="connsiteY12" fmla="*/ 2201181 h 2518495"/>
                <a:gd name="connsiteX13" fmla="*/ 2161767 w 4727582"/>
                <a:gd name="connsiteY13" fmla="*/ 2215530 h 2518495"/>
                <a:gd name="connsiteX0" fmla="*/ 2161767 w 4727735"/>
                <a:gd name="connsiteY0" fmla="*/ 2215354 h 2518319"/>
                <a:gd name="connsiteX1" fmla="*/ 3384847 w 4727735"/>
                <a:gd name="connsiteY1" fmla="*/ 2010311 h 2518319"/>
                <a:gd name="connsiteX2" fmla="*/ 4405117 w 4727735"/>
                <a:gd name="connsiteY2" fmla="*/ 1185040 h 2518319"/>
                <a:gd name="connsiteX3" fmla="*/ 4643003 w 4727735"/>
                <a:gd name="connsiteY3" fmla="*/ 8357 h 2518319"/>
                <a:gd name="connsiteX4" fmla="*/ 4726235 w 4727735"/>
                <a:gd name="connsiteY4" fmla="*/ 689974 h 2518319"/>
                <a:gd name="connsiteX5" fmla="*/ 4584127 w 4727735"/>
                <a:gd name="connsiteY5" fmla="*/ 1289777 h 2518319"/>
                <a:gd name="connsiteX6" fmla="*/ 4318656 w 4727735"/>
                <a:gd name="connsiteY6" fmla="*/ 1720427 h 2518319"/>
                <a:gd name="connsiteX7" fmla="*/ 3601211 w 4727735"/>
                <a:gd name="connsiteY7" fmla="*/ 2189206 h 2518319"/>
                <a:gd name="connsiteX8" fmla="*/ 1944927 w 4727735"/>
                <a:gd name="connsiteY8" fmla="*/ 2473012 h 2518319"/>
                <a:gd name="connsiteX9" fmla="*/ 1497054 w 4727735"/>
                <a:gd name="connsiteY9" fmla="*/ 2504104 h 2518319"/>
                <a:gd name="connsiteX10" fmla="*/ 10576 w 4727735"/>
                <a:gd name="connsiteY10" fmla="*/ 2165768 h 2518319"/>
                <a:gd name="connsiteX11" fmla="*/ 800771 w 4727735"/>
                <a:gd name="connsiteY11" fmla="*/ 2117776 h 2518319"/>
                <a:gd name="connsiteX12" fmla="*/ 1539464 w 4727735"/>
                <a:gd name="connsiteY12" fmla="*/ 2201005 h 2518319"/>
                <a:gd name="connsiteX13" fmla="*/ 2161767 w 4727735"/>
                <a:gd name="connsiteY13" fmla="*/ 2215354 h 2518319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4405117 w 4750905"/>
                <a:gd name="connsiteY2" fmla="*/ 1191101 h 2524380"/>
                <a:gd name="connsiteX3" fmla="*/ 4643003 w 4750905"/>
                <a:gd name="connsiteY3" fmla="*/ 14418 h 2524380"/>
                <a:gd name="connsiteX4" fmla="*/ 4749832 w 4750905"/>
                <a:gd name="connsiteY4" fmla="*/ 583947 h 2524380"/>
                <a:gd name="connsiteX5" fmla="*/ 4584127 w 4750905"/>
                <a:gd name="connsiteY5" fmla="*/ 1295838 h 2524380"/>
                <a:gd name="connsiteX6" fmla="*/ 4318656 w 4750905"/>
                <a:gd name="connsiteY6" fmla="*/ 1726488 h 2524380"/>
                <a:gd name="connsiteX7" fmla="*/ 3601211 w 4750905"/>
                <a:gd name="connsiteY7" fmla="*/ 2195267 h 2524380"/>
                <a:gd name="connsiteX8" fmla="*/ 1944927 w 4750905"/>
                <a:gd name="connsiteY8" fmla="*/ 2479073 h 2524380"/>
                <a:gd name="connsiteX9" fmla="*/ 1497054 w 4750905"/>
                <a:gd name="connsiteY9" fmla="*/ 2510165 h 2524380"/>
                <a:gd name="connsiteX10" fmla="*/ 10576 w 4750905"/>
                <a:gd name="connsiteY10" fmla="*/ 2171829 h 2524380"/>
                <a:gd name="connsiteX11" fmla="*/ 800771 w 4750905"/>
                <a:gd name="connsiteY11" fmla="*/ 2123837 h 2524380"/>
                <a:gd name="connsiteX12" fmla="*/ 1539464 w 4750905"/>
                <a:gd name="connsiteY12" fmla="*/ 2207066 h 2524380"/>
                <a:gd name="connsiteX13" fmla="*/ 2161767 w 4750905"/>
                <a:gd name="connsiteY13" fmla="*/ 2221415 h 2524380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3994191 w 4750905"/>
                <a:gd name="connsiteY2" fmla="*/ 1643900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161767 w 4750905"/>
                <a:gd name="connsiteY0" fmla="*/ 2221415 h 2524380"/>
                <a:gd name="connsiteX1" fmla="*/ 3426143 w 4750905"/>
                <a:gd name="connsiteY1" fmla="*/ 1980975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621916 w 4750905"/>
                <a:gd name="connsiteY0" fmla="*/ 2186019 h 2524380"/>
                <a:gd name="connsiteX1" fmla="*/ 3426143 w 4750905"/>
                <a:gd name="connsiteY1" fmla="*/ 1980975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621916 w 4750905"/>
                <a:gd name="connsiteY14" fmla="*/ 2186019 h 2524380"/>
                <a:gd name="connsiteX0" fmla="*/ 2650477 w 4779466"/>
                <a:gd name="connsiteY0" fmla="*/ 2186019 h 2524380"/>
                <a:gd name="connsiteX1" fmla="*/ 3454704 w 4779466"/>
                <a:gd name="connsiteY1" fmla="*/ 1980975 h 2524380"/>
                <a:gd name="connsiteX2" fmla="*/ 4052248 w 4779466"/>
                <a:gd name="connsiteY2" fmla="*/ 1679296 h 2524380"/>
                <a:gd name="connsiteX3" fmla="*/ 4433678 w 4779466"/>
                <a:gd name="connsiteY3" fmla="*/ 1191101 h 2524380"/>
                <a:gd name="connsiteX4" fmla="*/ 4671564 w 4779466"/>
                <a:gd name="connsiteY4" fmla="*/ 14418 h 2524380"/>
                <a:gd name="connsiteX5" fmla="*/ 4778393 w 4779466"/>
                <a:gd name="connsiteY5" fmla="*/ 583947 h 2524380"/>
                <a:gd name="connsiteX6" fmla="*/ 4612688 w 4779466"/>
                <a:gd name="connsiteY6" fmla="*/ 1295838 h 2524380"/>
                <a:gd name="connsiteX7" fmla="*/ 4347217 w 4779466"/>
                <a:gd name="connsiteY7" fmla="*/ 1726488 h 2524380"/>
                <a:gd name="connsiteX8" fmla="*/ 3629772 w 4779466"/>
                <a:gd name="connsiteY8" fmla="*/ 2195267 h 2524380"/>
                <a:gd name="connsiteX9" fmla="*/ 1973488 w 4779466"/>
                <a:gd name="connsiteY9" fmla="*/ 2479073 h 2524380"/>
                <a:gd name="connsiteX10" fmla="*/ 1525615 w 4779466"/>
                <a:gd name="connsiteY10" fmla="*/ 2510165 h 2524380"/>
                <a:gd name="connsiteX11" fmla="*/ 39137 w 4779466"/>
                <a:gd name="connsiteY11" fmla="*/ 2171829 h 2524380"/>
                <a:gd name="connsiteX12" fmla="*/ 465441 w 4779466"/>
                <a:gd name="connsiteY12" fmla="*/ 2145345 h 2524380"/>
                <a:gd name="connsiteX13" fmla="*/ 829332 w 4779466"/>
                <a:gd name="connsiteY13" fmla="*/ 2123837 h 2524380"/>
                <a:gd name="connsiteX14" fmla="*/ 1568025 w 4779466"/>
                <a:gd name="connsiteY14" fmla="*/ 2207066 h 2524380"/>
                <a:gd name="connsiteX15" fmla="*/ 2650477 w 4779466"/>
                <a:gd name="connsiteY15" fmla="*/ 2186019 h 2524380"/>
                <a:gd name="connsiteX0" fmla="*/ 2657745 w 4786734"/>
                <a:gd name="connsiteY0" fmla="*/ 2186019 h 2524380"/>
                <a:gd name="connsiteX1" fmla="*/ 3461972 w 4786734"/>
                <a:gd name="connsiteY1" fmla="*/ 1980975 h 2524380"/>
                <a:gd name="connsiteX2" fmla="*/ 4059516 w 4786734"/>
                <a:gd name="connsiteY2" fmla="*/ 1679296 h 2524380"/>
                <a:gd name="connsiteX3" fmla="*/ 4440946 w 4786734"/>
                <a:gd name="connsiteY3" fmla="*/ 1191101 h 2524380"/>
                <a:gd name="connsiteX4" fmla="*/ 4678832 w 4786734"/>
                <a:gd name="connsiteY4" fmla="*/ 14418 h 2524380"/>
                <a:gd name="connsiteX5" fmla="*/ 4785661 w 4786734"/>
                <a:gd name="connsiteY5" fmla="*/ 583947 h 2524380"/>
                <a:gd name="connsiteX6" fmla="*/ 4619956 w 4786734"/>
                <a:gd name="connsiteY6" fmla="*/ 1295838 h 2524380"/>
                <a:gd name="connsiteX7" fmla="*/ 4354485 w 4786734"/>
                <a:gd name="connsiteY7" fmla="*/ 1726488 h 2524380"/>
                <a:gd name="connsiteX8" fmla="*/ 3637040 w 4786734"/>
                <a:gd name="connsiteY8" fmla="*/ 2195267 h 2524380"/>
                <a:gd name="connsiteX9" fmla="*/ 1980756 w 4786734"/>
                <a:gd name="connsiteY9" fmla="*/ 2479073 h 2524380"/>
                <a:gd name="connsiteX10" fmla="*/ 1532883 w 4786734"/>
                <a:gd name="connsiteY10" fmla="*/ 2510165 h 2524380"/>
                <a:gd name="connsiteX11" fmla="*/ 46405 w 4786734"/>
                <a:gd name="connsiteY11" fmla="*/ 2171829 h 2524380"/>
                <a:gd name="connsiteX12" fmla="*/ 384220 w 4786734"/>
                <a:gd name="connsiteY12" fmla="*/ 2145345 h 2524380"/>
                <a:gd name="connsiteX13" fmla="*/ 472709 w 4786734"/>
                <a:gd name="connsiteY13" fmla="*/ 2145345 h 2524380"/>
                <a:gd name="connsiteX14" fmla="*/ 836600 w 4786734"/>
                <a:gd name="connsiteY14" fmla="*/ 2123837 h 2524380"/>
                <a:gd name="connsiteX15" fmla="*/ 1575293 w 4786734"/>
                <a:gd name="connsiteY15" fmla="*/ 2207066 h 2524380"/>
                <a:gd name="connsiteX16" fmla="*/ 2657745 w 4786734"/>
                <a:gd name="connsiteY16" fmla="*/ 2186019 h 2524380"/>
                <a:gd name="connsiteX0" fmla="*/ 2657745 w 4786734"/>
                <a:gd name="connsiteY0" fmla="*/ 2186019 h 2524380"/>
                <a:gd name="connsiteX1" fmla="*/ 3461972 w 4786734"/>
                <a:gd name="connsiteY1" fmla="*/ 1980975 h 2524380"/>
                <a:gd name="connsiteX2" fmla="*/ 4059516 w 4786734"/>
                <a:gd name="connsiteY2" fmla="*/ 1679296 h 2524380"/>
                <a:gd name="connsiteX3" fmla="*/ 4440946 w 4786734"/>
                <a:gd name="connsiteY3" fmla="*/ 1191101 h 2524380"/>
                <a:gd name="connsiteX4" fmla="*/ 4678832 w 4786734"/>
                <a:gd name="connsiteY4" fmla="*/ 14418 h 2524380"/>
                <a:gd name="connsiteX5" fmla="*/ 4785661 w 4786734"/>
                <a:gd name="connsiteY5" fmla="*/ 583947 h 2524380"/>
                <a:gd name="connsiteX6" fmla="*/ 4619956 w 4786734"/>
                <a:gd name="connsiteY6" fmla="*/ 1295838 h 2524380"/>
                <a:gd name="connsiteX7" fmla="*/ 4354485 w 4786734"/>
                <a:gd name="connsiteY7" fmla="*/ 1726488 h 2524380"/>
                <a:gd name="connsiteX8" fmla="*/ 3637040 w 4786734"/>
                <a:gd name="connsiteY8" fmla="*/ 2195267 h 2524380"/>
                <a:gd name="connsiteX9" fmla="*/ 1980756 w 4786734"/>
                <a:gd name="connsiteY9" fmla="*/ 2479073 h 2524380"/>
                <a:gd name="connsiteX10" fmla="*/ 1532883 w 4786734"/>
                <a:gd name="connsiteY10" fmla="*/ 2510165 h 2524380"/>
                <a:gd name="connsiteX11" fmla="*/ 46405 w 4786734"/>
                <a:gd name="connsiteY11" fmla="*/ 2171829 h 2524380"/>
                <a:gd name="connsiteX12" fmla="*/ 384220 w 4786734"/>
                <a:gd name="connsiteY12" fmla="*/ 2145345 h 2524380"/>
                <a:gd name="connsiteX13" fmla="*/ 325225 w 4786734"/>
                <a:gd name="connsiteY13" fmla="*/ 1909371 h 2524380"/>
                <a:gd name="connsiteX14" fmla="*/ 836600 w 4786734"/>
                <a:gd name="connsiteY14" fmla="*/ 2123837 h 2524380"/>
                <a:gd name="connsiteX15" fmla="*/ 1575293 w 4786734"/>
                <a:gd name="connsiteY15" fmla="*/ 2207066 h 2524380"/>
                <a:gd name="connsiteX16" fmla="*/ 2657745 w 4786734"/>
                <a:gd name="connsiteY16" fmla="*/ 2186019 h 2524380"/>
                <a:gd name="connsiteX0" fmla="*/ 2895242 w 5024231"/>
                <a:gd name="connsiteY0" fmla="*/ 2186019 h 2524380"/>
                <a:gd name="connsiteX1" fmla="*/ 3699469 w 5024231"/>
                <a:gd name="connsiteY1" fmla="*/ 1980975 h 2524380"/>
                <a:gd name="connsiteX2" fmla="*/ 4297013 w 5024231"/>
                <a:gd name="connsiteY2" fmla="*/ 1679296 h 2524380"/>
                <a:gd name="connsiteX3" fmla="*/ 4678443 w 5024231"/>
                <a:gd name="connsiteY3" fmla="*/ 1191101 h 2524380"/>
                <a:gd name="connsiteX4" fmla="*/ 4916329 w 5024231"/>
                <a:gd name="connsiteY4" fmla="*/ 14418 h 2524380"/>
                <a:gd name="connsiteX5" fmla="*/ 5023158 w 5024231"/>
                <a:gd name="connsiteY5" fmla="*/ 583947 h 2524380"/>
                <a:gd name="connsiteX6" fmla="*/ 4857453 w 5024231"/>
                <a:gd name="connsiteY6" fmla="*/ 1295838 h 2524380"/>
                <a:gd name="connsiteX7" fmla="*/ 4591982 w 5024231"/>
                <a:gd name="connsiteY7" fmla="*/ 1726488 h 2524380"/>
                <a:gd name="connsiteX8" fmla="*/ 3874537 w 5024231"/>
                <a:gd name="connsiteY8" fmla="*/ 2195267 h 2524380"/>
                <a:gd name="connsiteX9" fmla="*/ 2218253 w 5024231"/>
                <a:gd name="connsiteY9" fmla="*/ 2479073 h 2524380"/>
                <a:gd name="connsiteX10" fmla="*/ 1770380 w 5024231"/>
                <a:gd name="connsiteY10" fmla="*/ 2510165 h 2524380"/>
                <a:gd name="connsiteX11" fmla="*/ 283902 w 5024231"/>
                <a:gd name="connsiteY11" fmla="*/ 2171829 h 2524380"/>
                <a:gd name="connsiteX12" fmla="*/ 31782 w 5024231"/>
                <a:gd name="connsiteY12" fmla="*/ 1478718 h 2524380"/>
                <a:gd name="connsiteX13" fmla="*/ 562722 w 5024231"/>
                <a:gd name="connsiteY13" fmla="*/ 1909371 h 2524380"/>
                <a:gd name="connsiteX14" fmla="*/ 1074097 w 5024231"/>
                <a:gd name="connsiteY14" fmla="*/ 2123837 h 2524380"/>
                <a:gd name="connsiteX15" fmla="*/ 1812790 w 5024231"/>
                <a:gd name="connsiteY15" fmla="*/ 2207066 h 2524380"/>
                <a:gd name="connsiteX16" fmla="*/ 2895242 w 5024231"/>
                <a:gd name="connsiteY16" fmla="*/ 2186019 h 2524380"/>
                <a:gd name="connsiteX0" fmla="*/ 2913865 w 5042854"/>
                <a:gd name="connsiteY0" fmla="*/ 2186019 h 2524380"/>
                <a:gd name="connsiteX1" fmla="*/ 3718092 w 5042854"/>
                <a:gd name="connsiteY1" fmla="*/ 1980975 h 2524380"/>
                <a:gd name="connsiteX2" fmla="*/ 4315636 w 5042854"/>
                <a:gd name="connsiteY2" fmla="*/ 1679296 h 2524380"/>
                <a:gd name="connsiteX3" fmla="*/ 4697066 w 5042854"/>
                <a:gd name="connsiteY3" fmla="*/ 1191101 h 2524380"/>
                <a:gd name="connsiteX4" fmla="*/ 4934952 w 5042854"/>
                <a:gd name="connsiteY4" fmla="*/ 14418 h 2524380"/>
                <a:gd name="connsiteX5" fmla="*/ 5041781 w 5042854"/>
                <a:gd name="connsiteY5" fmla="*/ 583947 h 2524380"/>
                <a:gd name="connsiteX6" fmla="*/ 4876076 w 5042854"/>
                <a:gd name="connsiteY6" fmla="*/ 1295838 h 2524380"/>
                <a:gd name="connsiteX7" fmla="*/ 4610605 w 5042854"/>
                <a:gd name="connsiteY7" fmla="*/ 1726488 h 2524380"/>
                <a:gd name="connsiteX8" fmla="*/ 3893160 w 5042854"/>
                <a:gd name="connsiteY8" fmla="*/ 2195267 h 2524380"/>
                <a:gd name="connsiteX9" fmla="*/ 2236876 w 5042854"/>
                <a:gd name="connsiteY9" fmla="*/ 2479073 h 2524380"/>
                <a:gd name="connsiteX10" fmla="*/ 1789003 w 5042854"/>
                <a:gd name="connsiteY10" fmla="*/ 2510165 h 2524380"/>
                <a:gd name="connsiteX11" fmla="*/ 302525 w 5042854"/>
                <a:gd name="connsiteY11" fmla="*/ 2171829 h 2524380"/>
                <a:gd name="connsiteX12" fmla="*/ 50405 w 5042854"/>
                <a:gd name="connsiteY12" fmla="*/ 1797283 h 2524380"/>
                <a:gd name="connsiteX13" fmla="*/ 50405 w 5042854"/>
                <a:gd name="connsiteY13" fmla="*/ 1478718 h 2524380"/>
                <a:gd name="connsiteX14" fmla="*/ 581345 w 5042854"/>
                <a:gd name="connsiteY14" fmla="*/ 1909371 h 2524380"/>
                <a:gd name="connsiteX15" fmla="*/ 1092720 w 5042854"/>
                <a:gd name="connsiteY15" fmla="*/ 2123837 h 2524380"/>
                <a:gd name="connsiteX16" fmla="*/ 1831413 w 5042854"/>
                <a:gd name="connsiteY16" fmla="*/ 2207066 h 2524380"/>
                <a:gd name="connsiteX17" fmla="*/ 2913865 w 5042854"/>
                <a:gd name="connsiteY17" fmla="*/ 2186019 h 2524380"/>
                <a:gd name="connsiteX0" fmla="*/ 3291459 w 5420448"/>
                <a:gd name="connsiteY0" fmla="*/ 2186019 h 2524380"/>
                <a:gd name="connsiteX1" fmla="*/ 4095686 w 5420448"/>
                <a:gd name="connsiteY1" fmla="*/ 1980975 h 2524380"/>
                <a:gd name="connsiteX2" fmla="*/ 4693230 w 5420448"/>
                <a:gd name="connsiteY2" fmla="*/ 1679296 h 2524380"/>
                <a:gd name="connsiteX3" fmla="*/ 5074660 w 5420448"/>
                <a:gd name="connsiteY3" fmla="*/ 1191101 h 2524380"/>
                <a:gd name="connsiteX4" fmla="*/ 5312546 w 5420448"/>
                <a:gd name="connsiteY4" fmla="*/ 14418 h 2524380"/>
                <a:gd name="connsiteX5" fmla="*/ 5419375 w 5420448"/>
                <a:gd name="connsiteY5" fmla="*/ 583947 h 2524380"/>
                <a:gd name="connsiteX6" fmla="*/ 5253670 w 5420448"/>
                <a:gd name="connsiteY6" fmla="*/ 1295838 h 2524380"/>
                <a:gd name="connsiteX7" fmla="*/ 4988199 w 5420448"/>
                <a:gd name="connsiteY7" fmla="*/ 1726488 h 2524380"/>
                <a:gd name="connsiteX8" fmla="*/ 4270754 w 5420448"/>
                <a:gd name="connsiteY8" fmla="*/ 2195267 h 2524380"/>
                <a:gd name="connsiteX9" fmla="*/ 2614470 w 5420448"/>
                <a:gd name="connsiteY9" fmla="*/ 2479073 h 2524380"/>
                <a:gd name="connsiteX10" fmla="*/ 2166597 w 5420448"/>
                <a:gd name="connsiteY10" fmla="*/ 2510165 h 2524380"/>
                <a:gd name="connsiteX11" fmla="*/ 680119 w 5420448"/>
                <a:gd name="connsiteY11" fmla="*/ 2171829 h 2524380"/>
                <a:gd name="connsiteX12" fmla="*/ 3245 w 5420448"/>
                <a:gd name="connsiteY12" fmla="*/ 1643900 h 2524380"/>
                <a:gd name="connsiteX13" fmla="*/ 427999 w 5420448"/>
                <a:gd name="connsiteY13" fmla="*/ 1478718 h 2524380"/>
                <a:gd name="connsiteX14" fmla="*/ 958939 w 5420448"/>
                <a:gd name="connsiteY14" fmla="*/ 1909371 h 2524380"/>
                <a:gd name="connsiteX15" fmla="*/ 1470314 w 5420448"/>
                <a:gd name="connsiteY15" fmla="*/ 2123837 h 2524380"/>
                <a:gd name="connsiteX16" fmla="*/ 2209007 w 5420448"/>
                <a:gd name="connsiteY16" fmla="*/ 2207066 h 2524380"/>
                <a:gd name="connsiteX17" fmla="*/ 3291459 w 5420448"/>
                <a:gd name="connsiteY17" fmla="*/ 2186019 h 2524380"/>
                <a:gd name="connsiteX0" fmla="*/ 3291459 w 5420448"/>
                <a:gd name="connsiteY0" fmla="*/ 2186019 h 2516897"/>
                <a:gd name="connsiteX1" fmla="*/ 4095686 w 5420448"/>
                <a:gd name="connsiteY1" fmla="*/ 1980975 h 2516897"/>
                <a:gd name="connsiteX2" fmla="*/ 4693230 w 5420448"/>
                <a:gd name="connsiteY2" fmla="*/ 1679296 h 2516897"/>
                <a:gd name="connsiteX3" fmla="*/ 5074660 w 5420448"/>
                <a:gd name="connsiteY3" fmla="*/ 1191101 h 2516897"/>
                <a:gd name="connsiteX4" fmla="*/ 5312546 w 5420448"/>
                <a:gd name="connsiteY4" fmla="*/ 14418 h 2516897"/>
                <a:gd name="connsiteX5" fmla="*/ 5419375 w 5420448"/>
                <a:gd name="connsiteY5" fmla="*/ 583947 h 2516897"/>
                <a:gd name="connsiteX6" fmla="*/ 5253670 w 5420448"/>
                <a:gd name="connsiteY6" fmla="*/ 1295838 h 2516897"/>
                <a:gd name="connsiteX7" fmla="*/ 4988199 w 5420448"/>
                <a:gd name="connsiteY7" fmla="*/ 1726488 h 2516897"/>
                <a:gd name="connsiteX8" fmla="*/ 4270754 w 5420448"/>
                <a:gd name="connsiteY8" fmla="*/ 2195267 h 2516897"/>
                <a:gd name="connsiteX9" fmla="*/ 2614470 w 5420448"/>
                <a:gd name="connsiteY9" fmla="*/ 2479073 h 2516897"/>
                <a:gd name="connsiteX10" fmla="*/ 2166597 w 5420448"/>
                <a:gd name="connsiteY10" fmla="*/ 2510165 h 2516897"/>
                <a:gd name="connsiteX11" fmla="*/ 1087175 w 5420448"/>
                <a:gd name="connsiteY11" fmla="*/ 2295716 h 2516897"/>
                <a:gd name="connsiteX12" fmla="*/ 3245 w 5420448"/>
                <a:gd name="connsiteY12" fmla="*/ 1643900 h 2516897"/>
                <a:gd name="connsiteX13" fmla="*/ 427999 w 5420448"/>
                <a:gd name="connsiteY13" fmla="*/ 1478718 h 2516897"/>
                <a:gd name="connsiteX14" fmla="*/ 958939 w 5420448"/>
                <a:gd name="connsiteY14" fmla="*/ 1909371 h 2516897"/>
                <a:gd name="connsiteX15" fmla="*/ 1470314 w 5420448"/>
                <a:gd name="connsiteY15" fmla="*/ 2123837 h 2516897"/>
                <a:gd name="connsiteX16" fmla="*/ 2209007 w 5420448"/>
                <a:gd name="connsiteY16" fmla="*/ 2207066 h 2516897"/>
                <a:gd name="connsiteX17" fmla="*/ 3291459 w 5420448"/>
                <a:gd name="connsiteY17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627464 w 5419334"/>
                <a:gd name="connsiteY12" fmla="*/ 2068654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69200 w 5419334"/>
                <a:gd name="connsiteY16" fmla="*/ 2123837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69200 w 5419334"/>
                <a:gd name="connsiteY16" fmla="*/ 2123837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218"/>
                <a:gd name="connsiteX1" fmla="*/ 4094572 w 5419334"/>
                <a:gd name="connsiteY1" fmla="*/ 1980975 h 2516218"/>
                <a:gd name="connsiteX2" fmla="*/ 4692116 w 5419334"/>
                <a:gd name="connsiteY2" fmla="*/ 1679296 h 2516218"/>
                <a:gd name="connsiteX3" fmla="*/ 5073546 w 5419334"/>
                <a:gd name="connsiteY3" fmla="*/ 1191101 h 2516218"/>
                <a:gd name="connsiteX4" fmla="*/ 5311432 w 5419334"/>
                <a:gd name="connsiteY4" fmla="*/ 14418 h 2516218"/>
                <a:gd name="connsiteX5" fmla="*/ 5418261 w 5419334"/>
                <a:gd name="connsiteY5" fmla="*/ 583947 h 2516218"/>
                <a:gd name="connsiteX6" fmla="*/ 5252556 w 5419334"/>
                <a:gd name="connsiteY6" fmla="*/ 1295838 h 2516218"/>
                <a:gd name="connsiteX7" fmla="*/ 4987085 w 5419334"/>
                <a:gd name="connsiteY7" fmla="*/ 1726488 h 2516218"/>
                <a:gd name="connsiteX8" fmla="*/ 4269640 w 5419334"/>
                <a:gd name="connsiteY8" fmla="*/ 2195267 h 2516218"/>
                <a:gd name="connsiteX9" fmla="*/ 3085304 w 5419334"/>
                <a:gd name="connsiteY9" fmla="*/ 2473173 h 2516218"/>
                <a:gd name="connsiteX10" fmla="*/ 2165483 w 5419334"/>
                <a:gd name="connsiteY10" fmla="*/ 2510165 h 2516218"/>
                <a:gd name="connsiteX11" fmla="*/ 1086061 w 5419334"/>
                <a:gd name="connsiteY11" fmla="*/ 2295716 h 2516218"/>
                <a:gd name="connsiteX12" fmla="*/ 592068 w 5419334"/>
                <a:gd name="connsiteY12" fmla="*/ 2086352 h 2516218"/>
                <a:gd name="connsiteX13" fmla="*/ 2131 w 5419334"/>
                <a:gd name="connsiteY13" fmla="*/ 1643900 h 2516218"/>
                <a:gd name="connsiteX14" fmla="*/ 426885 w 5419334"/>
                <a:gd name="connsiteY14" fmla="*/ 1478718 h 2516218"/>
                <a:gd name="connsiteX15" fmla="*/ 940127 w 5419334"/>
                <a:gd name="connsiteY15" fmla="*/ 1868076 h 2516218"/>
                <a:gd name="connsiteX16" fmla="*/ 1486898 w 5419334"/>
                <a:gd name="connsiteY16" fmla="*/ 2100240 h 2516218"/>
                <a:gd name="connsiteX17" fmla="*/ 2207893 w 5419334"/>
                <a:gd name="connsiteY17" fmla="*/ 2207066 h 2516218"/>
                <a:gd name="connsiteX18" fmla="*/ 3290345 w 5419334"/>
                <a:gd name="connsiteY18" fmla="*/ 2186019 h 2516218"/>
                <a:gd name="connsiteX0" fmla="*/ 3290345 w 5419334"/>
                <a:gd name="connsiteY0" fmla="*/ 2186019 h 2502761"/>
                <a:gd name="connsiteX1" fmla="*/ 4094572 w 5419334"/>
                <a:gd name="connsiteY1" fmla="*/ 1980975 h 2502761"/>
                <a:gd name="connsiteX2" fmla="*/ 4692116 w 5419334"/>
                <a:gd name="connsiteY2" fmla="*/ 1679296 h 2502761"/>
                <a:gd name="connsiteX3" fmla="*/ 5073546 w 5419334"/>
                <a:gd name="connsiteY3" fmla="*/ 1191101 h 2502761"/>
                <a:gd name="connsiteX4" fmla="*/ 5311432 w 5419334"/>
                <a:gd name="connsiteY4" fmla="*/ 14418 h 2502761"/>
                <a:gd name="connsiteX5" fmla="*/ 5418261 w 5419334"/>
                <a:gd name="connsiteY5" fmla="*/ 583947 h 2502761"/>
                <a:gd name="connsiteX6" fmla="*/ 5252556 w 5419334"/>
                <a:gd name="connsiteY6" fmla="*/ 1295838 h 2502761"/>
                <a:gd name="connsiteX7" fmla="*/ 4987085 w 5419334"/>
                <a:gd name="connsiteY7" fmla="*/ 1726488 h 2502761"/>
                <a:gd name="connsiteX8" fmla="*/ 4269640 w 5419334"/>
                <a:gd name="connsiteY8" fmla="*/ 2195267 h 2502761"/>
                <a:gd name="connsiteX9" fmla="*/ 3085304 w 5419334"/>
                <a:gd name="connsiteY9" fmla="*/ 2473173 h 2502761"/>
                <a:gd name="connsiteX10" fmla="*/ 2135986 w 5419334"/>
                <a:gd name="connsiteY10" fmla="*/ 2474769 h 2502761"/>
                <a:gd name="connsiteX11" fmla="*/ 1086061 w 5419334"/>
                <a:gd name="connsiteY11" fmla="*/ 2295716 h 2502761"/>
                <a:gd name="connsiteX12" fmla="*/ 592068 w 5419334"/>
                <a:gd name="connsiteY12" fmla="*/ 2086352 h 2502761"/>
                <a:gd name="connsiteX13" fmla="*/ 2131 w 5419334"/>
                <a:gd name="connsiteY13" fmla="*/ 1643900 h 2502761"/>
                <a:gd name="connsiteX14" fmla="*/ 426885 w 5419334"/>
                <a:gd name="connsiteY14" fmla="*/ 1478718 h 2502761"/>
                <a:gd name="connsiteX15" fmla="*/ 940127 w 5419334"/>
                <a:gd name="connsiteY15" fmla="*/ 1868076 h 2502761"/>
                <a:gd name="connsiteX16" fmla="*/ 1486898 w 5419334"/>
                <a:gd name="connsiteY16" fmla="*/ 2100240 h 2502761"/>
                <a:gd name="connsiteX17" fmla="*/ 2207893 w 5419334"/>
                <a:gd name="connsiteY17" fmla="*/ 2207066 h 2502761"/>
                <a:gd name="connsiteX18" fmla="*/ 3290345 w 5419334"/>
                <a:gd name="connsiteY18" fmla="*/ 2186019 h 2502761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92116 w 5419334"/>
                <a:gd name="connsiteY2" fmla="*/ 1679296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87085 w 5419334"/>
                <a:gd name="connsiteY7" fmla="*/ 1726488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74418 w 5419334"/>
                <a:gd name="connsiteY2" fmla="*/ 1673397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87085 w 5419334"/>
                <a:gd name="connsiteY7" fmla="*/ 1726488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74418 w 5419334"/>
                <a:gd name="connsiteY2" fmla="*/ 1673397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10394 w 5419334"/>
                <a:gd name="connsiteY7" fmla="*/ 1797280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048"/>
                <a:gd name="connsiteY0" fmla="*/ 2186033 h 2497863"/>
                <a:gd name="connsiteX1" fmla="*/ 4094572 w 5419048"/>
                <a:gd name="connsiteY1" fmla="*/ 1980989 h 2497863"/>
                <a:gd name="connsiteX2" fmla="*/ 4674418 w 5419048"/>
                <a:gd name="connsiteY2" fmla="*/ 1673411 h 2497863"/>
                <a:gd name="connsiteX3" fmla="*/ 5073546 w 5419048"/>
                <a:gd name="connsiteY3" fmla="*/ 1191115 h 2497863"/>
                <a:gd name="connsiteX4" fmla="*/ 5311432 w 5419048"/>
                <a:gd name="connsiteY4" fmla="*/ 14432 h 2497863"/>
                <a:gd name="connsiteX5" fmla="*/ 5418261 w 5419048"/>
                <a:gd name="connsiteY5" fmla="*/ 583961 h 2497863"/>
                <a:gd name="connsiteX6" fmla="*/ 5262081 w 5419048"/>
                <a:gd name="connsiteY6" fmla="*/ 1299027 h 2497863"/>
                <a:gd name="connsiteX7" fmla="*/ 4910394 w 5419048"/>
                <a:gd name="connsiteY7" fmla="*/ 1797294 h 2497863"/>
                <a:gd name="connsiteX8" fmla="*/ 4269640 w 5419048"/>
                <a:gd name="connsiteY8" fmla="*/ 2195281 h 2497863"/>
                <a:gd name="connsiteX9" fmla="*/ 3085304 w 5419048"/>
                <a:gd name="connsiteY9" fmla="*/ 2473187 h 2497863"/>
                <a:gd name="connsiteX10" fmla="*/ 2135986 w 5419048"/>
                <a:gd name="connsiteY10" fmla="*/ 2474783 h 2497863"/>
                <a:gd name="connsiteX11" fmla="*/ 1392827 w 5419048"/>
                <a:gd name="connsiteY11" fmla="*/ 2390119 h 2497863"/>
                <a:gd name="connsiteX12" fmla="*/ 592068 w 5419048"/>
                <a:gd name="connsiteY12" fmla="*/ 2086366 h 2497863"/>
                <a:gd name="connsiteX13" fmla="*/ 2131 w 5419048"/>
                <a:gd name="connsiteY13" fmla="*/ 1643914 h 2497863"/>
                <a:gd name="connsiteX14" fmla="*/ 426885 w 5419048"/>
                <a:gd name="connsiteY14" fmla="*/ 1478732 h 2497863"/>
                <a:gd name="connsiteX15" fmla="*/ 940127 w 5419048"/>
                <a:gd name="connsiteY15" fmla="*/ 1868090 h 2497863"/>
                <a:gd name="connsiteX16" fmla="*/ 1486898 w 5419048"/>
                <a:gd name="connsiteY16" fmla="*/ 2100254 h 2497863"/>
                <a:gd name="connsiteX17" fmla="*/ 2207893 w 5419048"/>
                <a:gd name="connsiteY17" fmla="*/ 2207080 h 2497863"/>
                <a:gd name="connsiteX18" fmla="*/ 3290345 w 5419048"/>
                <a:gd name="connsiteY18" fmla="*/ 2186033 h 2497863"/>
                <a:gd name="connsiteX0" fmla="*/ 3290345 w 5418869"/>
                <a:gd name="connsiteY0" fmla="*/ 2172101 h 2483931"/>
                <a:gd name="connsiteX1" fmla="*/ 4094572 w 5418869"/>
                <a:gd name="connsiteY1" fmla="*/ 1967057 h 2483931"/>
                <a:gd name="connsiteX2" fmla="*/ 4674418 w 5418869"/>
                <a:gd name="connsiteY2" fmla="*/ 1659479 h 2483931"/>
                <a:gd name="connsiteX3" fmla="*/ 5073546 w 5418869"/>
                <a:gd name="connsiteY3" fmla="*/ 1177183 h 2483931"/>
                <a:gd name="connsiteX4" fmla="*/ 5191311 w 5418869"/>
                <a:gd name="connsiteY4" fmla="*/ 665931 h 2483931"/>
                <a:gd name="connsiteX5" fmla="*/ 5311432 w 5418869"/>
                <a:gd name="connsiteY5" fmla="*/ 500 h 2483931"/>
                <a:gd name="connsiteX6" fmla="*/ 5418261 w 5418869"/>
                <a:gd name="connsiteY6" fmla="*/ 570029 h 2483931"/>
                <a:gd name="connsiteX7" fmla="*/ 5262081 w 5418869"/>
                <a:gd name="connsiteY7" fmla="*/ 1285095 h 2483931"/>
                <a:gd name="connsiteX8" fmla="*/ 4910394 w 5418869"/>
                <a:gd name="connsiteY8" fmla="*/ 1783362 h 2483931"/>
                <a:gd name="connsiteX9" fmla="*/ 4269640 w 5418869"/>
                <a:gd name="connsiteY9" fmla="*/ 2181349 h 2483931"/>
                <a:gd name="connsiteX10" fmla="*/ 3085304 w 5418869"/>
                <a:gd name="connsiteY10" fmla="*/ 2459255 h 2483931"/>
                <a:gd name="connsiteX11" fmla="*/ 2135986 w 5418869"/>
                <a:gd name="connsiteY11" fmla="*/ 2460851 h 2483931"/>
                <a:gd name="connsiteX12" fmla="*/ 1392827 w 5418869"/>
                <a:gd name="connsiteY12" fmla="*/ 2376187 h 2483931"/>
                <a:gd name="connsiteX13" fmla="*/ 592068 w 5418869"/>
                <a:gd name="connsiteY13" fmla="*/ 2072434 h 2483931"/>
                <a:gd name="connsiteX14" fmla="*/ 2131 w 5418869"/>
                <a:gd name="connsiteY14" fmla="*/ 1629982 h 2483931"/>
                <a:gd name="connsiteX15" fmla="*/ 426885 w 5418869"/>
                <a:gd name="connsiteY15" fmla="*/ 1464800 h 2483931"/>
                <a:gd name="connsiteX16" fmla="*/ 940127 w 5418869"/>
                <a:gd name="connsiteY16" fmla="*/ 1854158 h 2483931"/>
                <a:gd name="connsiteX17" fmla="*/ 1486898 w 5418869"/>
                <a:gd name="connsiteY17" fmla="*/ 2086322 h 2483931"/>
                <a:gd name="connsiteX18" fmla="*/ 2207893 w 5418869"/>
                <a:gd name="connsiteY18" fmla="*/ 2193148 h 2483931"/>
                <a:gd name="connsiteX19" fmla="*/ 3290345 w 5418869"/>
                <a:gd name="connsiteY19" fmla="*/ 2172101 h 2483931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674418 w 5418814"/>
                <a:gd name="connsiteY2" fmla="*/ 1659613 h 2484065"/>
                <a:gd name="connsiteX3" fmla="*/ 5073546 w 5418814"/>
                <a:gd name="connsiteY3" fmla="*/ 117731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674418 w 5418814"/>
                <a:gd name="connsiteY2" fmla="*/ 16596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20223 w 5418814"/>
                <a:gd name="connsiteY17" fmla="*/ 21372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420223 w 5418814"/>
                <a:gd name="connsiteY17" fmla="*/ 21372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68852"/>
                <a:gd name="connsiteX1" fmla="*/ 4027897 w 5418814"/>
                <a:gd name="connsiteY1" fmla="*/ 2040216 h 2468852"/>
                <a:gd name="connsiteX2" fmla="*/ 4572818 w 5418814"/>
                <a:gd name="connsiteY2" fmla="*/ 1773913 h 2468852"/>
                <a:gd name="connsiteX3" fmla="*/ 4990996 w 5418814"/>
                <a:gd name="connsiteY3" fmla="*/ 1336067 h 2468852"/>
                <a:gd name="connsiteX4" fmla="*/ 5242111 w 5418814"/>
                <a:gd name="connsiteY4" fmla="*/ 678765 h 2468852"/>
                <a:gd name="connsiteX5" fmla="*/ 5311432 w 5418814"/>
                <a:gd name="connsiteY5" fmla="*/ 634 h 2468852"/>
                <a:gd name="connsiteX6" fmla="*/ 5418261 w 5418814"/>
                <a:gd name="connsiteY6" fmla="*/ 570163 h 2468852"/>
                <a:gd name="connsiteX7" fmla="*/ 5262081 w 5418814"/>
                <a:gd name="connsiteY7" fmla="*/ 1285229 h 2468852"/>
                <a:gd name="connsiteX8" fmla="*/ 4910394 w 5418814"/>
                <a:gd name="connsiteY8" fmla="*/ 1783496 h 2468852"/>
                <a:gd name="connsiteX9" fmla="*/ 4269640 w 5418814"/>
                <a:gd name="connsiteY9" fmla="*/ 2181483 h 2468852"/>
                <a:gd name="connsiteX10" fmla="*/ 3085304 w 5418814"/>
                <a:gd name="connsiteY10" fmla="*/ 2459389 h 2468852"/>
                <a:gd name="connsiteX11" fmla="*/ 2135986 w 5418814"/>
                <a:gd name="connsiteY11" fmla="*/ 2460985 h 2468852"/>
                <a:gd name="connsiteX12" fmla="*/ 1392827 w 5418814"/>
                <a:gd name="connsiteY12" fmla="*/ 2376321 h 2468852"/>
                <a:gd name="connsiteX13" fmla="*/ 592068 w 5418814"/>
                <a:gd name="connsiteY13" fmla="*/ 2072568 h 2468852"/>
                <a:gd name="connsiteX14" fmla="*/ 2131 w 5418814"/>
                <a:gd name="connsiteY14" fmla="*/ 1630116 h 2468852"/>
                <a:gd name="connsiteX15" fmla="*/ 426885 w 5418814"/>
                <a:gd name="connsiteY15" fmla="*/ 1464934 h 2468852"/>
                <a:gd name="connsiteX16" fmla="*/ 886152 w 5418814"/>
                <a:gd name="connsiteY16" fmla="*/ 1857467 h 2468852"/>
                <a:gd name="connsiteX17" fmla="*/ 1378948 w 5418814"/>
                <a:gd name="connsiteY17" fmla="*/ 2102331 h 2468852"/>
                <a:gd name="connsiteX18" fmla="*/ 2141218 w 5418814"/>
                <a:gd name="connsiteY18" fmla="*/ 2253607 h 2468852"/>
                <a:gd name="connsiteX19" fmla="*/ 3220495 w 5418814"/>
                <a:gd name="connsiteY19" fmla="*/ 2226210 h 2468852"/>
                <a:gd name="connsiteX0" fmla="*/ 3220495 w 5418814"/>
                <a:gd name="connsiteY0" fmla="*/ 2226210 h 2472135"/>
                <a:gd name="connsiteX1" fmla="*/ 4027897 w 5418814"/>
                <a:gd name="connsiteY1" fmla="*/ 2040216 h 2472135"/>
                <a:gd name="connsiteX2" fmla="*/ 4572818 w 5418814"/>
                <a:gd name="connsiteY2" fmla="*/ 1773913 h 2472135"/>
                <a:gd name="connsiteX3" fmla="*/ 4990996 w 5418814"/>
                <a:gd name="connsiteY3" fmla="*/ 1336067 h 2472135"/>
                <a:gd name="connsiteX4" fmla="*/ 5242111 w 5418814"/>
                <a:gd name="connsiteY4" fmla="*/ 678765 h 2472135"/>
                <a:gd name="connsiteX5" fmla="*/ 5311432 w 5418814"/>
                <a:gd name="connsiteY5" fmla="*/ 634 h 2472135"/>
                <a:gd name="connsiteX6" fmla="*/ 5418261 w 5418814"/>
                <a:gd name="connsiteY6" fmla="*/ 570163 h 2472135"/>
                <a:gd name="connsiteX7" fmla="*/ 5262081 w 5418814"/>
                <a:gd name="connsiteY7" fmla="*/ 1285229 h 2472135"/>
                <a:gd name="connsiteX8" fmla="*/ 4910394 w 5418814"/>
                <a:gd name="connsiteY8" fmla="*/ 1783496 h 2472135"/>
                <a:gd name="connsiteX9" fmla="*/ 4269640 w 5418814"/>
                <a:gd name="connsiteY9" fmla="*/ 2181483 h 2472135"/>
                <a:gd name="connsiteX10" fmla="*/ 3085304 w 5418814"/>
                <a:gd name="connsiteY10" fmla="*/ 2459389 h 2472135"/>
                <a:gd name="connsiteX11" fmla="*/ 2135986 w 5418814"/>
                <a:gd name="connsiteY11" fmla="*/ 2460985 h 2472135"/>
                <a:gd name="connsiteX12" fmla="*/ 1392827 w 5418814"/>
                <a:gd name="connsiteY12" fmla="*/ 2376321 h 2472135"/>
                <a:gd name="connsiteX13" fmla="*/ 592068 w 5418814"/>
                <a:gd name="connsiteY13" fmla="*/ 2072568 h 2472135"/>
                <a:gd name="connsiteX14" fmla="*/ 2131 w 5418814"/>
                <a:gd name="connsiteY14" fmla="*/ 1630116 h 2472135"/>
                <a:gd name="connsiteX15" fmla="*/ 426885 w 5418814"/>
                <a:gd name="connsiteY15" fmla="*/ 1464934 h 2472135"/>
                <a:gd name="connsiteX16" fmla="*/ 886152 w 5418814"/>
                <a:gd name="connsiteY16" fmla="*/ 1857467 h 2472135"/>
                <a:gd name="connsiteX17" fmla="*/ 1378948 w 5418814"/>
                <a:gd name="connsiteY17" fmla="*/ 2102331 h 2472135"/>
                <a:gd name="connsiteX18" fmla="*/ 2141218 w 5418814"/>
                <a:gd name="connsiteY18" fmla="*/ 2253607 h 2472135"/>
                <a:gd name="connsiteX19" fmla="*/ 3220495 w 5418814"/>
                <a:gd name="connsiteY19" fmla="*/ 2226210 h 2472135"/>
                <a:gd name="connsiteX0" fmla="*/ 3220495 w 5371609"/>
                <a:gd name="connsiteY0" fmla="*/ 2225962 h 2471887"/>
                <a:gd name="connsiteX1" fmla="*/ 4027897 w 5371609"/>
                <a:gd name="connsiteY1" fmla="*/ 2039968 h 2471887"/>
                <a:gd name="connsiteX2" fmla="*/ 4572818 w 5371609"/>
                <a:gd name="connsiteY2" fmla="*/ 1773665 h 2471887"/>
                <a:gd name="connsiteX3" fmla="*/ 4990996 w 5371609"/>
                <a:gd name="connsiteY3" fmla="*/ 1335819 h 2471887"/>
                <a:gd name="connsiteX4" fmla="*/ 5242111 w 5371609"/>
                <a:gd name="connsiteY4" fmla="*/ 678517 h 2471887"/>
                <a:gd name="connsiteX5" fmla="*/ 5311432 w 5371609"/>
                <a:gd name="connsiteY5" fmla="*/ 386 h 2471887"/>
                <a:gd name="connsiteX6" fmla="*/ 5370636 w 5371609"/>
                <a:gd name="connsiteY6" fmla="*/ 592140 h 2471887"/>
                <a:gd name="connsiteX7" fmla="*/ 5262081 w 5371609"/>
                <a:gd name="connsiteY7" fmla="*/ 1284981 h 2471887"/>
                <a:gd name="connsiteX8" fmla="*/ 4910394 w 5371609"/>
                <a:gd name="connsiteY8" fmla="*/ 1783248 h 2471887"/>
                <a:gd name="connsiteX9" fmla="*/ 4269640 w 5371609"/>
                <a:gd name="connsiteY9" fmla="*/ 2181235 h 2471887"/>
                <a:gd name="connsiteX10" fmla="*/ 3085304 w 5371609"/>
                <a:gd name="connsiteY10" fmla="*/ 2459141 h 2471887"/>
                <a:gd name="connsiteX11" fmla="*/ 2135986 w 5371609"/>
                <a:gd name="connsiteY11" fmla="*/ 2460737 h 2471887"/>
                <a:gd name="connsiteX12" fmla="*/ 1392827 w 5371609"/>
                <a:gd name="connsiteY12" fmla="*/ 2376073 h 2471887"/>
                <a:gd name="connsiteX13" fmla="*/ 592068 w 5371609"/>
                <a:gd name="connsiteY13" fmla="*/ 2072320 h 2471887"/>
                <a:gd name="connsiteX14" fmla="*/ 2131 w 5371609"/>
                <a:gd name="connsiteY14" fmla="*/ 1629868 h 2471887"/>
                <a:gd name="connsiteX15" fmla="*/ 426885 w 5371609"/>
                <a:gd name="connsiteY15" fmla="*/ 1464686 h 2471887"/>
                <a:gd name="connsiteX16" fmla="*/ 886152 w 5371609"/>
                <a:gd name="connsiteY16" fmla="*/ 1857219 h 2471887"/>
                <a:gd name="connsiteX17" fmla="*/ 1378948 w 5371609"/>
                <a:gd name="connsiteY17" fmla="*/ 2102083 h 2471887"/>
                <a:gd name="connsiteX18" fmla="*/ 2141218 w 5371609"/>
                <a:gd name="connsiteY18" fmla="*/ 2253359 h 2471887"/>
                <a:gd name="connsiteX19" fmla="*/ 3220495 w 5371609"/>
                <a:gd name="connsiteY19" fmla="*/ 2225962 h 2471887"/>
                <a:gd name="connsiteX0" fmla="*/ 3220495 w 5372458"/>
                <a:gd name="connsiteY0" fmla="*/ 2225962 h 2471887"/>
                <a:gd name="connsiteX1" fmla="*/ 4027897 w 5372458"/>
                <a:gd name="connsiteY1" fmla="*/ 2039968 h 2471887"/>
                <a:gd name="connsiteX2" fmla="*/ 4572818 w 5372458"/>
                <a:gd name="connsiteY2" fmla="*/ 1773665 h 2471887"/>
                <a:gd name="connsiteX3" fmla="*/ 4990996 w 5372458"/>
                <a:gd name="connsiteY3" fmla="*/ 1335819 h 2471887"/>
                <a:gd name="connsiteX4" fmla="*/ 5242111 w 5372458"/>
                <a:gd name="connsiteY4" fmla="*/ 678517 h 2471887"/>
                <a:gd name="connsiteX5" fmla="*/ 5311432 w 5372458"/>
                <a:gd name="connsiteY5" fmla="*/ 386 h 2471887"/>
                <a:gd name="connsiteX6" fmla="*/ 5370636 w 5372458"/>
                <a:gd name="connsiteY6" fmla="*/ 592140 h 2471887"/>
                <a:gd name="connsiteX7" fmla="*/ 5239856 w 5372458"/>
                <a:gd name="connsiteY7" fmla="*/ 1284981 h 2471887"/>
                <a:gd name="connsiteX8" fmla="*/ 4910394 w 5372458"/>
                <a:gd name="connsiteY8" fmla="*/ 1783248 h 2471887"/>
                <a:gd name="connsiteX9" fmla="*/ 4269640 w 5372458"/>
                <a:gd name="connsiteY9" fmla="*/ 2181235 h 2471887"/>
                <a:gd name="connsiteX10" fmla="*/ 3085304 w 5372458"/>
                <a:gd name="connsiteY10" fmla="*/ 2459141 h 2471887"/>
                <a:gd name="connsiteX11" fmla="*/ 2135986 w 5372458"/>
                <a:gd name="connsiteY11" fmla="*/ 2460737 h 2471887"/>
                <a:gd name="connsiteX12" fmla="*/ 1392827 w 5372458"/>
                <a:gd name="connsiteY12" fmla="*/ 2376073 h 2471887"/>
                <a:gd name="connsiteX13" fmla="*/ 592068 w 5372458"/>
                <a:gd name="connsiteY13" fmla="*/ 2072320 h 2471887"/>
                <a:gd name="connsiteX14" fmla="*/ 2131 w 5372458"/>
                <a:gd name="connsiteY14" fmla="*/ 1629868 h 2471887"/>
                <a:gd name="connsiteX15" fmla="*/ 426885 w 5372458"/>
                <a:gd name="connsiteY15" fmla="*/ 1464686 h 2471887"/>
                <a:gd name="connsiteX16" fmla="*/ 886152 w 5372458"/>
                <a:gd name="connsiteY16" fmla="*/ 1857219 h 2471887"/>
                <a:gd name="connsiteX17" fmla="*/ 1378948 w 5372458"/>
                <a:gd name="connsiteY17" fmla="*/ 2102083 h 2471887"/>
                <a:gd name="connsiteX18" fmla="*/ 2141218 w 5372458"/>
                <a:gd name="connsiteY18" fmla="*/ 2253359 h 2471887"/>
                <a:gd name="connsiteX19" fmla="*/ 3220495 w 5372458"/>
                <a:gd name="connsiteY19" fmla="*/ 2225962 h 2471887"/>
                <a:gd name="connsiteX0" fmla="*/ 3220495 w 5372458"/>
                <a:gd name="connsiteY0" fmla="*/ 2225962 h 2475893"/>
                <a:gd name="connsiteX1" fmla="*/ 4027897 w 5372458"/>
                <a:gd name="connsiteY1" fmla="*/ 2039968 h 2475893"/>
                <a:gd name="connsiteX2" fmla="*/ 4572818 w 5372458"/>
                <a:gd name="connsiteY2" fmla="*/ 1773665 h 2475893"/>
                <a:gd name="connsiteX3" fmla="*/ 4990996 w 5372458"/>
                <a:gd name="connsiteY3" fmla="*/ 1335819 h 2475893"/>
                <a:gd name="connsiteX4" fmla="*/ 5242111 w 5372458"/>
                <a:gd name="connsiteY4" fmla="*/ 678517 h 2475893"/>
                <a:gd name="connsiteX5" fmla="*/ 5311432 w 5372458"/>
                <a:gd name="connsiteY5" fmla="*/ 386 h 2475893"/>
                <a:gd name="connsiteX6" fmla="*/ 5370636 w 5372458"/>
                <a:gd name="connsiteY6" fmla="*/ 592140 h 2475893"/>
                <a:gd name="connsiteX7" fmla="*/ 5239856 w 5372458"/>
                <a:gd name="connsiteY7" fmla="*/ 1284981 h 2475893"/>
                <a:gd name="connsiteX8" fmla="*/ 4910394 w 5372458"/>
                <a:gd name="connsiteY8" fmla="*/ 1783248 h 2475893"/>
                <a:gd name="connsiteX9" fmla="*/ 4269640 w 5372458"/>
                <a:gd name="connsiteY9" fmla="*/ 2181235 h 2475893"/>
                <a:gd name="connsiteX10" fmla="*/ 3155154 w 5372458"/>
                <a:gd name="connsiteY10" fmla="*/ 2465491 h 2475893"/>
                <a:gd name="connsiteX11" fmla="*/ 2135986 w 5372458"/>
                <a:gd name="connsiteY11" fmla="*/ 2460737 h 2475893"/>
                <a:gd name="connsiteX12" fmla="*/ 1392827 w 5372458"/>
                <a:gd name="connsiteY12" fmla="*/ 2376073 h 2475893"/>
                <a:gd name="connsiteX13" fmla="*/ 592068 w 5372458"/>
                <a:gd name="connsiteY13" fmla="*/ 2072320 h 2475893"/>
                <a:gd name="connsiteX14" fmla="*/ 2131 w 5372458"/>
                <a:gd name="connsiteY14" fmla="*/ 1629868 h 2475893"/>
                <a:gd name="connsiteX15" fmla="*/ 426885 w 5372458"/>
                <a:gd name="connsiteY15" fmla="*/ 1464686 h 2475893"/>
                <a:gd name="connsiteX16" fmla="*/ 886152 w 5372458"/>
                <a:gd name="connsiteY16" fmla="*/ 1857219 h 2475893"/>
                <a:gd name="connsiteX17" fmla="*/ 1378948 w 5372458"/>
                <a:gd name="connsiteY17" fmla="*/ 2102083 h 2475893"/>
                <a:gd name="connsiteX18" fmla="*/ 2141218 w 5372458"/>
                <a:gd name="connsiteY18" fmla="*/ 2253359 h 2475893"/>
                <a:gd name="connsiteX19" fmla="*/ 3220495 w 5372458"/>
                <a:gd name="connsiteY19" fmla="*/ 2225962 h 2475893"/>
                <a:gd name="connsiteX0" fmla="*/ 3220495 w 5372458"/>
                <a:gd name="connsiteY0" fmla="*/ 2225962 h 2461942"/>
                <a:gd name="connsiteX1" fmla="*/ 4027897 w 5372458"/>
                <a:gd name="connsiteY1" fmla="*/ 2039968 h 2461942"/>
                <a:gd name="connsiteX2" fmla="*/ 4572818 w 5372458"/>
                <a:gd name="connsiteY2" fmla="*/ 1773665 h 2461942"/>
                <a:gd name="connsiteX3" fmla="*/ 4990996 w 5372458"/>
                <a:gd name="connsiteY3" fmla="*/ 1335819 h 2461942"/>
                <a:gd name="connsiteX4" fmla="*/ 5242111 w 5372458"/>
                <a:gd name="connsiteY4" fmla="*/ 678517 h 2461942"/>
                <a:gd name="connsiteX5" fmla="*/ 5311432 w 5372458"/>
                <a:gd name="connsiteY5" fmla="*/ 386 h 2461942"/>
                <a:gd name="connsiteX6" fmla="*/ 5370636 w 5372458"/>
                <a:gd name="connsiteY6" fmla="*/ 592140 h 2461942"/>
                <a:gd name="connsiteX7" fmla="*/ 5239856 w 5372458"/>
                <a:gd name="connsiteY7" fmla="*/ 1284981 h 2461942"/>
                <a:gd name="connsiteX8" fmla="*/ 4910394 w 5372458"/>
                <a:gd name="connsiteY8" fmla="*/ 1783248 h 2461942"/>
                <a:gd name="connsiteX9" fmla="*/ 4269640 w 5372458"/>
                <a:gd name="connsiteY9" fmla="*/ 2181235 h 2461942"/>
                <a:gd name="connsiteX10" fmla="*/ 3132929 w 5372458"/>
                <a:gd name="connsiteY10" fmla="*/ 2421041 h 2461942"/>
                <a:gd name="connsiteX11" fmla="*/ 2135986 w 5372458"/>
                <a:gd name="connsiteY11" fmla="*/ 2460737 h 2461942"/>
                <a:gd name="connsiteX12" fmla="*/ 1392827 w 5372458"/>
                <a:gd name="connsiteY12" fmla="*/ 2376073 h 2461942"/>
                <a:gd name="connsiteX13" fmla="*/ 592068 w 5372458"/>
                <a:gd name="connsiteY13" fmla="*/ 2072320 h 2461942"/>
                <a:gd name="connsiteX14" fmla="*/ 2131 w 5372458"/>
                <a:gd name="connsiteY14" fmla="*/ 1629868 h 2461942"/>
                <a:gd name="connsiteX15" fmla="*/ 426885 w 5372458"/>
                <a:gd name="connsiteY15" fmla="*/ 1464686 h 2461942"/>
                <a:gd name="connsiteX16" fmla="*/ 886152 w 5372458"/>
                <a:gd name="connsiteY16" fmla="*/ 1857219 h 2461942"/>
                <a:gd name="connsiteX17" fmla="*/ 1378948 w 5372458"/>
                <a:gd name="connsiteY17" fmla="*/ 2102083 h 2461942"/>
                <a:gd name="connsiteX18" fmla="*/ 2141218 w 5372458"/>
                <a:gd name="connsiteY18" fmla="*/ 2253359 h 2461942"/>
                <a:gd name="connsiteX19" fmla="*/ 3220495 w 5372458"/>
                <a:gd name="connsiteY19" fmla="*/ 2225962 h 2461942"/>
                <a:gd name="connsiteX0" fmla="*/ 3220495 w 5372458"/>
                <a:gd name="connsiteY0" fmla="*/ 2225962 h 2463044"/>
                <a:gd name="connsiteX1" fmla="*/ 4027897 w 5372458"/>
                <a:gd name="connsiteY1" fmla="*/ 2039968 h 2463044"/>
                <a:gd name="connsiteX2" fmla="*/ 4572818 w 5372458"/>
                <a:gd name="connsiteY2" fmla="*/ 1773665 h 2463044"/>
                <a:gd name="connsiteX3" fmla="*/ 4990996 w 5372458"/>
                <a:gd name="connsiteY3" fmla="*/ 1335819 h 2463044"/>
                <a:gd name="connsiteX4" fmla="*/ 5242111 w 5372458"/>
                <a:gd name="connsiteY4" fmla="*/ 678517 h 2463044"/>
                <a:gd name="connsiteX5" fmla="*/ 5311432 w 5372458"/>
                <a:gd name="connsiteY5" fmla="*/ 386 h 2463044"/>
                <a:gd name="connsiteX6" fmla="*/ 5370636 w 5372458"/>
                <a:gd name="connsiteY6" fmla="*/ 592140 h 2463044"/>
                <a:gd name="connsiteX7" fmla="*/ 5239856 w 5372458"/>
                <a:gd name="connsiteY7" fmla="*/ 1284981 h 2463044"/>
                <a:gd name="connsiteX8" fmla="*/ 4910394 w 5372458"/>
                <a:gd name="connsiteY8" fmla="*/ 1783248 h 2463044"/>
                <a:gd name="connsiteX9" fmla="*/ 4269640 w 5372458"/>
                <a:gd name="connsiteY9" fmla="*/ 2181235 h 2463044"/>
                <a:gd name="connsiteX10" fmla="*/ 3132929 w 5372458"/>
                <a:gd name="connsiteY10" fmla="*/ 2421041 h 2463044"/>
                <a:gd name="connsiteX11" fmla="*/ 2135986 w 5372458"/>
                <a:gd name="connsiteY11" fmla="*/ 2460737 h 2463044"/>
                <a:gd name="connsiteX12" fmla="*/ 1392827 w 5372458"/>
                <a:gd name="connsiteY12" fmla="*/ 2376073 h 2463044"/>
                <a:gd name="connsiteX13" fmla="*/ 592068 w 5372458"/>
                <a:gd name="connsiteY13" fmla="*/ 2072320 h 2463044"/>
                <a:gd name="connsiteX14" fmla="*/ 2131 w 5372458"/>
                <a:gd name="connsiteY14" fmla="*/ 1629868 h 2463044"/>
                <a:gd name="connsiteX15" fmla="*/ 426885 w 5372458"/>
                <a:gd name="connsiteY15" fmla="*/ 1464686 h 2463044"/>
                <a:gd name="connsiteX16" fmla="*/ 886152 w 5372458"/>
                <a:gd name="connsiteY16" fmla="*/ 1857219 h 2463044"/>
                <a:gd name="connsiteX17" fmla="*/ 1378948 w 5372458"/>
                <a:gd name="connsiteY17" fmla="*/ 2102083 h 2463044"/>
                <a:gd name="connsiteX18" fmla="*/ 2141218 w 5372458"/>
                <a:gd name="connsiteY18" fmla="*/ 2253359 h 2463044"/>
                <a:gd name="connsiteX19" fmla="*/ 3220495 w 5372458"/>
                <a:gd name="connsiteY19" fmla="*/ 2225962 h 2463044"/>
                <a:gd name="connsiteX0" fmla="*/ 3220495 w 5372458"/>
                <a:gd name="connsiteY0" fmla="*/ 2225962 h 2463044"/>
                <a:gd name="connsiteX1" fmla="*/ 4027897 w 5372458"/>
                <a:gd name="connsiteY1" fmla="*/ 2039968 h 2463044"/>
                <a:gd name="connsiteX2" fmla="*/ 4572818 w 5372458"/>
                <a:gd name="connsiteY2" fmla="*/ 1773665 h 2463044"/>
                <a:gd name="connsiteX3" fmla="*/ 4990996 w 5372458"/>
                <a:gd name="connsiteY3" fmla="*/ 1335819 h 2463044"/>
                <a:gd name="connsiteX4" fmla="*/ 5242111 w 5372458"/>
                <a:gd name="connsiteY4" fmla="*/ 678517 h 2463044"/>
                <a:gd name="connsiteX5" fmla="*/ 5311432 w 5372458"/>
                <a:gd name="connsiteY5" fmla="*/ 386 h 2463044"/>
                <a:gd name="connsiteX6" fmla="*/ 5370636 w 5372458"/>
                <a:gd name="connsiteY6" fmla="*/ 592140 h 2463044"/>
                <a:gd name="connsiteX7" fmla="*/ 5239856 w 5372458"/>
                <a:gd name="connsiteY7" fmla="*/ 1284981 h 2463044"/>
                <a:gd name="connsiteX8" fmla="*/ 4859594 w 5372458"/>
                <a:gd name="connsiteY8" fmla="*/ 1821348 h 2463044"/>
                <a:gd name="connsiteX9" fmla="*/ 4269640 w 5372458"/>
                <a:gd name="connsiteY9" fmla="*/ 2181235 h 2463044"/>
                <a:gd name="connsiteX10" fmla="*/ 3132929 w 5372458"/>
                <a:gd name="connsiteY10" fmla="*/ 2421041 h 2463044"/>
                <a:gd name="connsiteX11" fmla="*/ 2135986 w 5372458"/>
                <a:gd name="connsiteY11" fmla="*/ 2460737 h 2463044"/>
                <a:gd name="connsiteX12" fmla="*/ 1392827 w 5372458"/>
                <a:gd name="connsiteY12" fmla="*/ 2376073 h 2463044"/>
                <a:gd name="connsiteX13" fmla="*/ 592068 w 5372458"/>
                <a:gd name="connsiteY13" fmla="*/ 2072320 h 2463044"/>
                <a:gd name="connsiteX14" fmla="*/ 2131 w 5372458"/>
                <a:gd name="connsiteY14" fmla="*/ 1629868 h 2463044"/>
                <a:gd name="connsiteX15" fmla="*/ 426885 w 5372458"/>
                <a:gd name="connsiteY15" fmla="*/ 1464686 h 2463044"/>
                <a:gd name="connsiteX16" fmla="*/ 886152 w 5372458"/>
                <a:gd name="connsiteY16" fmla="*/ 1857219 h 2463044"/>
                <a:gd name="connsiteX17" fmla="*/ 1378948 w 5372458"/>
                <a:gd name="connsiteY17" fmla="*/ 2102083 h 2463044"/>
                <a:gd name="connsiteX18" fmla="*/ 2141218 w 5372458"/>
                <a:gd name="connsiteY18" fmla="*/ 2253359 h 2463044"/>
                <a:gd name="connsiteX19" fmla="*/ 3220495 w 5372458"/>
                <a:gd name="connsiteY19" fmla="*/ 2225962 h 2463044"/>
                <a:gd name="connsiteX0" fmla="*/ 3220495 w 5372458"/>
                <a:gd name="connsiteY0" fmla="*/ 2225962 h 2463801"/>
                <a:gd name="connsiteX1" fmla="*/ 4027897 w 5372458"/>
                <a:gd name="connsiteY1" fmla="*/ 2039968 h 2463801"/>
                <a:gd name="connsiteX2" fmla="*/ 4572818 w 5372458"/>
                <a:gd name="connsiteY2" fmla="*/ 1773665 h 2463801"/>
                <a:gd name="connsiteX3" fmla="*/ 4990996 w 5372458"/>
                <a:gd name="connsiteY3" fmla="*/ 1335819 h 2463801"/>
                <a:gd name="connsiteX4" fmla="*/ 5242111 w 5372458"/>
                <a:gd name="connsiteY4" fmla="*/ 678517 h 2463801"/>
                <a:gd name="connsiteX5" fmla="*/ 5311432 w 5372458"/>
                <a:gd name="connsiteY5" fmla="*/ 386 h 2463801"/>
                <a:gd name="connsiteX6" fmla="*/ 5370636 w 5372458"/>
                <a:gd name="connsiteY6" fmla="*/ 592140 h 2463801"/>
                <a:gd name="connsiteX7" fmla="*/ 5239856 w 5372458"/>
                <a:gd name="connsiteY7" fmla="*/ 1284981 h 2463801"/>
                <a:gd name="connsiteX8" fmla="*/ 4859594 w 5372458"/>
                <a:gd name="connsiteY8" fmla="*/ 1821348 h 2463801"/>
                <a:gd name="connsiteX9" fmla="*/ 4269640 w 5372458"/>
                <a:gd name="connsiteY9" fmla="*/ 2200285 h 2463801"/>
                <a:gd name="connsiteX10" fmla="*/ 3132929 w 5372458"/>
                <a:gd name="connsiteY10" fmla="*/ 2421041 h 2463801"/>
                <a:gd name="connsiteX11" fmla="*/ 2135986 w 5372458"/>
                <a:gd name="connsiteY11" fmla="*/ 2460737 h 2463801"/>
                <a:gd name="connsiteX12" fmla="*/ 1392827 w 5372458"/>
                <a:gd name="connsiteY12" fmla="*/ 2376073 h 2463801"/>
                <a:gd name="connsiteX13" fmla="*/ 592068 w 5372458"/>
                <a:gd name="connsiteY13" fmla="*/ 2072320 h 2463801"/>
                <a:gd name="connsiteX14" fmla="*/ 2131 w 5372458"/>
                <a:gd name="connsiteY14" fmla="*/ 1629868 h 2463801"/>
                <a:gd name="connsiteX15" fmla="*/ 426885 w 5372458"/>
                <a:gd name="connsiteY15" fmla="*/ 1464686 h 2463801"/>
                <a:gd name="connsiteX16" fmla="*/ 886152 w 5372458"/>
                <a:gd name="connsiteY16" fmla="*/ 1857219 h 2463801"/>
                <a:gd name="connsiteX17" fmla="*/ 1378948 w 5372458"/>
                <a:gd name="connsiteY17" fmla="*/ 2102083 h 2463801"/>
                <a:gd name="connsiteX18" fmla="*/ 2141218 w 5372458"/>
                <a:gd name="connsiteY18" fmla="*/ 2253359 h 2463801"/>
                <a:gd name="connsiteX19" fmla="*/ 3220495 w 5372458"/>
                <a:gd name="connsiteY19" fmla="*/ 2225962 h 2463801"/>
                <a:gd name="connsiteX0" fmla="*/ 3220495 w 5372458"/>
                <a:gd name="connsiteY0" fmla="*/ 2225962 h 2469286"/>
                <a:gd name="connsiteX1" fmla="*/ 4027897 w 5372458"/>
                <a:gd name="connsiteY1" fmla="*/ 2039968 h 2469286"/>
                <a:gd name="connsiteX2" fmla="*/ 4572818 w 5372458"/>
                <a:gd name="connsiteY2" fmla="*/ 1773665 h 2469286"/>
                <a:gd name="connsiteX3" fmla="*/ 4990996 w 5372458"/>
                <a:gd name="connsiteY3" fmla="*/ 1335819 h 2469286"/>
                <a:gd name="connsiteX4" fmla="*/ 5242111 w 5372458"/>
                <a:gd name="connsiteY4" fmla="*/ 678517 h 2469286"/>
                <a:gd name="connsiteX5" fmla="*/ 5311432 w 5372458"/>
                <a:gd name="connsiteY5" fmla="*/ 386 h 2469286"/>
                <a:gd name="connsiteX6" fmla="*/ 5370636 w 5372458"/>
                <a:gd name="connsiteY6" fmla="*/ 592140 h 2469286"/>
                <a:gd name="connsiteX7" fmla="*/ 5239856 w 5372458"/>
                <a:gd name="connsiteY7" fmla="*/ 1284981 h 2469286"/>
                <a:gd name="connsiteX8" fmla="*/ 4859594 w 5372458"/>
                <a:gd name="connsiteY8" fmla="*/ 1821348 h 2469286"/>
                <a:gd name="connsiteX9" fmla="*/ 4269640 w 5372458"/>
                <a:gd name="connsiteY9" fmla="*/ 2200285 h 2469286"/>
                <a:gd name="connsiteX10" fmla="*/ 3148804 w 5372458"/>
                <a:gd name="connsiteY10" fmla="*/ 2436916 h 2469286"/>
                <a:gd name="connsiteX11" fmla="*/ 2135986 w 5372458"/>
                <a:gd name="connsiteY11" fmla="*/ 2460737 h 2469286"/>
                <a:gd name="connsiteX12" fmla="*/ 1392827 w 5372458"/>
                <a:gd name="connsiteY12" fmla="*/ 2376073 h 2469286"/>
                <a:gd name="connsiteX13" fmla="*/ 592068 w 5372458"/>
                <a:gd name="connsiteY13" fmla="*/ 2072320 h 2469286"/>
                <a:gd name="connsiteX14" fmla="*/ 2131 w 5372458"/>
                <a:gd name="connsiteY14" fmla="*/ 1629868 h 2469286"/>
                <a:gd name="connsiteX15" fmla="*/ 426885 w 5372458"/>
                <a:gd name="connsiteY15" fmla="*/ 1464686 h 2469286"/>
                <a:gd name="connsiteX16" fmla="*/ 886152 w 5372458"/>
                <a:gd name="connsiteY16" fmla="*/ 1857219 h 2469286"/>
                <a:gd name="connsiteX17" fmla="*/ 1378948 w 5372458"/>
                <a:gd name="connsiteY17" fmla="*/ 2102083 h 2469286"/>
                <a:gd name="connsiteX18" fmla="*/ 2141218 w 5372458"/>
                <a:gd name="connsiteY18" fmla="*/ 2253359 h 2469286"/>
                <a:gd name="connsiteX19" fmla="*/ 3220495 w 5372458"/>
                <a:gd name="connsiteY19" fmla="*/ 2225962 h 2469286"/>
                <a:gd name="connsiteX0" fmla="*/ 3220495 w 5372458"/>
                <a:gd name="connsiteY0" fmla="*/ 2225962 h 2480270"/>
                <a:gd name="connsiteX1" fmla="*/ 4027897 w 5372458"/>
                <a:gd name="connsiteY1" fmla="*/ 2039968 h 2480270"/>
                <a:gd name="connsiteX2" fmla="*/ 4572818 w 5372458"/>
                <a:gd name="connsiteY2" fmla="*/ 1773665 h 2480270"/>
                <a:gd name="connsiteX3" fmla="*/ 4990996 w 5372458"/>
                <a:gd name="connsiteY3" fmla="*/ 1335819 h 2480270"/>
                <a:gd name="connsiteX4" fmla="*/ 5242111 w 5372458"/>
                <a:gd name="connsiteY4" fmla="*/ 678517 h 2480270"/>
                <a:gd name="connsiteX5" fmla="*/ 5311432 w 5372458"/>
                <a:gd name="connsiteY5" fmla="*/ 386 h 2480270"/>
                <a:gd name="connsiteX6" fmla="*/ 5370636 w 5372458"/>
                <a:gd name="connsiteY6" fmla="*/ 592140 h 2480270"/>
                <a:gd name="connsiteX7" fmla="*/ 5239856 w 5372458"/>
                <a:gd name="connsiteY7" fmla="*/ 1284981 h 2480270"/>
                <a:gd name="connsiteX8" fmla="*/ 4859594 w 5372458"/>
                <a:gd name="connsiteY8" fmla="*/ 1821348 h 2480270"/>
                <a:gd name="connsiteX9" fmla="*/ 4269640 w 5372458"/>
                <a:gd name="connsiteY9" fmla="*/ 2200285 h 2480270"/>
                <a:gd name="connsiteX10" fmla="*/ 3148804 w 5372458"/>
                <a:gd name="connsiteY10" fmla="*/ 2455966 h 2480270"/>
                <a:gd name="connsiteX11" fmla="*/ 2135986 w 5372458"/>
                <a:gd name="connsiteY11" fmla="*/ 2460737 h 2480270"/>
                <a:gd name="connsiteX12" fmla="*/ 1392827 w 5372458"/>
                <a:gd name="connsiteY12" fmla="*/ 2376073 h 2480270"/>
                <a:gd name="connsiteX13" fmla="*/ 592068 w 5372458"/>
                <a:gd name="connsiteY13" fmla="*/ 2072320 h 2480270"/>
                <a:gd name="connsiteX14" fmla="*/ 2131 w 5372458"/>
                <a:gd name="connsiteY14" fmla="*/ 1629868 h 2480270"/>
                <a:gd name="connsiteX15" fmla="*/ 426885 w 5372458"/>
                <a:gd name="connsiteY15" fmla="*/ 1464686 h 2480270"/>
                <a:gd name="connsiteX16" fmla="*/ 886152 w 5372458"/>
                <a:gd name="connsiteY16" fmla="*/ 1857219 h 2480270"/>
                <a:gd name="connsiteX17" fmla="*/ 1378948 w 5372458"/>
                <a:gd name="connsiteY17" fmla="*/ 2102083 h 2480270"/>
                <a:gd name="connsiteX18" fmla="*/ 2141218 w 5372458"/>
                <a:gd name="connsiteY18" fmla="*/ 2253359 h 2480270"/>
                <a:gd name="connsiteX19" fmla="*/ 3220495 w 5372458"/>
                <a:gd name="connsiteY19" fmla="*/ 2225962 h 2480270"/>
                <a:gd name="connsiteX0" fmla="*/ 3220495 w 5372458"/>
                <a:gd name="connsiteY0" fmla="*/ 2225962 h 2492787"/>
                <a:gd name="connsiteX1" fmla="*/ 4027897 w 5372458"/>
                <a:gd name="connsiteY1" fmla="*/ 2039968 h 2492787"/>
                <a:gd name="connsiteX2" fmla="*/ 4572818 w 5372458"/>
                <a:gd name="connsiteY2" fmla="*/ 1773665 h 2492787"/>
                <a:gd name="connsiteX3" fmla="*/ 4990996 w 5372458"/>
                <a:gd name="connsiteY3" fmla="*/ 1335819 h 2492787"/>
                <a:gd name="connsiteX4" fmla="*/ 5242111 w 5372458"/>
                <a:gd name="connsiteY4" fmla="*/ 678517 h 2492787"/>
                <a:gd name="connsiteX5" fmla="*/ 5311432 w 5372458"/>
                <a:gd name="connsiteY5" fmla="*/ 386 h 2492787"/>
                <a:gd name="connsiteX6" fmla="*/ 5370636 w 5372458"/>
                <a:gd name="connsiteY6" fmla="*/ 592140 h 2492787"/>
                <a:gd name="connsiteX7" fmla="*/ 5239856 w 5372458"/>
                <a:gd name="connsiteY7" fmla="*/ 1284981 h 2492787"/>
                <a:gd name="connsiteX8" fmla="*/ 4859594 w 5372458"/>
                <a:gd name="connsiteY8" fmla="*/ 1821348 h 2492787"/>
                <a:gd name="connsiteX9" fmla="*/ 4269640 w 5372458"/>
                <a:gd name="connsiteY9" fmla="*/ 2200285 h 2492787"/>
                <a:gd name="connsiteX10" fmla="*/ 3148804 w 5372458"/>
                <a:gd name="connsiteY10" fmla="*/ 2455966 h 2492787"/>
                <a:gd name="connsiteX11" fmla="*/ 2135986 w 5372458"/>
                <a:gd name="connsiteY11" fmla="*/ 2482962 h 2492787"/>
                <a:gd name="connsiteX12" fmla="*/ 1392827 w 5372458"/>
                <a:gd name="connsiteY12" fmla="*/ 2376073 h 2492787"/>
                <a:gd name="connsiteX13" fmla="*/ 592068 w 5372458"/>
                <a:gd name="connsiteY13" fmla="*/ 2072320 h 2492787"/>
                <a:gd name="connsiteX14" fmla="*/ 2131 w 5372458"/>
                <a:gd name="connsiteY14" fmla="*/ 1629868 h 2492787"/>
                <a:gd name="connsiteX15" fmla="*/ 426885 w 5372458"/>
                <a:gd name="connsiteY15" fmla="*/ 1464686 h 2492787"/>
                <a:gd name="connsiteX16" fmla="*/ 886152 w 5372458"/>
                <a:gd name="connsiteY16" fmla="*/ 1857219 h 2492787"/>
                <a:gd name="connsiteX17" fmla="*/ 1378948 w 5372458"/>
                <a:gd name="connsiteY17" fmla="*/ 2102083 h 2492787"/>
                <a:gd name="connsiteX18" fmla="*/ 2141218 w 5372458"/>
                <a:gd name="connsiteY18" fmla="*/ 2253359 h 2492787"/>
                <a:gd name="connsiteX19" fmla="*/ 3220495 w 5372458"/>
                <a:gd name="connsiteY19" fmla="*/ 2225962 h 2492787"/>
                <a:gd name="connsiteX0" fmla="*/ 3220495 w 5372458"/>
                <a:gd name="connsiteY0" fmla="*/ 2225962 h 2514848"/>
                <a:gd name="connsiteX1" fmla="*/ 4027897 w 5372458"/>
                <a:gd name="connsiteY1" fmla="*/ 2039968 h 2514848"/>
                <a:gd name="connsiteX2" fmla="*/ 4572818 w 5372458"/>
                <a:gd name="connsiteY2" fmla="*/ 1773665 h 2514848"/>
                <a:gd name="connsiteX3" fmla="*/ 4990996 w 5372458"/>
                <a:gd name="connsiteY3" fmla="*/ 1335819 h 2514848"/>
                <a:gd name="connsiteX4" fmla="*/ 5242111 w 5372458"/>
                <a:gd name="connsiteY4" fmla="*/ 678517 h 2514848"/>
                <a:gd name="connsiteX5" fmla="*/ 5311432 w 5372458"/>
                <a:gd name="connsiteY5" fmla="*/ 386 h 2514848"/>
                <a:gd name="connsiteX6" fmla="*/ 5370636 w 5372458"/>
                <a:gd name="connsiteY6" fmla="*/ 592140 h 2514848"/>
                <a:gd name="connsiteX7" fmla="*/ 5239856 w 5372458"/>
                <a:gd name="connsiteY7" fmla="*/ 1284981 h 2514848"/>
                <a:gd name="connsiteX8" fmla="*/ 4859594 w 5372458"/>
                <a:gd name="connsiteY8" fmla="*/ 1821348 h 2514848"/>
                <a:gd name="connsiteX9" fmla="*/ 4269640 w 5372458"/>
                <a:gd name="connsiteY9" fmla="*/ 2200285 h 2514848"/>
                <a:gd name="connsiteX10" fmla="*/ 3184663 w 5372458"/>
                <a:gd name="connsiteY10" fmla="*/ 2491825 h 2514848"/>
                <a:gd name="connsiteX11" fmla="*/ 2135986 w 5372458"/>
                <a:gd name="connsiteY11" fmla="*/ 2482962 h 2514848"/>
                <a:gd name="connsiteX12" fmla="*/ 1392827 w 5372458"/>
                <a:gd name="connsiteY12" fmla="*/ 2376073 h 2514848"/>
                <a:gd name="connsiteX13" fmla="*/ 592068 w 5372458"/>
                <a:gd name="connsiteY13" fmla="*/ 2072320 h 2514848"/>
                <a:gd name="connsiteX14" fmla="*/ 2131 w 5372458"/>
                <a:gd name="connsiteY14" fmla="*/ 1629868 h 2514848"/>
                <a:gd name="connsiteX15" fmla="*/ 426885 w 5372458"/>
                <a:gd name="connsiteY15" fmla="*/ 1464686 h 2514848"/>
                <a:gd name="connsiteX16" fmla="*/ 886152 w 5372458"/>
                <a:gd name="connsiteY16" fmla="*/ 1857219 h 2514848"/>
                <a:gd name="connsiteX17" fmla="*/ 1378948 w 5372458"/>
                <a:gd name="connsiteY17" fmla="*/ 2102083 h 2514848"/>
                <a:gd name="connsiteX18" fmla="*/ 2141218 w 5372458"/>
                <a:gd name="connsiteY18" fmla="*/ 2253359 h 2514848"/>
                <a:gd name="connsiteX19" fmla="*/ 3220495 w 5372458"/>
                <a:gd name="connsiteY19" fmla="*/ 2225962 h 2514848"/>
                <a:gd name="connsiteX0" fmla="*/ 3220495 w 5372458"/>
                <a:gd name="connsiteY0" fmla="*/ 2225962 h 2525746"/>
                <a:gd name="connsiteX1" fmla="*/ 4027897 w 5372458"/>
                <a:gd name="connsiteY1" fmla="*/ 2039968 h 2525746"/>
                <a:gd name="connsiteX2" fmla="*/ 4572818 w 5372458"/>
                <a:gd name="connsiteY2" fmla="*/ 1773665 h 2525746"/>
                <a:gd name="connsiteX3" fmla="*/ 4990996 w 5372458"/>
                <a:gd name="connsiteY3" fmla="*/ 1335819 h 2525746"/>
                <a:gd name="connsiteX4" fmla="*/ 5242111 w 5372458"/>
                <a:gd name="connsiteY4" fmla="*/ 678517 h 2525746"/>
                <a:gd name="connsiteX5" fmla="*/ 5311432 w 5372458"/>
                <a:gd name="connsiteY5" fmla="*/ 386 h 2525746"/>
                <a:gd name="connsiteX6" fmla="*/ 5370636 w 5372458"/>
                <a:gd name="connsiteY6" fmla="*/ 592140 h 2525746"/>
                <a:gd name="connsiteX7" fmla="*/ 5239856 w 5372458"/>
                <a:gd name="connsiteY7" fmla="*/ 1284981 h 2525746"/>
                <a:gd name="connsiteX8" fmla="*/ 4859594 w 5372458"/>
                <a:gd name="connsiteY8" fmla="*/ 1821348 h 2525746"/>
                <a:gd name="connsiteX9" fmla="*/ 4269640 w 5372458"/>
                <a:gd name="connsiteY9" fmla="*/ 2200285 h 2525746"/>
                <a:gd name="connsiteX10" fmla="*/ 3184663 w 5372458"/>
                <a:gd name="connsiteY10" fmla="*/ 2491825 h 2525746"/>
                <a:gd name="connsiteX11" fmla="*/ 2135986 w 5372458"/>
                <a:gd name="connsiteY11" fmla="*/ 2506868 h 2525746"/>
                <a:gd name="connsiteX12" fmla="*/ 1392827 w 5372458"/>
                <a:gd name="connsiteY12" fmla="*/ 2376073 h 2525746"/>
                <a:gd name="connsiteX13" fmla="*/ 592068 w 5372458"/>
                <a:gd name="connsiteY13" fmla="*/ 2072320 h 2525746"/>
                <a:gd name="connsiteX14" fmla="*/ 2131 w 5372458"/>
                <a:gd name="connsiteY14" fmla="*/ 1629868 h 2525746"/>
                <a:gd name="connsiteX15" fmla="*/ 426885 w 5372458"/>
                <a:gd name="connsiteY15" fmla="*/ 1464686 h 2525746"/>
                <a:gd name="connsiteX16" fmla="*/ 886152 w 5372458"/>
                <a:gd name="connsiteY16" fmla="*/ 1857219 h 2525746"/>
                <a:gd name="connsiteX17" fmla="*/ 1378948 w 5372458"/>
                <a:gd name="connsiteY17" fmla="*/ 2102083 h 2525746"/>
                <a:gd name="connsiteX18" fmla="*/ 2141218 w 5372458"/>
                <a:gd name="connsiteY18" fmla="*/ 2253359 h 2525746"/>
                <a:gd name="connsiteX19" fmla="*/ 3220495 w 5372458"/>
                <a:gd name="connsiteY19" fmla="*/ 2225962 h 2525746"/>
                <a:gd name="connsiteX0" fmla="*/ 3220495 w 5372458"/>
                <a:gd name="connsiteY0" fmla="*/ 2225962 h 2524293"/>
                <a:gd name="connsiteX1" fmla="*/ 4027897 w 5372458"/>
                <a:gd name="connsiteY1" fmla="*/ 2039968 h 2524293"/>
                <a:gd name="connsiteX2" fmla="*/ 4572818 w 5372458"/>
                <a:gd name="connsiteY2" fmla="*/ 1773665 h 2524293"/>
                <a:gd name="connsiteX3" fmla="*/ 4990996 w 5372458"/>
                <a:gd name="connsiteY3" fmla="*/ 1335819 h 2524293"/>
                <a:gd name="connsiteX4" fmla="*/ 5242111 w 5372458"/>
                <a:gd name="connsiteY4" fmla="*/ 678517 h 2524293"/>
                <a:gd name="connsiteX5" fmla="*/ 5311432 w 5372458"/>
                <a:gd name="connsiteY5" fmla="*/ 386 h 2524293"/>
                <a:gd name="connsiteX6" fmla="*/ 5370636 w 5372458"/>
                <a:gd name="connsiteY6" fmla="*/ 592140 h 2524293"/>
                <a:gd name="connsiteX7" fmla="*/ 5239856 w 5372458"/>
                <a:gd name="connsiteY7" fmla="*/ 1284981 h 2524293"/>
                <a:gd name="connsiteX8" fmla="*/ 4859594 w 5372458"/>
                <a:gd name="connsiteY8" fmla="*/ 1821348 h 2524293"/>
                <a:gd name="connsiteX9" fmla="*/ 4269640 w 5372458"/>
                <a:gd name="connsiteY9" fmla="*/ 2200285 h 2524293"/>
                <a:gd name="connsiteX10" fmla="*/ 3184663 w 5372458"/>
                <a:gd name="connsiteY10" fmla="*/ 2491825 h 2524293"/>
                <a:gd name="connsiteX11" fmla="*/ 2135986 w 5372458"/>
                <a:gd name="connsiteY11" fmla="*/ 2506868 h 2524293"/>
                <a:gd name="connsiteX12" fmla="*/ 1368921 w 5372458"/>
                <a:gd name="connsiteY12" fmla="*/ 2399979 h 2524293"/>
                <a:gd name="connsiteX13" fmla="*/ 592068 w 5372458"/>
                <a:gd name="connsiteY13" fmla="*/ 2072320 h 2524293"/>
                <a:gd name="connsiteX14" fmla="*/ 2131 w 5372458"/>
                <a:gd name="connsiteY14" fmla="*/ 1629868 h 2524293"/>
                <a:gd name="connsiteX15" fmla="*/ 426885 w 5372458"/>
                <a:gd name="connsiteY15" fmla="*/ 1464686 h 2524293"/>
                <a:gd name="connsiteX16" fmla="*/ 886152 w 5372458"/>
                <a:gd name="connsiteY16" fmla="*/ 1857219 h 2524293"/>
                <a:gd name="connsiteX17" fmla="*/ 1378948 w 5372458"/>
                <a:gd name="connsiteY17" fmla="*/ 2102083 h 2524293"/>
                <a:gd name="connsiteX18" fmla="*/ 2141218 w 5372458"/>
                <a:gd name="connsiteY18" fmla="*/ 2253359 h 2524293"/>
                <a:gd name="connsiteX19" fmla="*/ 3220495 w 5372458"/>
                <a:gd name="connsiteY19" fmla="*/ 2225962 h 2524293"/>
                <a:gd name="connsiteX0" fmla="*/ 3220495 w 5372458"/>
                <a:gd name="connsiteY0" fmla="*/ 2225962 h 2519900"/>
                <a:gd name="connsiteX1" fmla="*/ 4027897 w 5372458"/>
                <a:gd name="connsiteY1" fmla="*/ 2039968 h 2519900"/>
                <a:gd name="connsiteX2" fmla="*/ 4572818 w 5372458"/>
                <a:gd name="connsiteY2" fmla="*/ 1773665 h 2519900"/>
                <a:gd name="connsiteX3" fmla="*/ 4990996 w 5372458"/>
                <a:gd name="connsiteY3" fmla="*/ 1335819 h 2519900"/>
                <a:gd name="connsiteX4" fmla="*/ 5242111 w 5372458"/>
                <a:gd name="connsiteY4" fmla="*/ 678517 h 2519900"/>
                <a:gd name="connsiteX5" fmla="*/ 5311432 w 5372458"/>
                <a:gd name="connsiteY5" fmla="*/ 386 h 2519900"/>
                <a:gd name="connsiteX6" fmla="*/ 5370636 w 5372458"/>
                <a:gd name="connsiteY6" fmla="*/ 592140 h 2519900"/>
                <a:gd name="connsiteX7" fmla="*/ 5239856 w 5372458"/>
                <a:gd name="connsiteY7" fmla="*/ 1284981 h 2519900"/>
                <a:gd name="connsiteX8" fmla="*/ 4859594 w 5372458"/>
                <a:gd name="connsiteY8" fmla="*/ 1821348 h 2519900"/>
                <a:gd name="connsiteX9" fmla="*/ 4125084 w 5372458"/>
                <a:gd name="connsiteY9" fmla="*/ 2270882 h 2519900"/>
                <a:gd name="connsiteX10" fmla="*/ 3184663 w 5372458"/>
                <a:gd name="connsiteY10" fmla="*/ 2491825 h 2519900"/>
                <a:gd name="connsiteX11" fmla="*/ 2135986 w 5372458"/>
                <a:gd name="connsiteY11" fmla="*/ 2506868 h 2519900"/>
                <a:gd name="connsiteX12" fmla="*/ 1368921 w 5372458"/>
                <a:gd name="connsiteY12" fmla="*/ 2399979 h 2519900"/>
                <a:gd name="connsiteX13" fmla="*/ 592068 w 5372458"/>
                <a:gd name="connsiteY13" fmla="*/ 2072320 h 2519900"/>
                <a:gd name="connsiteX14" fmla="*/ 2131 w 5372458"/>
                <a:gd name="connsiteY14" fmla="*/ 1629868 h 2519900"/>
                <a:gd name="connsiteX15" fmla="*/ 426885 w 5372458"/>
                <a:gd name="connsiteY15" fmla="*/ 1464686 h 2519900"/>
                <a:gd name="connsiteX16" fmla="*/ 886152 w 5372458"/>
                <a:gd name="connsiteY16" fmla="*/ 1857219 h 2519900"/>
                <a:gd name="connsiteX17" fmla="*/ 1378948 w 5372458"/>
                <a:gd name="connsiteY17" fmla="*/ 2102083 h 2519900"/>
                <a:gd name="connsiteX18" fmla="*/ 2141218 w 5372458"/>
                <a:gd name="connsiteY18" fmla="*/ 2253359 h 2519900"/>
                <a:gd name="connsiteX19" fmla="*/ 3220495 w 5372458"/>
                <a:gd name="connsiteY19" fmla="*/ 2225962 h 2519900"/>
                <a:gd name="connsiteX0" fmla="*/ 3220495 w 5372458"/>
                <a:gd name="connsiteY0" fmla="*/ 2225962 h 2519900"/>
                <a:gd name="connsiteX1" fmla="*/ 4027897 w 5372458"/>
                <a:gd name="connsiteY1" fmla="*/ 2053415 h 2519900"/>
                <a:gd name="connsiteX2" fmla="*/ 4572818 w 5372458"/>
                <a:gd name="connsiteY2" fmla="*/ 1773665 h 2519900"/>
                <a:gd name="connsiteX3" fmla="*/ 4990996 w 5372458"/>
                <a:gd name="connsiteY3" fmla="*/ 1335819 h 2519900"/>
                <a:gd name="connsiteX4" fmla="*/ 5242111 w 5372458"/>
                <a:gd name="connsiteY4" fmla="*/ 678517 h 2519900"/>
                <a:gd name="connsiteX5" fmla="*/ 5311432 w 5372458"/>
                <a:gd name="connsiteY5" fmla="*/ 386 h 2519900"/>
                <a:gd name="connsiteX6" fmla="*/ 5370636 w 5372458"/>
                <a:gd name="connsiteY6" fmla="*/ 592140 h 2519900"/>
                <a:gd name="connsiteX7" fmla="*/ 5239856 w 5372458"/>
                <a:gd name="connsiteY7" fmla="*/ 1284981 h 2519900"/>
                <a:gd name="connsiteX8" fmla="*/ 4859594 w 5372458"/>
                <a:gd name="connsiteY8" fmla="*/ 1821348 h 2519900"/>
                <a:gd name="connsiteX9" fmla="*/ 4125084 w 5372458"/>
                <a:gd name="connsiteY9" fmla="*/ 2270882 h 2519900"/>
                <a:gd name="connsiteX10" fmla="*/ 3184663 w 5372458"/>
                <a:gd name="connsiteY10" fmla="*/ 2491825 h 2519900"/>
                <a:gd name="connsiteX11" fmla="*/ 2135986 w 5372458"/>
                <a:gd name="connsiteY11" fmla="*/ 2506868 h 2519900"/>
                <a:gd name="connsiteX12" fmla="*/ 1368921 w 5372458"/>
                <a:gd name="connsiteY12" fmla="*/ 2399979 h 2519900"/>
                <a:gd name="connsiteX13" fmla="*/ 592068 w 5372458"/>
                <a:gd name="connsiteY13" fmla="*/ 2072320 h 2519900"/>
                <a:gd name="connsiteX14" fmla="*/ 2131 w 5372458"/>
                <a:gd name="connsiteY14" fmla="*/ 1629868 h 2519900"/>
                <a:gd name="connsiteX15" fmla="*/ 426885 w 5372458"/>
                <a:gd name="connsiteY15" fmla="*/ 1464686 h 2519900"/>
                <a:gd name="connsiteX16" fmla="*/ 886152 w 5372458"/>
                <a:gd name="connsiteY16" fmla="*/ 1857219 h 2519900"/>
                <a:gd name="connsiteX17" fmla="*/ 1378948 w 5372458"/>
                <a:gd name="connsiteY17" fmla="*/ 2102083 h 2519900"/>
                <a:gd name="connsiteX18" fmla="*/ 2141218 w 5372458"/>
                <a:gd name="connsiteY18" fmla="*/ 2253359 h 2519900"/>
                <a:gd name="connsiteX19" fmla="*/ 3220495 w 5372458"/>
                <a:gd name="connsiteY19" fmla="*/ 2225962 h 2519900"/>
                <a:gd name="connsiteX0" fmla="*/ 3220495 w 5373361"/>
                <a:gd name="connsiteY0" fmla="*/ 2225964 h 2519902"/>
                <a:gd name="connsiteX1" fmla="*/ 4027897 w 5373361"/>
                <a:gd name="connsiteY1" fmla="*/ 2053417 h 2519902"/>
                <a:gd name="connsiteX2" fmla="*/ 4572818 w 5373361"/>
                <a:gd name="connsiteY2" fmla="*/ 1773667 h 2519902"/>
                <a:gd name="connsiteX3" fmla="*/ 4990996 w 5373361"/>
                <a:gd name="connsiteY3" fmla="*/ 1335821 h 2519902"/>
                <a:gd name="connsiteX4" fmla="*/ 5242111 w 5373361"/>
                <a:gd name="connsiteY4" fmla="*/ 678519 h 2519902"/>
                <a:gd name="connsiteX5" fmla="*/ 5311432 w 5373361"/>
                <a:gd name="connsiteY5" fmla="*/ 388 h 2519902"/>
                <a:gd name="connsiteX6" fmla="*/ 5370636 w 5373361"/>
                <a:gd name="connsiteY6" fmla="*/ 592142 h 2519902"/>
                <a:gd name="connsiteX7" fmla="*/ 5219685 w 5373361"/>
                <a:gd name="connsiteY7" fmla="*/ 1305154 h 2519902"/>
                <a:gd name="connsiteX8" fmla="*/ 4859594 w 5373361"/>
                <a:gd name="connsiteY8" fmla="*/ 1821350 h 2519902"/>
                <a:gd name="connsiteX9" fmla="*/ 4125084 w 5373361"/>
                <a:gd name="connsiteY9" fmla="*/ 2270884 h 2519902"/>
                <a:gd name="connsiteX10" fmla="*/ 3184663 w 5373361"/>
                <a:gd name="connsiteY10" fmla="*/ 2491827 h 2519902"/>
                <a:gd name="connsiteX11" fmla="*/ 2135986 w 5373361"/>
                <a:gd name="connsiteY11" fmla="*/ 2506870 h 2519902"/>
                <a:gd name="connsiteX12" fmla="*/ 1368921 w 5373361"/>
                <a:gd name="connsiteY12" fmla="*/ 2399981 h 2519902"/>
                <a:gd name="connsiteX13" fmla="*/ 592068 w 5373361"/>
                <a:gd name="connsiteY13" fmla="*/ 2072322 h 2519902"/>
                <a:gd name="connsiteX14" fmla="*/ 2131 w 5373361"/>
                <a:gd name="connsiteY14" fmla="*/ 1629870 h 2519902"/>
                <a:gd name="connsiteX15" fmla="*/ 426885 w 5373361"/>
                <a:gd name="connsiteY15" fmla="*/ 1464688 h 2519902"/>
                <a:gd name="connsiteX16" fmla="*/ 886152 w 5373361"/>
                <a:gd name="connsiteY16" fmla="*/ 1857221 h 2519902"/>
                <a:gd name="connsiteX17" fmla="*/ 1378948 w 5373361"/>
                <a:gd name="connsiteY17" fmla="*/ 2102085 h 2519902"/>
                <a:gd name="connsiteX18" fmla="*/ 2141218 w 5373361"/>
                <a:gd name="connsiteY18" fmla="*/ 2253361 h 2519902"/>
                <a:gd name="connsiteX19" fmla="*/ 3220495 w 5373361"/>
                <a:gd name="connsiteY19" fmla="*/ 2225964 h 2519902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78948 w 5373361"/>
                <a:gd name="connsiteY17" fmla="*/ 2102085 h 2512946"/>
                <a:gd name="connsiteX18" fmla="*/ 2141218 w 5373361"/>
                <a:gd name="connsiteY18" fmla="*/ 2253361 h 2512946"/>
                <a:gd name="connsiteX19" fmla="*/ 3220495 w 5373361"/>
                <a:gd name="connsiteY19" fmla="*/ 2225964 h 2512946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78948 w 5373361"/>
                <a:gd name="connsiteY17" fmla="*/ 2102085 h 2512946"/>
                <a:gd name="connsiteX18" fmla="*/ 2141218 w 5373361"/>
                <a:gd name="connsiteY18" fmla="*/ 2205860 h 2512946"/>
                <a:gd name="connsiteX19" fmla="*/ 3220495 w 5373361"/>
                <a:gd name="connsiteY19" fmla="*/ 2225964 h 2512946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84886 w 5373361"/>
                <a:gd name="connsiteY17" fmla="*/ 2060522 h 2512946"/>
                <a:gd name="connsiteX18" fmla="*/ 2141218 w 5373361"/>
                <a:gd name="connsiteY18" fmla="*/ 2205860 h 2512946"/>
                <a:gd name="connsiteX19" fmla="*/ 3220495 w 5373361"/>
                <a:gd name="connsiteY19" fmla="*/ 2225964 h 2512946"/>
                <a:gd name="connsiteX0" fmla="*/ 3220903 w 5373769"/>
                <a:gd name="connsiteY0" fmla="*/ 2225964 h 2512946"/>
                <a:gd name="connsiteX1" fmla="*/ 4028305 w 5373769"/>
                <a:gd name="connsiteY1" fmla="*/ 2053417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225964 h 2512946"/>
                <a:gd name="connsiteX0" fmla="*/ 3220903 w 5373769"/>
                <a:gd name="connsiteY0" fmla="*/ 2225964 h 2512946"/>
                <a:gd name="connsiteX1" fmla="*/ 4028305 w 5373769"/>
                <a:gd name="connsiteY1" fmla="*/ 2035604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225964 h 2512946"/>
                <a:gd name="connsiteX0" fmla="*/ 3220903 w 5373769"/>
                <a:gd name="connsiteY0" fmla="*/ 2184400 h 2512946"/>
                <a:gd name="connsiteX1" fmla="*/ 4028305 w 5373769"/>
                <a:gd name="connsiteY1" fmla="*/ 2035604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184400 h 251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73769" h="2512946">
                  <a:moveTo>
                    <a:pt x="3220903" y="2184400"/>
                  </a:moveTo>
                  <a:cubicBezTo>
                    <a:pt x="3535349" y="2156024"/>
                    <a:pt x="3802918" y="2104060"/>
                    <a:pt x="4028305" y="2035604"/>
                  </a:cubicBezTo>
                  <a:cubicBezTo>
                    <a:pt x="4253692" y="1967149"/>
                    <a:pt x="4412710" y="1890298"/>
                    <a:pt x="4573226" y="1773667"/>
                  </a:cubicBezTo>
                  <a:cubicBezTo>
                    <a:pt x="4733743" y="1657037"/>
                    <a:pt x="4879855" y="1518346"/>
                    <a:pt x="4991404" y="1335821"/>
                  </a:cubicBezTo>
                  <a:cubicBezTo>
                    <a:pt x="5102953" y="1153296"/>
                    <a:pt x="5202871" y="874633"/>
                    <a:pt x="5242519" y="678519"/>
                  </a:cubicBezTo>
                  <a:cubicBezTo>
                    <a:pt x="5282167" y="482405"/>
                    <a:pt x="5290419" y="14784"/>
                    <a:pt x="5311840" y="388"/>
                  </a:cubicBezTo>
                  <a:cubicBezTo>
                    <a:pt x="5333261" y="-14008"/>
                    <a:pt x="5386335" y="374681"/>
                    <a:pt x="5371044" y="592142"/>
                  </a:cubicBezTo>
                  <a:cubicBezTo>
                    <a:pt x="5355753" y="809603"/>
                    <a:pt x="5288023" y="1133412"/>
                    <a:pt x="5220093" y="1305154"/>
                  </a:cubicBezTo>
                  <a:cubicBezTo>
                    <a:pt x="5152163" y="1476896"/>
                    <a:pt x="5017922" y="1668495"/>
                    <a:pt x="4860002" y="1821350"/>
                  </a:cubicBezTo>
                  <a:cubicBezTo>
                    <a:pt x="4702082" y="1974205"/>
                    <a:pt x="4404647" y="2161939"/>
                    <a:pt x="4125492" y="2270884"/>
                  </a:cubicBezTo>
                  <a:cubicBezTo>
                    <a:pt x="3846337" y="2379829"/>
                    <a:pt x="3516587" y="2435687"/>
                    <a:pt x="3185071" y="2475018"/>
                  </a:cubicBezTo>
                  <a:cubicBezTo>
                    <a:pt x="2853555" y="2514349"/>
                    <a:pt x="2439018" y="2519376"/>
                    <a:pt x="2136394" y="2506870"/>
                  </a:cubicBezTo>
                  <a:cubicBezTo>
                    <a:pt x="1833770" y="2494364"/>
                    <a:pt x="1626649" y="2472406"/>
                    <a:pt x="1369329" y="2399981"/>
                  </a:cubicBezTo>
                  <a:cubicBezTo>
                    <a:pt x="1112009" y="2327556"/>
                    <a:pt x="773131" y="2180958"/>
                    <a:pt x="592476" y="2072322"/>
                  </a:cubicBezTo>
                  <a:cubicBezTo>
                    <a:pt x="411821" y="1963686"/>
                    <a:pt x="35969" y="1728193"/>
                    <a:pt x="2539" y="1629870"/>
                  </a:cubicBezTo>
                  <a:cubicBezTo>
                    <a:pt x="-30891" y="1531547"/>
                    <a:pt x="274019" y="1432734"/>
                    <a:pt x="427293" y="1464688"/>
                  </a:cubicBezTo>
                  <a:cubicBezTo>
                    <a:pt x="580567" y="1496642"/>
                    <a:pt x="781896" y="1724891"/>
                    <a:pt x="922186" y="1821595"/>
                  </a:cubicBezTo>
                  <a:cubicBezTo>
                    <a:pt x="1015281" y="1882903"/>
                    <a:pt x="1213329" y="1995789"/>
                    <a:pt x="1385294" y="2060522"/>
                  </a:cubicBezTo>
                  <a:cubicBezTo>
                    <a:pt x="1562708" y="2112084"/>
                    <a:pt x="1835691" y="2185214"/>
                    <a:pt x="2141626" y="2205860"/>
                  </a:cubicBezTo>
                  <a:cubicBezTo>
                    <a:pt x="2447561" y="2226506"/>
                    <a:pt x="2906457" y="2212776"/>
                    <a:pt x="3220903" y="21844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C6E74"/>
                </a:gs>
                <a:gs pos="69000">
                  <a:schemeClr val="bg1"/>
                </a:gs>
                <a:gs pos="39000">
                  <a:schemeClr val="bg1">
                    <a:lumMod val="7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xmlns="" id="{E3B70BFA-228D-5E4B-B3A8-F6DD6880B8DD}"/>
                </a:ext>
              </a:extLst>
            </p:cNvPr>
            <p:cNvSpPr/>
            <p:nvPr/>
          </p:nvSpPr>
          <p:spPr>
            <a:xfrm>
              <a:off x="3504649" y="1030330"/>
              <a:ext cx="2836507" cy="1329225"/>
            </a:xfrm>
            <a:custGeom>
              <a:avLst/>
              <a:gdLst>
                <a:gd name="connsiteX0" fmla="*/ 9972 w 2755107"/>
                <a:gd name="connsiteY0" fmla="*/ 226233 h 1281347"/>
                <a:gd name="connsiteX1" fmla="*/ 122060 w 2755107"/>
                <a:gd name="connsiteY1" fmla="*/ 338320 h 1281347"/>
                <a:gd name="connsiteX2" fmla="*/ 582210 w 2755107"/>
                <a:gd name="connsiteY2" fmla="*/ 326522 h 1281347"/>
                <a:gd name="connsiteX3" fmla="*/ 883077 w 2755107"/>
                <a:gd name="connsiteY3" fmla="*/ 497603 h 1281347"/>
                <a:gd name="connsiteX4" fmla="*/ 1012862 w 2755107"/>
                <a:gd name="connsiteY4" fmla="*/ 981350 h 1281347"/>
                <a:gd name="connsiteX5" fmla="*/ 1024661 w 2755107"/>
                <a:gd name="connsiteY5" fmla="*/ 1276318 h 1281347"/>
                <a:gd name="connsiteX6" fmla="*/ 1296031 w 2755107"/>
                <a:gd name="connsiteY6" fmla="*/ 1146532 h 1281347"/>
                <a:gd name="connsiteX7" fmla="*/ 1762080 w 2755107"/>
                <a:gd name="connsiteY7" fmla="*/ 881061 h 1281347"/>
                <a:gd name="connsiteX8" fmla="*/ 2127840 w 2755107"/>
                <a:gd name="connsiteY8" fmla="*/ 586093 h 1281347"/>
                <a:gd name="connsiteX9" fmla="*/ 2192733 w 2755107"/>
                <a:gd name="connsiteY9" fmla="*/ 373716 h 1281347"/>
                <a:gd name="connsiteX10" fmla="*/ 2576191 w 2755107"/>
                <a:gd name="connsiteY10" fmla="*/ 291125 h 1281347"/>
                <a:gd name="connsiteX11" fmla="*/ 2729575 w 2755107"/>
                <a:gd name="connsiteY11" fmla="*/ 291125 h 1281347"/>
                <a:gd name="connsiteX12" fmla="*/ 2062948 w 2755107"/>
                <a:gd name="connsiteY12" fmla="*/ 78749 h 1281347"/>
                <a:gd name="connsiteX13" fmla="*/ 1449415 w 2755107"/>
                <a:gd name="connsiteY13" fmla="*/ 2057 h 1281347"/>
                <a:gd name="connsiteX14" fmla="*/ 877177 w 2755107"/>
                <a:gd name="connsiteY14" fmla="*/ 31554 h 1281347"/>
                <a:gd name="connsiteX15" fmla="*/ 316739 w 2755107"/>
                <a:gd name="connsiteY15" fmla="*/ 131843 h 1281347"/>
                <a:gd name="connsiteX16" fmla="*/ 9972 w 2755107"/>
                <a:gd name="connsiteY16" fmla="*/ 226233 h 1281347"/>
                <a:gd name="connsiteX0" fmla="*/ 5467 w 2833193"/>
                <a:gd name="connsiteY0" fmla="*/ 243931 h 1281347"/>
                <a:gd name="connsiteX1" fmla="*/ 200146 w 2833193"/>
                <a:gd name="connsiteY1" fmla="*/ 338320 h 1281347"/>
                <a:gd name="connsiteX2" fmla="*/ 660296 w 2833193"/>
                <a:gd name="connsiteY2" fmla="*/ 326522 h 1281347"/>
                <a:gd name="connsiteX3" fmla="*/ 961163 w 2833193"/>
                <a:gd name="connsiteY3" fmla="*/ 497603 h 1281347"/>
                <a:gd name="connsiteX4" fmla="*/ 1090948 w 2833193"/>
                <a:gd name="connsiteY4" fmla="*/ 981350 h 1281347"/>
                <a:gd name="connsiteX5" fmla="*/ 1102747 w 2833193"/>
                <a:gd name="connsiteY5" fmla="*/ 1276318 h 1281347"/>
                <a:gd name="connsiteX6" fmla="*/ 1374117 w 2833193"/>
                <a:gd name="connsiteY6" fmla="*/ 1146532 h 1281347"/>
                <a:gd name="connsiteX7" fmla="*/ 1840166 w 2833193"/>
                <a:gd name="connsiteY7" fmla="*/ 881061 h 1281347"/>
                <a:gd name="connsiteX8" fmla="*/ 2205926 w 2833193"/>
                <a:gd name="connsiteY8" fmla="*/ 586093 h 1281347"/>
                <a:gd name="connsiteX9" fmla="*/ 2270819 w 2833193"/>
                <a:gd name="connsiteY9" fmla="*/ 373716 h 1281347"/>
                <a:gd name="connsiteX10" fmla="*/ 2654277 w 2833193"/>
                <a:gd name="connsiteY10" fmla="*/ 291125 h 1281347"/>
                <a:gd name="connsiteX11" fmla="*/ 2807661 w 2833193"/>
                <a:gd name="connsiteY11" fmla="*/ 291125 h 1281347"/>
                <a:gd name="connsiteX12" fmla="*/ 2141034 w 2833193"/>
                <a:gd name="connsiteY12" fmla="*/ 78749 h 1281347"/>
                <a:gd name="connsiteX13" fmla="*/ 1527501 w 2833193"/>
                <a:gd name="connsiteY13" fmla="*/ 2057 h 1281347"/>
                <a:gd name="connsiteX14" fmla="*/ 955263 w 2833193"/>
                <a:gd name="connsiteY14" fmla="*/ 31554 h 1281347"/>
                <a:gd name="connsiteX15" fmla="*/ 394825 w 2833193"/>
                <a:gd name="connsiteY15" fmla="*/ 131843 h 1281347"/>
                <a:gd name="connsiteX16" fmla="*/ 5467 w 2833193"/>
                <a:gd name="connsiteY16" fmla="*/ 243931 h 1281347"/>
                <a:gd name="connsiteX0" fmla="*/ 5467 w 2833193"/>
                <a:gd name="connsiteY0" fmla="*/ 243931 h 1331733"/>
                <a:gd name="connsiteX1" fmla="*/ 200146 w 2833193"/>
                <a:gd name="connsiteY1" fmla="*/ 338320 h 1331733"/>
                <a:gd name="connsiteX2" fmla="*/ 660296 w 2833193"/>
                <a:gd name="connsiteY2" fmla="*/ 326522 h 1331733"/>
                <a:gd name="connsiteX3" fmla="*/ 961163 w 2833193"/>
                <a:gd name="connsiteY3" fmla="*/ 497603 h 1331733"/>
                <a:gd name="connsiteX4" fmla="*/ 1090948 w 2833193"/>
                <a:gd name="connsiteY4" fmla="*/ 981350 h 1331733"/>
                <a:gd name="connsiteX5" fmla="*/ 1143003 w 2833193"/>
                <a:gd name="connsiteY5" fmla="*/ 1328077 h 1331733"/>
                <a:gd name="connsiteX6" fmla="*/ 1374117 w 2833193"/>
                <a:gd name="connsiteY6" fmla="*/ 1146532 h 1331733"/>
                <a:gd name="connsiteX7" fmla="*/ 1840166 w 2833193"/>
                <a:gd name="connsiteY7" fmla="*/ 881061 h 1331733"/>
                <a:gd name="connsiteX8" fmla="*/ 2205926 w 2833193"/>
                <a:gd name="connsiteY8" fmla="*/ 586093 h 1331733"/>
                <a:gd name="connsiteX9" fmla="*/ 2270819 w 2833193"/>
                <a:gd name="connsiteY9" fmla="*/ 373716 h 1331733"/>
                <a:gd name="connsiteX10" fmla="*/ 2654277 w 2833193"/>
                <a:gd name="connsiteY10" fmla="*/ 291125 h 1331733"/>
                <a:gd name="connsiteX11" fmla="*/ 2807661 w 2833193"/>
                <a:gd name="connsiteY11" fmla="*/ 291125 h 1331733"/>
                <a:gd name="connsiteX12" fmla="*/ 2141034 w 2833193"/>
                <a:gd name="connsiteY12" fmla="*/ 78749 h 1331733"/>
                <a:gd name="connsiteX13" fmla="*/ 1527501 w 2833193"/>
                <a:gd name="connsiteY13" fmla="*/ 2057 h 1331733"/>
                <a:gd name="connsiteX14" fmla="*/ 955263 w 2833193"/>
                <a:gd name="connsiteY14" fmla="*/ 31554 h 1331733"/>
                <a:gd name="connsiteX15" fmla="*/ 394825 w 2833193"/>
                <a:gd name="connsiteY15" fmla="*/ 131843 h 1331733"/>
                <a:gd name="connsiteX16" fmla="*/ 5467 w 2833193"/>
                <a:gd name="connsiteY16" fmla="*/ 243931 h 1331733"/>
                <a:gd name="connsiteX0" fmla="*/ 5467 w 2833193"/>
                <a:gd name="connsiteY0" fmla="*/ 243931 h 1329160"/>
                <a:gd name="connsiteX1" fmla="*/ 200146 w 2833193"/>
                <a:gd name="connsiteY1" fmla="*/ 338320 h 1329160"/>
                <a:gd name="connsiteX2" fmla="*/ 660296 w 2833193"/>
                <a:gd name="connsiteY2" fmla="*/ 326522 h 1329160"/>
                <a:gd name="connsiteX3" fmla="*/ 961163 w 2833193"/>
                <a:gd name="connsiteY3" fmla="*/ 497603 h 1329160"/>
                <a:gd name="connsiteX4" fmla="*/ 1090948 w 2833193"/>
                <a:gd name="connsiteY4" fmla="*/ 981350 h 1329160"/>
                <a:gd name="connsiteX5" fmla="*/ 1143003 w 2833193"/>
                <a:gd name="connsiteY5" fmla="*/ 1328077 h 1329160"/>
                <a:gd name="connsiteX6" fmla="*/ 1586902 w 2833193"/>
                <a:gd name="connsiteY6" fmla="*/ 1083271 h 1329160"/>
                <a:gd name="connsiteX7" fmla="*/ 1840166 w 2833193"/>
                <a:gd name="connsiteY7" fmla="*/ 881061 h 1329160"/>
                <a:gd name="connsiteX8" fmla="*/ 2205926 w 2833193"/>
                <a:gd name="connsiteY8" fmla="*/ 586093 h 1329160"/>
                <a:gd name="connsiteX9" fmla="*/ 2270819 w 2833193"/>
                <a:gd name="connsiteY9" fmla="*/ 373716 h 1329160"/>
                <a:gd name="connsiteX10" fmla="*/ 2654277 w 2833193"/>
                <a:gd name="connsiteY10" fmla="*/ 291125 h 1329160"/>
                <a:gd name="connsiteX11" fmla="*/ 2807661 w 2833193"/>
                <a:gd name="connsiteY11" fmla="*/ 291125 h 1329160"/>
                <a:gd name="connsiteX12" fmla="*/ 2141034 w 2833193"/>
                <a:gd name="connsiteY12" fmla="*/ 78749 h 1329160"/>
                <a:gd name="connsiteX13" fmla="*/ 1527501 w 2833193"/>
                <a:gd name="connsiteY13" fmla="*/ 2057 h 1329160"/>
                <a:gd name="connsiteX14" fmla="*/ 955263 w 2833193"/>
                <a:gd name="connsiteY14" fmla="*/ 31554 h 1329160"/>
                <a:gd name="connsiteX15" fmla="*/ 394825 w 2833193"/>
                <a:gd name="connsiteY15" fmla="*/ 131843 h 1329160"/>
                <a:gd name="connsiteX16" fmla="*/ 5467 w 2833193"/>
                <a:gd name="connsiteY16" fmla="*/ 243931 h 1329160"/>
                <a:gd name="connsiteX0" fmla="*/ 5467 w 2833193"/>
                <a:gd name="connsiteY0" fmla="*/ 243931 h 1329160"/>
                <a:gd name="connsiteX1" fmla="*/ 200146 w 2833193"/>
                <a:gd name="connsiteY1" fmla="*/ 338320 h 1329160"/>
                <a:gd name="connsiteX2" fmla="*/ 660296 w 2833193"/>
                <a:gd name="connsiteY2" fmla="*/ 326522 h 1329160"/>
                <a:gd name="connsiteX3" fmla="*/ 961163 w 2833193"/>
                <a:gd name="connsiteY3" fmla="*/ 497603 h 1329160"/>
                <a:gd name="connsiteX4" fmla="*/ 1090948 w 2833193"/>
                <a:gd name="connsiteY4" fmla="*/ 981350 h 1329160"/>
                <a:gd name="connsiteX5" fmla="*/ 1143003 w 2833193"/>
                <a:gd name="connsiteY5" fmla="*/ 1328077 h 1329160"/>
                <a:gd name="connsiteX6" fmla="*/ 1586902 w 2833193"/>
                <a:gd name="connsiteY6" fmla="*/ 1083271 h 1329160"/>
                <a:gd name="connsiteX7" fmla="*/ 1840166 w 2833193"/>
                <a:gd name="connsiteY7" fmla="*/ 881061 h 1329160"/>
                <a:gd name="connsiteX8" fmla="*/ 2073654 w 2833193"/>
                <a:gd name="connsiteY8" fmla="*/ 574591 h 1329160"/>
                <a:gd name="connsiteX9" fmla="*/ 2270819 w 2833193"/>
                <a:gd name="connsiteY9" fmla="*/ 373716 h 1329160"/>
                <a:gd name="connsiteX10" fmla="*/ 2654277 w 2833193"/>
                <a:gd name="connsiteY10" fmla="*/ 291125 h 1329160"/>
                <a:gd name="connsiteX11" fmla="*/ 2807661 w 2833193"/>
                <a:gd name="connsiteY11" fmla="*/ 291125 h 1329160"/>
                <a:gd name="connsiteX12" fmla="*/ 2141034 w 2833193"/>
                <a:gd name="connsiteY12" fmla="*/ 78749 h 1329160"/>
                <a:gd name="connsiteX13" fmla="*/ 1527501 w 2833193"/>
                <a:gd name="connsiteY13" fmla="*/ 2057 h 1329160"/>
                <a:gd name="connsiteX14" fmla="*/ 955263 w 2833193"/>
                <a:gd name="connsiteY14" fmla="*/ 31554 h 1329160"/>
                <a:gd name="connsiteX15" fmla="*/ 394825 w 2833193"/>
                <a:gd name="connsiteY15" fmla="*/ 131843 h 1329160"/>
                <a:gd name="connsiteX16" fmla="*/ 5467 w 2833193"/>
                <a:gd name="connsiteY16" fmla="*/ 243931 h 1329160"/>
                <a:gd name="connsiteX0" fmla="*/ 5467 w 2836507"/>
                <a:gd name="connsiteY0" fmla="*/ 243931 h 1329160"/>
                <a:gd name="connsiteX1" fmla="*/ 200146 w 2836507"/>
                <a:gd name="connsiteY1" fmla="*/ 338320 h 1329160"/>
                <a:gd name="connsiteX2" fmla="*/ 660296 w 2836507"/>
                <a:gd name="connsiteY2" fmla="*/ 326522 h 1329160"/>
                <a:gd name="connsiteX3" fmla="*/ 961163 w 2836507"/>
                <a:gd name="connsiteY3" fmla="*/ 497603 h 1329160"/>
                <a:gd name="connsiteX4" fmla="*/ 1090948 w 2836507"/>
                <a:gd name="connsiteY4" fmla="*/ 981350 h 1329160"/>
                <a:gd name="connsiteX5" fmla="*/ 1143003 w 2836507"/>
                <a:gd name="connsiteY5" fmla="*/ 1328077 h 1329160"/>
                <a:gd name="connsiteX6" fmla="*/ 1586902 w 2836507"/>
                <a:gd name="connsiteY6" fmla="*/ 1083271 h 1329160"/>
                <a:gd name="connsiteX7" fmla="*/ 1840166 w 2836507"/>
                <a:gd name="connsiteY7" fmla="*/ 881061 h 1329160"/>
                <a:gd name="connsiteX8" fmla="*/ 2073654 w 2836507"/>
                <a:gd name="connsiteY8" fmla="*/ 574591 h 1329160"/>
                <a:gd name="connsiteX9" fmla="*/ 2098291 w 2836507"/>
                <a:gd name="connsiteY9" fmla="*/ 344961 h 1329160"/>
                <a:gd name="connsiteX10" fmla="*/ 2654277 w 2836507"/>
                <a:gd name="connsiteY10" fmla="*/ 291125 h 1329160"/>
                <a:gd name="connsiteX11" fmla="*/ 2807661 w 2836507"/>
                <a:gd name="connsiteY11" fmla="*/ 291125 h 1329160"/>
                <a:gd name="connsiteX12" fmla="*/ 2141034 w 2836507"/>
                <a:gd name="connsiteY12" fmla="*/ 78749 h 1329160"/>
                <a:gd name="connsiteX13" fmla="*/ 1527501 w 2836507"/>
                <a:gd name="connsiteY13" fmla="*/ 2057 h 1329160"/>
                <a:gd name="connsiteX14" fmla="*/ 955263 w 2836507"/>
                <a:gd name="connsiteY14" fmla="*/ 31554 h 1329160"/>
                <a:gd name="connsiteX15" fmla="*/ 394825 w 2836507"/>
                <a:gd name="connsiteY15" fmla="*/ 131843 h 1329160"/>
                <a:gd name="connsiteX16" fmla="*/ 5467 w 2836507"/>
                <a:gd name="connsiteY16" fmla="*/ 243931 h 1329160"/>
                <a:gd name="connsiteX0" fmla="*/ 5467 w 2836507"/>
                <a:gd name="connsiteY0" fmla="*/ 243931 h 1329160"/>
                <a:gd name="connsiteX1" fmla="*/ 200146 w 2836507"/>
                <a:gd name="connsiteY1" fmla="*/ 338320 h 1329160"/>
                <a:gd name="connsiteX2" fmla="*/ 660296 w 2836507"/>
                <a:gd name="connsiteY2" fmla="*/ 326522 h 1329160"/>
                <a:gd name="connsiteX3" fmla="*/ 961163 w 2836507"/>
                <a:gd name="connsiteY3" fmla="*/ 497603 h 1329160"/>
                <a:gd name="connsiteX4" fmla="*/ 1090948 w 2836507"/>
                <a:gd name="connsiteY4" fmla="*/ 981350 h 1329160"/>
                <a:gd name="connsiteX5" fmla="*/ 1143003 w 2836507"/>
                <a:gd name="connsiteY5" fmla="*/ 1328077 h 1329160"/>
                <a:gd name="connsiteX6" fmla="*/ 1586902 w 2836507"/>
                <a:gd name="connsiteY6" fmla="*/ 1083271 h 1329160"/>
                <a:gd name="connsiteX7" fmla="*/ 1840166 w 2836507"/>
                <a:gd name="connsiteY7" fmla="*/ 881061 h 1329160"/>
                <a:gd name="connsiteX8" fmla="*/ 1958635 w 2836507"/>
                <a:gd name="connsiteY8" fmla="*/ 580342 h 1329160"/>
                <a:gd name="connsiteX9" fmla="*/ 2098291 w 2836507"/>
                <a:gd name="connsiteY9" fmla="*/ 344961 h 1329160"/>
                <a:gd name="connsiteX10" fmla="*/ 2654277 w 2836507"/>
                <a:gd name="connsiteY10" fmla="*/ 291125 h 1329160"/>
                <a:gd name="connsiteX11" fmla="*/ 2807661 w 2836507"/>
                <a:gd name="connsiteY11" fmla="*/ 291125 h 1329160"/>
                <a:gd name="connsiteX12" fmla="*/ 2141034 w 2836507"/>
                <a:gd name="connsiteY12" fmla="*/ 78749 h 1329160"/>
                <a:gd name="connsiteX13" fmla="*/ 1527501 w 2836507"/>
                <a:gd name="connsiteY13" fmla="*/ 2057 h 1329160"/>
                <a:gd name="connsiteX14" fmla="*/ 955263 w 2836507"/>
                <a:gd name="connsiteY14" fmla="*/ 31554 h 1329160"/>
                <a:gd name="connsiteX15" fmla="*/ 394825 w 2836507"/>
                <a:gd name="connsiteY15" fmla="*/ 131843 h 1329160"/>
                <a:gd name="connsiteX16" fmla="*/ 5467 w 2836507"/>
                <a:gd name="connsiteY16" fmla="*/ 243931 h 1329160"/>
                <a:gd name="connsiteX0" fmla="*/ 5467 w 2836507"/>
                <a:gd name="connsiteY0" fmla="*/ 243931 h 1329225"/>
                <a:gd name="connsiteX1" fmla="*/ 200146 w 2836507"/>
                <a:gd name="connsiteY1" fmla="*/ 338320 h 1329225"/>
                <a:gd name="connsiteX2" fmla="*/ 660296 w 2836507"/>
                <a:gd name="connsiteY2" fmla="*/ 326522 h 1329225"/>
                <a:gd name="connsiteX3" fmla="*/ 961163 w 2836507"/>
                <a:gd name="connsiteY3" fmla="*/ 497603 h 1329225"/>
                <a:gd name="connsiteX4" fmla="*/ 1090948 w 2836507"/>
                <a:gd name="connsiteY4" fmla="*/ 981350 h 1329225"/>
                <a:gd name="connsiteX5" fmla="*/ 1143003 w 2836507"/>
                <a:gd name="connsiteY5" fmla="*/ 1328077 h 1329225"/>
                <a:gd name="connsiteX6" fmla="*/ 1586902 w 2836507"/>
                <a:gd name="connsiteY6" fmla="*/ 1083271 h 1329225"/>
                <a:gd name="connsiteX7" fmla="*/ 1874671 w 2836507"/>
                <a:gd name="connsiteY7" fmla="*/ 812049 h 1329225"/>
                <a:gd name="connsiteX8" fmla="*/ 1958635 w 2836507"/>
                <a:gd name="connsiteY8" fmla="*/ 580342 h 1329225"/>
                <a:gd name="connsiteX9" fmla="*/ 2098291 w 2836507"/>
                <a:gd name="connsiteY9" fmla="*/ 344961 h 1329225"/>
                <a:gd name="connsiteX10" fmla="*/ 2654277 w 2836507"/>
                <a:gd name="connsiteY10" fmla="*/ 291125 h 1329225"/>
                <a:gd name="connsiteX11" fmla="*/ 2807661 w 2836507"/>
                <a:gd name="connsiteY11" fmla="*/ 291125 h 1329225"/>
                <a:gd name="connsiteX12" fmla="*/ 2141034 w 2836507"/>
                <a:gd name="connsiteY12" fmla="*/ 78749 h 1329225"/>
                <a:gd name="connsiteX13" fmla="*/ 1527501 w 2836507"/>
                <a:gd name="connsiteY13" fmla="*/ 2057 h 1329225"/>
                <a:gd name="connsiteX14" fmla="*/ 955263 w 2836507"/>
                <a:gd name="connsiteY14" fmla="*/ 31554 h 1329225"/>
                <a:gd name="connsiteX15" fmla="*/ 394825 w 2836507"/>
                <a:gd name="connsiteY15" fmla="*/ 131843 h 1329225"/>
                <a:gd name="connsiteX16" fmla="*/ 5467 w 2836507"/>
                <a:gd name="connsiteY16" fmla="*/ 243931 h 132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36507" h="1329225">
                  <a:moveTo>
                    <a:pt x="5467" y="243931"/>
                  </a:moveTo>
                  <a:cubicBezTo>
                    <a:pt x="-26979" y="278344"/>
                    <a:pt x="91008" y="324555"/>
                    <a:pt x="200146" y="338320"/>
                  </a:cubicBezTo>
                  <a:cubicBezTo>
                    <a:pt x="309284" y="352085"/>
                    <a:pt x="533460" y="299975"/>
                    <a:pt x="660296" y="326522"/>
                  </a:cubicBezTo>
                  <a:cubicBezTo>
                    <a:pt x="787132" y="353069"/>
                    <a:pt x="889388" y="388465"/>
                    <a:pt x="961163" y="497603"/>
                  </a:cubicBezTo>
                  <a:cubicBezTo>
                    <a:pt x="1032938" y="606741"/>
                    <a:pt x="1060641" y="842938"/>
                    <a:pt x="1090948" y="981350"/>
                  </a:cubicBezTo>
                  <a:cubicBezTo>
                    <a:pt x="1121255" y="1119762"/>
                    <a:pt x="1060344" y="1311090"/>
                    <a:pt x="1143003" y="1328077"/>
                  </a:cubicBezTo>
                  <a:cubicBezTo>
                    <a:pt x="1225662" y="1345064"/>
                    <a:pt x="1464957" y="1169276"/>
                    <a:pt x="1586902" y="1083271"/>
                  </a:cubicBezTo>
                  <a:cubicBezTo>
                    <a:pt x="1708847" y="997266"/>
                    <a:pt x="1812716" y="895870"/>
                    <a:pt x="1874671" y="812049"/>
                  </a:cubicBezTo>
                  <a:cubicBezTo>
                    <a:pt x="1936626" y="728228"/>
                    <a:pt x="1921365" y="658190"/>
                    <a:pt x="1958635" y="580342"/>
                  </a:cubicBezTo>
                  <a:cubicBezTo>
                    <a:pt x="1995905" y="502494"/>
                    <a:pt x="1982351" y="393164"/>
                    <a:pt x="2098291" y="344961"/>
                  </a:cubicBezTo>
                  <a:cubicBezTo>
                    <a:pt x="2214231" y="296758"/>
                    <a:pt x="2536049" y="300098"/>
                    <a:pt x="2654277" y="291125"/>
                  </a:cubicBezTo>
                  <a:cubicBezTo>
                    <a:pt x="2772505" y="282152"/>
                    <a:pt x="2893201" y="326521"/>
                    <a:pt x="2807661" y="291125"/>
                  </a:cubicBezTo>
                  <a:cubicBezTo>
                    <a:pt x="2722121" y="255729"/>
                    <a:pt x="2354394" y="126927"/>
                    <a:pt x="2141034" y="78749"/>
                  </a:cubicBezTo>
                  <a:cubicBezTo>
                    <a:pt x="1927674" y="30571"/>
                    <a:pt x="1725129" y="9923"/>
                    <a:pt x="1527501" y="2057"/>
                  </a:cubicBezTo>
                  <a:cubicBezTo>
                    <a:pt x="1329873" y="-5809"/>
                    <a:pt x="1144042" y="9923"/>
                    <a:pt x="955263" y="31554"/>
                  </a:cubicBezTo>
                  <a:cubicBezTo>
                    <a:pt x="766484" y="53185"/>
                    <a:pt x="553124" y="96447"/>
                    <a:pt x="394825" y="131843"/>
                  </a:cubicBezTo>
                  <a:cubicBezTo>
                    <a:pt x="236526" y="167239"/>
                    <a:pt x="37913" y="209518"/>
                    <a:pt x="5467" y="24393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333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31085" y="1071912"/>
            <a:ext cx="7709153" cy="4618503"/>
            <a:chOff x="112604" y="1451058"/>
            <a:chExt cx="4811720" cy="244273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604" y="1451058"/>
              <a:ext cx="4811720" cy="2442731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26001" y="2180857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50945" y="2959940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750945" y="2333257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24673" y="2333257"/>
              <a:ext cx="426128" cy="409432"/>
            </a:xfrm>
            <a:prstGeom prst="round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72741" y="2380546"/>
              <a:ext cx="5546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Stroke</a:t>
              </a:r>
            </a:p>
          </p:txBody>
        </p:sp>
      </p:grpSp>
      <p:sp>
        <p:nvSpPr>
          <p:cNvPr id="11" name="Freeform 10"/>
          <p:cNvSpPr/>
          <p:nvPr/>
        </p:nvSpPr>
        <p:spPr>
          <a:xfrm>
            <a:off x="3383785" y="2715620"/>
            <a:ext cx="540171" cy="401486"/>
          </a:xfrm>
          <a:custGeom>
            <a:avLst/>
            <a:gdLst>
              <a:gd name="connsiteX0" fmla="*/ 36309 w 540171"/>
              <a:gd name="connsiteY0" fmla="*/ 394607 h 401486"/>
              <a:gd name="connsiteX1" fmla="*/ 366318 w 540171"/>
              <a:gd name="connsiteY1" fmla="*/ 354604 h 401486"/>
              <a:gd name="connsiteX2" fmla="*/ 536322 w 540171"/>
              <a:gd name="connsiteY2" fmla="*/ 164590 h 401486"/>
              <a:gd name="connsiteX3" fmla="*/ 476321 w 540171"/>
              <a:gd name="connsiteY3" fmla="*/ 84584 h 401486"/>
              <a:gd name="connsiteX4" fmla="*/ 376318 w 540171"/>
              <a:gd name="connsiteY4" fmla="*/ 4578 h 401486"/>
              <a:gd name="connsiteX5" fmla="*/ 226314 w 540171"/>
              <a:gd name="connsiteY5" fmla="*/ 14579 h 401486"/>
              <a:gd name="connsiteX6" fmla="*/ 156312 w 540171"/>
              <a:gd name="connsiteY6" fmla="*/ 54582 h 401486"/>
              <a:gd name="connsiteX7" fmla="*/ 256315 w 540171"/>
              <a:gd name="connsiteY7" fmla="*/ 134588 h 401486"/>
              <a:gd name="connsiteX8" fmla="*/ 116311 w 540171"/>
              <a:gd name="connsiteY8" fmla="*/ 184591 h 401486"/>
              <a:gd name="connsiteX9" fmla="*/ 16308 w 540171"/>
              <a:gd name="connsiteY9" fmla="*/ 244596 h 401486"/>
              <a:gd name="connsiteX10" fmla="*/ 36309 w 540171"/>
              <a:gd name="connsiteY10" fmla="*/ 394607 h 4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0171" h="401486">
                <a:moveTo>
                  <a:pt x="36309" y="394607"/>
                </a:moveTo>
                <a:cubicBezTo>
                  <a:pt x="94644" y="412942"/>
                  <a:pt x="282983" y="392940"/>
                  <a:pt x="366318" y="354604"/>
                </a:cubicBezTo>
                <a:cubicBezTo>
                  <a:pt x="449654" y="316268"/>
                  <a:pt x="517988" y="209593"/>
                  <a:pt x="536322" y="164590"/>
                </a:cubicBezTo>
                <a:cubicBezTo>
                  <a:pt x="554656" y="119587"/>
                  <a:pt x="502988" y="111253"/>
                  <a:pt x="476321" y="84584"/>
                </a:cubicBezTo>
                <a:cubicBezTo>
                  <a:pt x="449654" y="57915"/>
                  <a:pt x="417986" y="16245"/>
                  <a:pt x="376318" y="4578"/>
                </a:cubicBezTo>
                <a:cubicBezTo>
                  <a:pt x="334650" y="-7089"/>
                  <a:pt x="262982" y="6245"/>
                  <a:pt x="226314" y="14579"/>
                </a:cubicBezTo>
                <a:cubicBezTo>
                  <a:pt x="189646" y="22913"/>
                  <a:pt x="151312" y="34580"/>
                  <a:pt x="156312" y="54582"/>
                </a:cubicBezTo>
                <a:cubicBezTo>
                  <a:pt x="161312" y="74584"/>
                  <a:pt x="262982" y="112920"/>
                  <a:pt x="256315" y="134588"/>
                </a:cubicBezTo>
                <a:cubicBezTo>
                  <a:pt x="249648" y="156256"/>
                  <a:pt x="156312" y="166256"/>
                  <a:pt x="116311" y="184591"/>
                </a:cubicBezTo>
                <a:cubicBezTo>
                  <a:pt x="76310" y="202926"/>
                  <a:pt x="27975" y="214594"/>
                  <a:pt x="16308" y="244596"/>
                </a:cubicBezTo>
                <a:cubicBezTo>
                  <a:pt x="4641" y="274598"/>
                  <a:pt x="-22026" y="376272"/>
                  <a:pt x="36309" y="394607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7290" t="-542" r="35" b="542"/>
          <a:stretch/>
        </p:blipFill>
        <p:spPr>
          <a:xfrm rot="727958">
            <a:off x="701710" y="633449"/>
            <a:ext cx="6337872" cy="291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7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620578" y="317468"/>
            <a:ext cx="8199908" cy="6340465"/>
            <a:chOff x="620578" y="317468"/>
            <a:chExt cx="8199908" cy="6340465"/>
          </a:xfrm>
        </p:grpSpPr>
        <p:grpSp>
          <p:nvGrpSpPr>
            <p:cNvPr id="8" name="Group 7"/>
            <p:cNvGrpSpPr/>
            <p:nvPr/>
          </p:nvGrpSpPr>
          <p:grpSpPr>
            <a:xfrm>
              <a:off x="3839018" y="2289129"/>
              <a:ext cx="3851489" cy="2039112"/>
              <a:chOff x="372383" y="5040295"/>
              <a:chExt cx="3851489" cy="2039112"/>
            </a:xfrm>
          </p:grpSpPr>
          <p:grpSp>
            <p:nvGrpSpPr>
              <p:cNvPr id="43" name="Group 42"/>
              <p:cNvGrpSpPr>
                <a:grpSpLocks noChangeAspect="1"/>
              </p:cNvGrpSpPr>
              <p:nvPr/>
            </p:nvGrpSpPr>
            <p:grpSpPr>
              <a:xfrm>
                <a:off x="372383" y="5040295"/>
                <a:ext cx="3851489" cy="2039112"/>
                <a:chOff x="3343406" y="2701151"/>
                <a:chExt cx="4220162" cy="2426777"/>
              </a:xfrm>
              <a:solidFill>
                <a:schemeClr val="accent6">
                  <a:lumMod val="60000"/>
                  <a:lumOff val="40000"/>
                </a:schemeClr>
              </a:solidFill>
            </p:grpSpPr>
            <p:sp>
              <p:nvSpPr>
                <p:cNvPr id="44" name="Freeform 43"/>
                <p:cNvSpPr/>
                <p:nvPr/>
              </p:nvSpPr>
              <p:spPr>
                <a:xfrm>
                  <a:off x="5492488" y="2984391"/>
                  <a:ext cx="2071080" cy="1825623"/>
                </a:xfrm>
                <a:custGeom>
                  <a:avLst/>
                  <a:gdLst>
                    <a:gd name="connsiteX0" fmla="*/ 1446825 w 2572158"/>
                    <a:gd name="connsiteY0" fmla="*/ 73693 h 2309446"/>
                    <a:gd name="connsiteX1" fmla="*/ 1728148 w 2572158"/>
                    <a:gd name="connsiteY1" fmla="*/ 1356 h 2309446"/>
                    <a:gd name="connsiteX2" fmla="*/ 2162189 w 2572158"/>
                    <a:gd name="connsiteY2" fmla="*/ 129956 h 2309446"/>
                    <a:gd name="connsiteX3" fmla="*/ 2427436 w 2572158"/>
                    <a:gd name="connsiteY3" fmla="*/ 355006 h 2309446"/>
                    <a:gd name="connsiteX4" fmla="*/ 2491739 w 2572158"/>
                    <a:gd name="connsiteY4" fmla="*/ 580056 h 2309446"/>
                    <a:gd name="connsiteX5" fmla="*/ 2411361 w 2572158"/>
                    <a:gd name="connsiteY5" fmla="*/ 748844 h 2309446"/>
                    <a:gd name="connsiteX6" fmla="*/ 2515852 w 2572158"/>
                    <a:gd name="connsiteY6" fmla="*/ 877444 h 2309446"/>
                    <a:gd name="connsiteX7" fmla="*/ 2572116 w 2572158"/>
                    <a:gd name="connsiteY7" fmla="*/ 1166794 h 2309446"/>
                    <a:gd name="connsiteX8" fmla="*/ 2507814 w 2572158"/>
                    <a:gd name="connsiteY8" fmla="*/ 1391844 h 2309446"/>
                    <a:gd name="connsiteX9" fmla="*/ 2371172 w 2572158"/>
                    <a:gd name="connsiteY9" fmla="*/ 1512407 h 2309446"/>
                    <a:gd name="connsiteX10" fmla="*/ 2467625 w 2572158"/>
                    <a:gd name="connsiteY10" fmla="*/ 1641007 h 2309446"/>
                    <a:gd name="connsiteX11" fmla="*/ 2443512 w 2572158"/>
                    <a:gd name="connsiteY11" fmla="*/ 1914282 h 2309446"/>
                    <a:gd name="connsiteX12" fmla="*/ 2138075 w 2572158"/>
                    <a:gd name="connsiteY12" fmla="*/ 2203632 h 2309446"/>
                    <a:gd name="connsiteX13" fmla="*/ 1800488 w 2572158"/>
                    <a:gd name="connsiteY13" fmla="*/ 2308119 h 2309446"/>
                    <a:gd name="connsiteX14" fmla="*/ 1462900 w 2572158"/>
                    <a:gd name="connsiteY14" fmla="*/ 2259894 h 2309446"/>
                    <a:gd name="connsiteX15" fmla="*/ 1390560 w 2572158"/>
                    <a:gd name="connsiteY15" fmla="*/ 2219707 h 2309446"/>
                    <a:gd name="connsiteX16" fmla="*/ 819877 w 2572158"/>
                    <a:gd name="connsiteY16" fmla="*/ 1761569 h 2309446"/>
                    <a:gd name="connsiteX17" fmla="*/ 21 w 2572158"/>
                    <a:gd name="connsiteY17" fmla="*/ 732769 h 2309446"/>
                    <a:gd name="connsiteX18" fmla="*/ 795763 w 2572158"/>
                    <a:gd name="connsiteY18" fmla="*/ 379119 h 2309446"/>
                    <a:gd name="connsiteX19" fmla="*/ 1495052 w 2572158"/>
                    <a:gd name="connsiteY19" fmla="*/ 49581 h 2309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572158" h="2309446">
                      <a:moveTo>
                        <a:pt x="1446825" y="73693"/>
                      </a:moveTo>
                      <a:cubicBezTo>
                        <a:pt x="1527873" y="32836"/>
                        <a:pt x="1608921" y="-8021"/>
                        <a:pt x="1728148" y="1356"/>
                      </a:cubicBezTo>
                      <a:cubicBezTo>
                        <a:pt x="1847375" y="10733"/>
                        <a:pt x="2045641" y="71014"/>
                        <a:pt x="2162189" y="129956"/>
                      </a:cubicBezTo>
                      <a:cubicBezTo>
                        <a:pt x="2278737" y="188898"/>
                        <a:pt x="2372511" y="279989"/>
                        <a:pt x="2427436" y="355006"/>
                      </a:cubicBezTo>
                      <a:cubicBezTo>
                        <a:pt x="2482361" y="430023"/>
                        <a:pt x="2494418" y="514416"/>
                        <a:pt x="2491739" y="580056"/>
                      </a:cubicBezTo>
                      <a:cubicBezTo>
                        <a:pt x="2489060" y="645696"/>
                        <a:pt x="2407342" y="699279"/>
                        <a:pt x="2411361" y="748844"/>
                      </a:cubicBezTo>
                      <a:cubicBezTo>
                        <a:pt x="2415380" y="798409"/>
                        <a:pt x="2489060" y="807786"/>
                        <a:pt x="2515852" y="877444"/>
                      </a:cubicBezTo>
                      <a:cubicBezTo>
                        <a:pt x="2542644" y="947102"/>
                        <a:pt x="2573456" y="1081061"/>
                        <a:pt x="2572116" y="1166794"/>
                      </a:cubicBezTo>
                      <a:cubicBezTo>
                        <a:pt x="2570776" y="1252527"/>
                        <a:pt x="2541305" y="1334242"/>
                        <a:pt x="2507814" y="1391844"/>
                      </a:cubicBezTo>
                      <a:cubicBezTo>
                        <a:pt x="2474323" y="1449446"/>
                        <a:pt x="2377870" y="1470880"/>
                        <a:pt x="2371172" y="1512407"/>
                      </a:cubicBezTo>
                      <a:cubicBezTo>
                        <a:pt x="2364474" y="1553934"/>
                        <a:pt x="2455568" y="1574028"/>
                        <a:pt x="2467625" y="1641007"/>
                      </a:cubicBezTo>
                      <a:cubicBezTo>
                        <a:pt x="2479682" y="1707986"/>
                        <a:pt x="2498437" y="1820511"/>
                        <a:pt x="2443512" y="1914282"/>
                      </a:cubicBezTo>
                      <a:cubicBezTo>
                        <a:pt x="2388587" y="2008053"/>
                        <a:pt x="2245246" y="2137993"/>
                        <a:pt x="2138075" y="2203632"/>
                      </a:cubicBezTo>
                      <a:cubicBezTo>
                        <a:pt x="2030904" y="2269271"/>
                        <a:pt x="1913017" y="2298742"/>
                        <a:pt x="1800488" y="2308119"/>
                      </a:cubicBezTo>
                      <a:cubicBezTo>
                        <a:pt x="1687959" y="2317496"/>
                        <a:pt x="1531221" y="2274629"/>
                        <a:pt x="1462900" y="2259894"/>
                      </a:cubicBezTo>
                      <a:cubicBezTo>
                        <a:pt x="1394579" y="2245159"/>
                        <a:pt x="1497731" y="2302761"/>
                        <a:pt x="1390560" y="2219707"/>
                      </a:cubicBezTo>
                      <a:cubicBezTo>
                        <a:pt x="1283389" y="2136653"/>
                        <a:pt x="1051633" y="2009392"/>
                        <a:pt x="819877" y="1761569"/>
                      </a:cubicBezTo>
                      <a:cubicBezTo>
                        <a:pt x="588121" y="1513746"/>
                        <a:pt x="4040" y="963177"/>
                        <a:pt x="21" y="732769"/>
                      </a:cubicBezTo>
                      <a:cubicBezTo>
                        <a:pt x="-3998" y="502361"/>
                        <a:pt x="546591" y="492984"/>
                        <a:pt x="795763" y="379119"/>
                      </a:cubicBezTo>
                      <a:cubicBezTo>
                        <a:pt x="1044935" y="265254"/>
                        <a:pt x="1369127" y="104504"/>
                        <a:pt x="1495052" y="49581"/>
                      </a:cubicBezTo>
                    </a:path>
                  </a:pathLst>
                </a:custGeom>
                <a:grpFill/>
                <a:ln w="12700" cmpd="sng"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 flipV="1">
                  <a:off x="3343406" y="3856112"/>
                  <a:ext cx="918114" cy="514966"/>
                </a:xfrm>
                <a:custGeom>
                  <a:avLst/>
                  <a:gdLst>
                    <a:gd name="connsiteX0" fmla="*/ 792269 w 797154"/>
                    <a:gd name="connsiteY0" fmla="*/ 353651 h 374501"/>
                    <a:gd name="connsiteX1" fmla="*/ 752080 w 797154"/>
                    <a:gd name="connsiteY1" fmla="*/ 64300 h 374501"/>
                    <a:gd name="connsiteX2" fmla="*/ 583286 w 797154"/>
                    <a:gd name="connsiteY2" fmla="*/ 0 h 374501"/>
                    <a:gd name="connsiteX3" fmla="*/ 213547 w 797154"/>
                    <a:gd name="connsiteY3" fmla="*/ 64300 h 374501"/>
                    <a:gd name="connsiteX4" fmla="*/ 20640 w 797154"/>
                    <a:gd name="connsiteY4" fmla="*/ 192901 h 374501"/>
                    <a:gd name="connsiteX5" fmla="*/ 4564 w 797154"/>
                    <a:gd name="connsiteY5" fmla="*/ 305426 h 374501"/>
                    <a:gd name="connsiteX6" fmla="*/ 12602 w 797154"/>
                    <a:gd name="connsiteY6" fmla="*/ 345613 h 374501"/>
                    <a:gd name="connsiteX7" fmla="*/ 663664 w 797154"/>
                    <a:gd name="connsiteY7" fmla="*/ 353651 h 374501"/>
                    <a:gd name="connsiteX8" fmla="*/ 792269 w 797154"/>
                    <a:gd name="connsiteY8" fmla="*/ 353651 h 374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7154" h="374501">
                      <a:moveTo>
                        <a:pt x="792269" y="353651"/>
                      </a:moveTo>
                      <a:cubicBezTo>
                        <a:pt x="807005" y="305426"/>
                        <a:pt x="786910" y="123242"/>
                        <a:pt x="752080" y="64300"/>
                      </a:cubicBezTo>
                      <a:cubicBezTo>
                        <a:pt x="717250" y="5358"/>
                        <a:pt x="673041" y="0"/>
                        <a:pt x="583286" y="0"/>
                      </a:cubicBezTo>
                      <a:cubicBezTo>
                        <a:pt x="493531" y="0"/>
                        <a:pt x="307321" y="32150"/>
                        <a:pt x="213547" y="64300"/>
                      </a:cubicBezTo>
                      <a:cubicBezTo>
                        <a:pt x="119773" y="96450"/>
                        <a:pt x="55471" y="152713"/>
                        <a:pt x="20640" y="192901"/>
                      </a:cubicBezTo>
                      <a:cubicBezTo>
                        <a:pt x="-14191" y="233089"/>
                        <a:pt x="5904" y="279974"/>
                        <a:pt x="4564" y="305426"/>
                      </a:cubicBezTo>
                      <a:cubicBezTo>
                        <a:pt x="3224" y="330878"/>
                        <a:pt x="12602" y="345613"/>
                        <a:pt x="12602" y="345613"/>
                      </a:cubicBezTo>
                      <a:lnTo>
                        <a:pt x="663664" y="353651"/>
                      </a:lnTo>
                      <a:cubicBezTo>
                        <a:pt x="794948" y="350972"/>
                        <a:pt x="777533" y="401876"/>
                        <a:pt x="792269" y="35365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 45"/>
                <p:cNvSpPr/>
                <p:nvPr/>
              </p:nvSpPr>
              <p:spPr>
                <a:xfrm>
                  <a:off x="3343406" y="3418457"/>
                  <a:ext cx="918114" cy="516502"/>
                </a:xfrm>
                <a:custGeom>
                  <a:avLst/>
                  <a:gdLst>
                    <a:gd name="connsiteX0" fmla="*/ 792269 w 797154"/>
                    <a:gd name="connsiteY0" fmla="*/ 353651 h 374501"/>
                    <a:gd name="connsiteX1" fmla="*/ 752080 w 797154"/>
                    <a:gd name="connsiteY1" fmla="*/ 64300 h 374501"/>
                    <a:gd name="connsiteX2" fmla="*/ 583286 w 797154"/>
                    <a:gd name="connsiteY2" fmla="*/ 0 h 374501"/>
                    <a:gd name="connsiteX3" fmla="*/ 213547 w 797154"/>
                    <a:gd name="connsiteY3" fmla="*/ 64300 h 374501"/>
                    <a:gd name="connsiteX4" fmla="*/ 20640 w 797154"/>
                    <a:gd name="connsiteY4" fmla="*/ 192901 h 374501"/>
                    <a:gd name="connsiteX5" fmla="*/ 4564 w 797154"/>
                    <a:gd name="connsiteY5" fmla="*/ 305426 h 374501"/>
                    <a:gd name="connsiteX6" fmla="*/ 12602 w 797154"/>
                    <a:gd name="connsiteY6" fmla="*/ 345613 h 374501"/>
                    <a:gd name="connsiteX7" fmla="*/ 663664 w 797154"/>
                    <a:gd name="connsiteY7" fmla="*/ 353651 h 374501"/>
                    <a:gd name="connsiteX8" fmla="*/ 792269 w 797154"/>
                    <a:gd name="connsiteY8" fmla="*/ 353651 h 374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7154" h="374501">
                      <a:moveTo>
                        <a:pt x="792269" y="353651"/>
                      </a:moveTo>
                      <a:cubicBezTo>
                        <a:pt x="807005" y="305426"/>
                        <a:pt x="786910" y="123242"/>
                        <a:pt x="752080" y="64300"/>
                      </a:cubicBezTo>
                      <a:cubicBezTo>
                        <a:pt x="717250" y="5358"/>
                        <a:pt x="673041" y="0"/>
                        <a:pt x="583286" y="0"/>
                      </a:cubicBezTo>
                      <a:cubicBezTo>
                        <a:pt x="493531" y="0"/>
                        <a:pt x="307321" y="32150"/>
                        <a:pt x="213547" y="64300"/>
                      </a:cubicBezTo>
                      <a:cubicBezTo>
                        <a:pt x="119773" y="96450"/>
                        <a:pt x="55471" y="152713"/>
                        <a:pt x="20640" y="192901"/>
                      </a:cubicBezTo>
                      <a:cubicBezTo>
                        <a:pt x="-14191" y="233089"/>
                        <a:pt x="5904" y="279974"/>
                        <a:pt x="4564" y="305426"/>
                      </a:cubicBezTo>
                      <a:cubicBezTo>
                        <a:pt x="3224" y="330878"/>
                        <a:pt x="12602" y="345613"/>
                        <a:pt x="12602" y="345613"/>
                      </a:cubicBezTo>
                      <a:lnTo>
                        <a:pt x="663664" y="353651"/>
                      </a:lnTo>
                      <a:cubicBezTo>
                        <a:pt x="794948" y="350972"/>
                        <a:pt x="777533" y="401876"/>
                        <a:pt x="792269" y="35365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 46"/>
                <p:cNvSpPr/>
                <p:nvPr/>
              </p:nvSpPr>
              <p:spPr>
                <a:xfrm flipV="1">
                  <a:off x="4133101" y="2701151"/>
                  <a:ext cx="2776137" cy="1220885"/>
                </a:xfrm>
                <a:custGeom>
                  <a:avLst/>
                  <a:gdLst>
                    <a:gd name="connsiteX0" fmla="*/ 49060 w 2159749"/>
                    <a:gd name="connsiteY0" fmla="*/ 0 h 1025253"/>
                    <a:gd name="connsiteX1" fmla="*/ 16909 w 2159749"/>
                    <a:gd name="connsiteY1" fmla="*/ 353650 h 1025253"/>
                    <a:gd name="connsiteX2" fmla="*/ 282156 w 2159749"/>
                    <a:gd name="connsiteY2" fmla="*/ 691225 h 1025253"/>
                    <a:gd name="connsiteX3" fmla="*/ 1110050 w 2159749"/>
                    <a:gd name="connsiteY3" fmla="*/ 1020763 h 1025253"/>
                    <a:gd name="connsiteX4" fmla="*/ 2106737 w 2159749"/>
                    <a:gd name="connsiteY4" fmla="*/ 851976 h 1025253"/>
                    <a:gd name="connsiteX5" fmla="*/ 1986170 w 2159749"/>
                    <a:gd name="connsiteY5" fmla="*/ 434025 h 1025253"/>
                    <a:gd name="connsiteX6" fmla="*/ 1672695 w 2159749"/>
                    <a:gd name="connsiteY6" fmla="*/ 32150 h 1025253"/>
                    <a:gd name="connsiteX7" fmla="*/ 458988 w 2159749"/>
                    <a:gd name="connsiteY7" fmla="*/ 16075 h 1025253"/>
                    <a:gd name="connsiteX8" fmla="*/ 49060 w 2159749"/>
                    <a:gd name="connsiteY8" fmla="*/ 0 h 1025253"/>
                    <a:gd name="connsiteX0" fmla="*/ 43037 w 2153726"/>
                    <a:gd name="connsiteY0" fmla="*/ 0 h 1025253"/>
                    <a:gd name="connsiteX1" fmla="*/ 18924 w 2153726"/>
                    <a:gd name="connsiteY1" fmla="*/ 409912 h 1025253"/>
                    <a:gd name="connsiteX2" fmla="*/ 276133 w 2153726"/>
                    <a:gd name="connsiteY2" fmla="*/ 691225 h 1025253"/>
                    <a:gd name="connsiteX3" fmla="*/ 1104027 w 2153726"/>
                    <a:gd name="connsiteY3" fmla="*/ 1020763 h 1025253"/>
                    <a:gd name="connsiteX4" fmla="*/ 2100714 w 2153726"/>
                    <a:gd name="connsiteY4" fmla="*/ 851976 h 1025253"/>
                    <a:gd name="connsiteX5" fmla="*/ 1980147 w 2153726"/>
                    <a:gd name="connsiteY5" fmla="*/ 434025 h 1025253"/>
                    <a:gd name="connsiteX6" fmla="*/ 1666672 w 2153726"/>
                    <a:gd name="connsiteY6" fmla="*/ 32150 h 1025253"/>
                    <a:gd name="connsiteX7" fmla="*/ 452965 w 2153726"/>
                    <a:gd name="connsiteY7" fmla="*/ 16075 h 1025253"/>
                    <a:gd name="connsiteX8" fmla="*/ 43037 w 2153726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3215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459"/>
                    <a:gd name="connsiteY0" fmla="*/ 8038 h 1033291"/>
                    <a:gd name="connsiteX1" fmla="*/ 11669 w 2186459"/>
                    <a:gd name="connsiteY1" fmla="*/ 329537 h 1033291"/>
                    <a:gd name="connsiteX2" fmla="*/ 309067 w 2186459"/>
                    <a:gd name="connsiteY2" fmla="*/ 699263 h 1033291"/>
                    <a:gd name="connsiteX3" fmla="*/ 1136961 w 2186459"/>
                    <a:gd name="connsiteY3" fmla="*/ 1028801 h 1033291"/>
                    <a:gd name="connsiteX4" fmla="*/ 2133648 w 2186459"/>
                    <a:gd name="connsiteY4" fmla="*/ 860014 h 1033291"/>
                    <a:gd name="connsiteX5" fmla="*/ 2013081 w 2186459"/>
                    <a:gd name="connsiteY5" fmla="*/ 442063 h 1033291"/>
                    <a:gd name="connsiteX6" fmla="*/ 1707643 w 2186459"/>
                    <a:gd name="connsiteY6" fmla="*/ 0 h 1033291"/>
                    <a:gd name="connsiteX7" fmla="*/ 485899 w 2186459"/>
                    <a:gd name="connsiteY7" fmla="*/ 24113 h 1033291"/>
                    <a:gd name="connsiteX8" fmla="*/ 75971 w 2186459"/>
                    <a:gd name="connsiteY8" fmla="*/ 8038 h 1033291"/>
                    <a:gd name="connsiteX0" fmla="*/ 75971 w 2186459"/>
                    <a:gd name="connsiteY0" fmla="*/ 8038 h 1033291"/>
                    <a:gd name="connsiteX1" fmla="*/ 11669 w 2186459"/>
                    <a:gd name="connsiteY1" fmla="*/ 329537 h 1033291"/>
                    <a:gd name="connsiteX2" fmla="*/ 309067 w 2186459"/>
                    <a:gd name="connsiteY2" fmla="*/ 699263 h 1033291"/>
                    <a:gd name="connsiteX3" fmla="*/ 1136961 w 2186459"/>
                    <a:gd name="connsiteY3" fmla="*/ 1028801 h 1033291"/>
                    <a:gd name="connsiteX4" fmla="*/ 2133648 w 2186459"/>
                    <a:gd name="connsiteY4" fmla="*/ 860014 h 1033291"/>
                    <a:gd name="connsiteX5" fmla="*/ 2013081 w 2186459"/>
                    <a:gd name="connsiteY5" fmla="*/ 442063 h 1033291"/>
                    <a:gd name="connsiteX6" fmla="*/ 1707643 w 2186459"/>
                    <a:gd name="connsiteY6" fmla="*/ 0 h 1033291"/>
                    <a:gd name="connsiteX7" fmla="*/ 75971 w 2186459"/>
                    <a:gd name="connsiteY7" fmla="*/ 8038 h 1033291"/>
                    <a:gd name="connsiteX0" fmla="*/ 75971 w 2184006"/>
                    <a:gd name="connsiteY0" fmla="*/ 8038 h 1033475"/>
                    <a:gd name="connsiteX1" fmla="*/ 11669 w 2184006"/>
                    <a:gd name="connsiteY1" fmla="*/ 329537 h 1033475"/>
                    <a:gd name="connsiteX2" fmla="*/ 309067 w 2184006"/>
                    <a:gd name="connsiteY2" fmla="*/ 699263 h 1033475"/>
                    <a:gd name="connsiteX3" fmla="*/ 1136961 w 2184006"/>
                    <a:gd name="connsiteY3" fmla="*/ 1028801 h 1033475"/>
                    <a:gd name="connsiteX4" fmla="*/ 2133648 w 2184006"/>
                    <a:gd name="connsiteY4" fmla="*/ 860014 h 1033475"/>
                    <a:gd name="connsiteX5" fmla="*/ 2002532 w 2184006"/>
                    <a:gd name="connsiteY5" fmla="*/ 411246 h 1033475"/>
                    <a:gd name="connsiteX6" fmla="*/ 1707643 w 2184006"/>
                    <a:gd name="connsiteY6" fmla="*/ 0 h 1033475"/>
                    <a:gd name="connsiteX7" fmla="*/ 75971 w 2184006"/>
                    <a:gd name="connsiteY7" fmla="*/ 8038 h 1033475"/>
                    <a:gd name="connsiteX0" fmla="*/ 75971 w 2186316"/>
                    <a:gd name="connsiteY0" fmla="*/ 8038 h 1033475"/>
                    <a:gd name="connsiteX1" fmla="*/ 11669 w 2186316"/>
                    <a:gd name="connsiteY1" fmla="*/ 329537 h 1033475"/>
                    <a:gd name="connsiteX2" fmla="*/ 309067 w 2186316"/>
                    <a:gd name="connsiteY2" fmla="*/ 699263 h 1033475"/>
                    <a:gd name="connsiteX3" fmla="*/ 1136961 w 2186316"/>
                    <a:gd name="connsiteY3" fmla="*/ 1028801 h 1033475"/>
                    <a:gd name="connsiteX4" fmla="*/ 2133648 w 2186316"/>
                    <a:gd name="connsiteY4" fmla="*/ 860014 h 1033475"/>
                    <a:gd name="connsiteX5" fmla="*/ 2002532 w 2186316"/>
                    <a:gd name="connsiteY5" fmla="*/ 411246 h 1033475"/>
                    <a:gd name="connsiteX6" fmla="*/ 1707643 w 2186316"/>
                    <a:gd name="connsiteY6" fmla="*/ 0 h 1033475"/>
                    <a:gd name="connsiteX7" fmla="*/ 75971 w 2186316"/>
                    <a:gd name="connsiteY7" fmla="*/ 8038 h 10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6316" h="1033475">
                      <a:moveTo>
                        <a:pt x="75971" y="8038"/>
                      </a:moveTo>
                      <a:cubicBezTo>
                        <a:pt x="40471" y="127261"/>
                        <a:pt x="-27180" y="214333"/>
                        <a:pt x="11669" y="329537"/>
                      </a:cubicBezTo>
                      <a:cubicBezTo>
                        <a:pt x="50518" y="444741"/>
                        <a:pt x="121518" y="582719"/>
                        <a:pt x="309067" y="699263"/>
                      </a:cubicBezTo>
                      <a:cubicBezTo>
                        <a:pt x="496616" y="815807"/>
                        <a:pt x="832864" y="1002009"/>
                        <a:pt x="1136961" y="1028801"/>
                      </a:cubicBezTo>
                      <a:cubicBezTo>
                        <a:pt x="1441058" y="1055593"/>
                        <a:pt x="1989386" y="962940"/>
                        <a:pt x="2133648" y="860014"/>
                      </a:cubicBezTo>
                      <a:cubicBezTo>
                        <a:pt x="2277910" y="757088"/>
                        <a:pt x="2089357" y="554582"/>
                        <a:pt x="2002532" y="411246"/>
                      </a:cubicBezTo>
                      <a:cubicBezTo>
                        <a:pt x="1915707" y="267910"/>
                        <a:pt x="1801417" y="66979"/>
                        <a:pt x="1707643" y="0"/>
                      </a:cubicBezTo>
                      <a:lnTo>
                        <a:pt x="75971" y="80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Freeform 59"/>
                <p:cNvSpPr/>
                <p:nvPr/>
              </p:nvSpPr>
              <p:spPr>
                <a:xfrm>
                  <a:off x="4139103" y="3916755"/>
                  <a:ext cx="2785478" cy="1211173"/>
                </a:xfrm>
                <a:custGeom>
                  <a:avLst/>
                  <a:gdLst>
                    <a:gd name="connsiteX0" fmla="*/ 49060 w 2159749"/>
                    <a:gd name="connsiteY0" fmla="*/ 0 h 1025253"/>
                    <a:gd name="connsiteX1" fmla="*/ 16909 w 2159749"/>
                    <a:gd name="connsiteY1" fmla="*/ 353650 h 1025253"/>
                    <a:gd name="connsiteX2" fmla="*/ 282156 w 2159749"/>
                    <a:gd name="connsiteY2" fmla="*/ 691225 h 1025253"/>
                    <a:gd name="connsiteX3" fmla="*/ 1110050 w 2159749"/>
                    <a:gd name="connsiteY3" fmla="*/ 1020763 h 1025253"/>
                    <a:gd name="connsiteX4" fmla="*/ 2106737 w 2159749"/>
                    <a:gd name="connsiteY4" fmla="*/ 851976 h 1025253"/>
                    <a:gd name="connsiteX5" fmla="*/ 1986170 w 2159749"/>
                    <a:gd name="connsiteY5" fmla="*/ 434025 h 1025253"/>
                    <a:gd name="connsiteX6" fmla="*/ 1672695 w 2159749"/>
                    <a:gd name="connsiteY6" fmla="*/ 32150 h 1025253"/>
                    <a:gd name="connsiteX7" fmla="*/ 458988 w 2159749"/>
                    <a:gd name="connsiteY7" fmla="*/ 16075 h 1025253"/>
                    <a:gd name="connsiteX8" fmla="*/ 49060 w 2159749"/>
                    <a:gd name="connsiteY8" fmla="*/ 0 h 1025253"/>
                    <a:gd name="connsiteX0" fmla="*/ 43037 w 2153726"/>
                    <a:gd name="connsiteY0" fmla="*/ 0 h 1025253"/>
                    <a:gd name="connsiteX1" fmla="*/ 18924 w 2153726"/>
                    <a:gd name="connsiteY1" fmla="*/ 409912 h 1025253"/>
                    <a:gd name="connsiteX2" fmla="*/ 276133 w 2153726"/>
                    <a:gd name="connsiteY2" fmla="*/ 691225 h 1025253"/>
                    <a:gd name="connsiteX3" fmla="*/ 1104027 w 2153726"/>
                    <a:gd name="connsiteY3" fmla="*/ 1020763 h 1025253"/>
                    <a:gd name="connsiteX4" fmla="*/ 2100714 w 2153726"/>
                    <a:gd name="connsiteY4" fmla="*/ 851976 h 1025253"/>
                    <a:gd name="connsiteX5" fmla="*/ 1980147 w 2153726"/>
                    <a:gd name="connsiteY5" fmla="*/ 434025 h 1025253"/>
                    <a:gd name="connsiteX6" fmla="*/ 1666672 w 2153726"/>
                    <a:gd name="connsiteY6" fmla="*/ 32150 h 1025253"/>
                    <a:gd name="connsiteX7" fmla="*/ 452965 w 2153726"/>
                    <a:gd name="connsiteY7" fmla="*/ 16075 h 1025253"/>
                    <a:gd name="connsiteX8" fmla="*/ 43037 w 2153726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3215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660"/>
                    <a:gd name="connsiteY0" fmla="*/ 16075 h 1041328"/>
                    <a:gd name="connsiteX1" fmla="*/ 11669 w 2186660"/>
                    <a:gd name="connsiteY1" fmla="*/ 337574 h 1041328"/>
                    <a:gd name="connsiteX2" fmla="*/ 309067 w 2186660"/>
                    <a:gd name="connsiteY2" fmla="*/ 707300 h 1041328"/>
                    <a:gd name="connsiteX3" fmla="*/ 1136961 w 2186660"/>
                    <a:gd name="connsiteY3" fmla="*/ 1036838 h 1041328"/>
                    <a:gd name="connsiteX4" fmla="*/ 2133648 w 2186660"/>
                    <a:gd name="connsiteY4" fmla="*/ 868051 h 1041328"/>
                    <a:gd name="connsiteX5" fmla="*/ 2013081 w 2186660"/>
                    <a:gd name="connsiteY5" fmla="*/ 450100 h 1041328"/>
                    <a:gd name="connsiteX6" fmla="*/ 1699606 w 2186660"/>
                    <a:gd name="connsiteY6" fmla="*/ 16075 h 1041328"/>
                    <a:gd name="connsiteX7" fmla="*/ 485899 w 2186660"/>
                    <a:gd name="connsiteY7" fmla="*/ 0 h 1041328"/>
                    <a:gd name="connsiteX8" fmla="*/ 75971 w 2186660"/>
                    <a:gd name="connsiteY8" fmla="*/ 16075 h 1041328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0 h 1025253"/>
                    <a:gd name="connsiteX7" fmla="*/ 75971 w 2186660"/>
                    <a:gd name="connsiteY7" fmla="*/ 0 h 1025253"/>
                    <a:gd name="connsiteX0" fmla="*/ 75971 w 2193673"/>
                    <a:gd name="connsiteY0" fmla="*/ 0 h 1025253"/>
                    <a:gd name="connsiteX1" fmla="*/ 11669 w 2193673"/>
                    <a:gd name="connsiteY1" fmla="*/ 321499 h 1025253"/>
                    <a:gd name="connsiteX2" fmla="*/ 309067 w 2193673"/>
                    <a:gd name="connsiteY2" fmla="*/ 691225 h 1025253"/>
                    <a:gd name="connsiteX3" fmla="*/ 1136961 w 2193673"/>
                    <a:gd name="connsiteY3" fmla="*/ 1020763 h 1025253"/>
                    <a:gd name="connsiteX4" fmla="*/ 2133648 w 2193673"/>
                    <a:gd name="connsiteY4" fmla="*/ 851976 h 1025253"/>
                    <a:gd name="connsiteX5" fmla="*/ 2013081 w 2193673"/>
                    <a:gd name="connsiteY5" fmla="*/ 434025 h 1025253"/>
                    <a:gd name="connsiteX6" fmla="*/ 1699606 w 2193673"/>
                    <a:gd name="connsiteY6" fmla="*/ 0 h 1025253"/>
                    <a:gd name="connsiteX7" fmla="*/ 75971 w 2193673"/>
                    <a:gd name="connsiteY7" fmla="*/ 0 h 10252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93673" h="1025253">
                      <a:moveTo>
                        <a:pt x="75971" y="0"/>
                      </a:moveTo>
                      <a:cubicBezTo>
                        <a:pt x="40471" y="119223"/>
                        <a:pt x="-27180" y="206295"/>
                        <a:pt x="11669" y="321499"/>
                      </a:cubicBezTo>
                      <a:cubicBezTo>
                        <a:pt x="50518" y="436703"/>
                        <a:pt x="121518" y="574681"/>
                        <a:pt x="309067" y="691225"/>
                      </a:cubicBezTo>
                      <a:cubicBezTo>
                        <a:pt x="496616" y="807769"/>
                        <a:pt x="832864" y="993971"/>
                        <a:pt x="1136961" y="1020763"/>
                      </a:cubicBezTo>
                      <a:cubicBezTo>
                        <a:pt x="1441058" y="1047555"/>
                        <a:pt x="1987628" y="949766"/>
                        <a:pt x="2133648" y="851976"/>
                      </a:cubicBezTo>
                      <a:cubicBezTo>
                        <a:pt x="2279668" y="754186"/>
                        <a:pt x="2127619" y="617111"/>
                        <a:pt x="2013081" y="434025"/>
                      </a:cubicBezTo>
                      <a:cubicBezTo>
                        <a:pt x="1898543" y="250939"/>
                        <a:pt x="1793380" y="66979"/>
                        <a:pt x="1699606" y="0"/>
                      </a:cubicBezTo>
                      <a:lnTo>
                        <a:pt x="75971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Oval 6"/>
              <p:cNvSpPr/>
              <p:nvPr/>
            </p:nvSpPr>
            <p:spPr>
              <a:xfrm>
                <a:off x="1600045" y="6216658"/>
                <a:ext cx="776173" cy="453604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Freeform 8"/>
            <p:cNvSpPr/>
            <p:nvPr/>
          </p:nvSpPr>
          <p:spPr>
            <a:xfrm>
              <a:off x="779519" y="1557595"/>
              <a:ext cx="7789598" cy="3569344"/>
            </a:xfrm>
            <a:custGeom>
              <a:avLst/>
              <a:gdLst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413570 w 7389266"/>
                <a:gd name="connsiteY3" fmla="*/ 1347399 h 3588159"/>
                <a:gd name="connsiteX4" fmla="*/ 1887800 w 7389266"/>
                <a:gd name="connsiteY4" fmla="*/ 1218799 h 3588159"/>
                <a:gd name="connsiteX5" fmla="*/ 2169123 w 7389266"/>
                <a:gd name="connsiteY5" fmla="*/ 84103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678327 w 7389266"/>
                <a:gd name="connsiteY13" fmla="*/ 230186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24898 w 7389266"/>
                <a:gd name="connsiteY16" fmla="*/ 75262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678327 w 7389266"/>
                <a:gd name="connsiteY12" fmla="*/ 230186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24898 w 7389266"/>
                <a:gd name="connsiteY15" fmla="*/ 75262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678327 w 7389266"/>
                <a:gd name="connsiteY12" fmla="*/ 230186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97238 w 7389266"/>
                <a:gd name="connsiteY15" fmla="*/ 1001786 h 3588159"/>
                <a:gd name="connsiteX16" fmla="*/ 7385654 w 7389266"/>
                <a:gd name="connsiteY16" fmla="*/ 1411699 h 3588159"/>
                <a:gd name="connsiteX17" fmla="*/ 7369578 w 7389266"/>
                <a:gd name="connsiteY17" fmla="*/ 2110962 h 3588159"/>
                <a:gd name="connsiteX18" fmla="*/ 7345465 w 7389266"/>
                <a:gd name="connsiteY18" fmla="*/ 2609287 h 3588159"/>
                <a:gd name="connsiteX19" fmla="*/ 7216860 w 7389266"/>
                <a:gd name="connsiteY19" fmla="*/ 3091537 h 3588159"/>
                <a:gd name="connsiteX20" fmla="*/ 6895348 w 7389266"/>
                <a:gd name="connsiteY20" fmla="*/ 3228175 h 3588159"/>
                <a:gd name="connsiteX21" fmla="*/ 6678327 w 7389266"/>
                <a:gd name="connsiteY21" fmla="*/ 3364812 h 3588159"/>
                <a:gd name="connsiteX22" fmla="*/ 6340740 w 7389266"/>
                <a:gd name="connsiteY22" fmla="*/ 3284437 h 3588159"/>
                <a:gd name="connsiteX23" fmla="*/ 6043341 w 7389266"/>
                <a:gd name="connsiteY23" fmla="*/ 3308550 h 3588159"/>
                <a:gd name="connsiteX24" fmla="*/ 5464620 w 7389266"/>
                <a:gd name="connsiteY24" fmla="*/ 3541637 h 3588159"/>
                <a:gd name="connsiteX25" fmla="*/ 5239561 w 7389266"/>
                <a:gd name="connsiteY25" fmla="*/ 3573787 h 3588159"/>
                <a:gd name="connsiteX26" fmla="*/ 4725142 w 7389266"/>
                <a:gd name="connsiteY26" fmla="*/ 3573787 h 3588159"/>
                <a:gd name="connsiteX27" fmla="*/ 3511435 w 7389266"/>
                <a:gd name="connsiteY27" fmla="*/ 3396962 h 3588159"/>
                <a:gd name="connsiteX28" fmla="*/ 2852335 w 7389266"/>
                <a:gd name="connsiteY28" fmla="*/ 3163875 h 3588159"/>
                <a:gd name="connsiteX29" fmla="*/ 2434370 w 7389266"/>
                <a:gd name="connsiteY29" fmla="*/ 2930787 h 3588159"/>
                <a:gd name="connsiteX30" fmla="*/ 2281652 w 7389266"/>
                <a:gd name="connsiteY30" fmla="*/ 2737887 h 3588159"/>
                <a:gd name="connsiteX31" fmla="*/ 2008367 w 7389266"/>
                <a:gd name="connsiteY31" fmla="*/ 2496762 h 3588159"/>
                <a:gd name="connsiteX32" fmla="*/ 1791346 w 7389266"/>
                <a:gd name="connsiteY32" fmla="*/ 2207412 h 3588159"/>
                <a:gd name="connsiteX33" fmla="*/ 1413570 w 7389266"/>
                <a:gd name="connsiteY33" fmla="*/ 2070774 h 3588159"/>
                <a:gd name="connsiteX34" fmla="*/ 770546 w 7389266"/>
                <a:gd name="connsiteY34" fmla="*/ 2062737 h 3588159"/>
                <a:gd name="connsiteX35" fmla="*/ 352580 w 7389266"/>
                <a:gd name="connsiteY35" fmla="*/ 1990399 h 3588159"/>
                <a:gd name="connsiteX36" fmla="*/ 127522 w 7389266"/>
                <a:gd name="connsiteY36" fmla="*/ 1877874 h 3588159"/>
                <a:gd name="connsiteX37" fmla="*/ 63220 w 7389266"/>
                <a:gd name="connsiteY37" fmla="*/ 1789462 h 3588159"/>
                <a:gd name="connsiteX38" fmla="*/ 14993 w 7389266"/>
                <a:gd name="connsiteY38" fmla="*/ 1676936 h 3588159"/>
                <a:gd name="connsiteX39" fmla="*/ 344542 w 7389266"/>
                <a:gd name="connsiteY39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831045 w 7389266"/>
                <a:gd name="connsiteY12" fmla="*/ 286449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97238 w 7389266"/>
                <a:gd name="connsiteY15" fmla="*/ 1001786 h 3588159"/>
                <a:gd name="connsiteX16" fmla="*/ 7385654 w 7389266"/>
                <a:gd name="connsiteY16" fmla="*/ 1411699 h 3588159"/>
                <a:gd name="connsiteX17" fmla="*/ 7369578 w 7389266"/>
                <a:gd name="connsiteY17" fmla="*/ 2110962 h 3588159"/>
                <a:gd name="connsiteX18" fmla="*/ 7345465 w 7389266"/>
                <a:gd name="connsiteY18" fmla="*/ 2609287 h 3588159"/>
                <a:gd name="connsiteX19" fmla="*/ 7216860 w 7389266"/>
                <a:gd name="connsiteY19" fmla="*/ 3091537 h 3588159"/>
                <a:gd name="connsiteX20" fmla="*/ 6895348 w 7389266"/>
                <a:gd name="connsiteY20" fmla="*/ 3228175 h 3588159"/>
                <a:gd name="connsiteX21" fmla="*/ 6678327 w 7389266"/>
                <a:gd name="connsiteY21" fmla="*/ 3364812 h 3588159"/>
                <a:gd name="connsiteX22" fmla="*/ 6340740 w 7389266"/>
                <a:gd name="connsiteY22" fmla="*/ 3284437 h 3588159"/>
                <a:gd name="connsiteX23" fmla="*/ 6043341 w 7389266"/>
                <a:gd name="connsiteY23" fmla="*/ 3308550 h 3588159"/>
                <a:gd name="connsiteX24" fmla="*/ 5464620 w 7389266"/>
                <a:gd name="connsiteY24" fmla="*/ 3541637 h 3588159"/>
                <a:gd name="connsiteX25" fmla="*/ 5239561 w 7389266"/>
                <a:gd name="connsiteY25" fmla="*/ 3573787 h 3588159"/>
                <a:gd name="connsiteX26" fmla="*/ 4725142 w 7389266"/>
                <a:gd name="connsiteY26" fmla="*/ 3573787 h 3588159"/>
                <a:gd name="connsiteX27" fmla="*/ 3511435 w 7389266"/>
                <a:gd name="connsiteY27" fmla="*/ 3396962 h 3588159"/>
                <a:gd name="connsiteX28" fmla="*/ 2852335 w 7389266"/>
                <a:gd name="connsiteY28" fmla="*/ 3163875 h 3588159"/>
                <a:gd name="connsiteX29" fmla="*/ 2434370 w 7389266"/>
                <a:gd name="connsiteY29" fmla="*/ 2930787 h 3588159"/>
                <a:gd name="connsiteX30" fmla="*/ 2281652 w 7389266"/>
                <a:gd name="connsiteY30" fmla="*/ 2737887 h 3588159"/>
                <a:gd name="connsiteX31" fmla="*/ 2008367 w 7389266"/>
                <a:gd name="connsiteY31" fmla="*/ 2496762 h 3588159"/>
                <a:gd name="connsiteX32" fmla="*/ 1791346 w 7389266"/>
                <a:gd name="connsiteY32" fmla="*/ 2207412 h 3588159"/>
                <a:gd name="connsiteX33" fmla="*/ 1413570 w 7389266"/>
                <a:gd name="connsiteY33" fmla="*/ 2070774 h 3588159"/>
                <a:gd name="connsiteX34" fmla="*/ 770546 w 7389266"/>
                <a:gd name="connsiteY34" fmla="*/ 2062737 h 3588159"/>
                <a:gd name="connsiteX35" fmla="*/ 352580 w 7389266"/>
                <a:gd name="connsiteY35" fmla="*/ 1990399 h 3588159"/>
                <a:gd name="connsiteX36" fmla="*/ 127522 w 7389266"/>
                <a:gd name="connsiteY36" fmla="*/ 1877874 h 3588159"/>
                <a:gd name="connsiteX37" fmla="*/ 63220 w 7389266"/>
                <a:gd name="connsiteY37" fmla="*/ 1789462 h 3588159"/>
                <a:gd name="connsiteX38" fmla="*/ 14993 w 7389266"/>
                <a:gd name="connsiteY38" fmla="*/ 1676936 h 3588159"/>
                <a:gd name="connsiteX39" fmla="*/ 344542 w 7389266"/>
                <a:gd name="connsiteY39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139412 w 7389266"/>
                <a:gd name="connsiteY7" fmla="*/ 943676 h 3588159"/>
                <a:gd name="connsiteX8" fmla="*/ 2940751 w 7389266"/>
                <a:gd name="connsiteY8" fmla="*/ 374861 h 3588159"/>
                <a:gd name="connsiteX9" fmla="*/ 4033892 w 7389266"/>
                <a:gd name="connsiteY9" fmla="*/ 69436 h 3588159"/>
                <a:gd name="connsiteX10" fmla="*/ 4910012 w 7389266"/>
                <a:gd name="connsiteY10" fmla="*/ 37286 h 3588159"/>
                <a:gd name="connsiteX11" fmla="*/ 5416393 w 7389266"/>
                <a:gd name="connsiteY11" fmla="*/ 13173 h 3588159"/>
                <a:gd name="connsiteX12" fmla="*/ 5561073 w 7389266"/>
                <a:gd name="connsiteY12" fmla="*/ 29248 h 3588159"/>
                <a:gd name="connsiteX13" fmla="*/ 6091568 w 7389266"/>
                <a:gd name="connsiteY13" fmla="*/ 334673 h 3588159"/>
                <a:gd name="connsiteX14" fmla="*/ 6614025 w 7389266"/>
                <a:gd name="connsiteY14" fmla="*/ 302523 h 3588159"/>
                <a:gd name="connsiteX15" fmla="*/ 6831045 w 7389266"/>
                <a:gd name="connsiteY15" fmla="*/ 286449 h 3588159"/>
                <a:gd name="connsiteX16" fmla="*/ 7007877 w 7389266"/>
                <a:gd name="connsiteY16" fmla="*/ 495423 h 3588159"/>
                <a:gd name="connsiteX17" fmla="*/ 7305276 w 7389266"/>
                <a:gd name="connsiteY17" fmla="*/ 656174 h 3588159"/>
                <a:gd name="connsiteX18" fmla="*/ 7297238 w 7389266"/>
                <a:gd name="connsiteY18" fmla="*/ 1001786 h 3588159"/>
                <a:gd name="connsiteX19" fmla="*/ 7385654 w 7389266"/>
                <a:gd name="connsiteY19" fmla="*/ 1411699 h 3588159"/>
                <a:gd name="connsiteX20" fmla="*/ 7369578 w 7389266"/>
                <a:gd name="connsiteY20" fmla="*/ 2110962 h 3588159"/>
                <a:gd name="connsiteX21" fmla="*/ 7345465 w 7389266"/>
                <a:gd name="connsiteY21" fmla="*/ 2609287 h 3588159"/>
                <a:gd name="connsiteX22" fmla="*/ 7216860 w 7389266"/>
                <a:gd name="connsiteY22" fmla="*/ 3091537 h 3588159"/>
                <a:gd name="connsiteX23" fmla="*/ 6895348 w 7389266"/>
                <a:gd name="connsiteY23" fmla="*/ 3228175 h 3588159"/>
                <a:gd name="connsiteX24" fmla="*/ 6678327 w 7389266"/>
                <a:gd name="connsiteY24" fmla="*/ 3364812 h 3588159"/>
                <a:gd name="connsiteX25" fmla="*/ 6340740 w 7389266"/>
                <a:gd name="connsiteY25" fmla="*/ 3284437 h 3588159"/>
                <a:gd name="connsiteX26" fmla="*/ 6043341 w 7389266"/>
                <a:gd name="connsiteY26" fmla="*/ 3308550 h 3588159"/>
                <a:gd name="connsiteX27" fmla="*/ 5464620 w 7389266"/>
                <a:gd name="connsiteY27" fmla="*/ 3541637 h 3588159"/>
                <a:gd name="connsiteX28" fmla="*/ 5239561 w 7389266"/>
                <a:gd name="connsiteY28" fmla="*/ 3573787 h 3588159"/>
                <a:gd name="connsiteX29" fmla="*/ 4725142 w 7389266"/>
                <a:gd name="connsiteY29" fmla="*/ 3573787 h 3588159"/>
                <a:gd name="connsiteX30" fmla="*/ 3511435 w 7389266"/>
                <a:gd name="connsiteY30" fmla="*/ 3396962 h 3588159"/>
                <a:gd name="connsiteX31" fmla="*/ 2852335 w 7389266"/>
                <a:gd name="connsiteY31" fmla="*/ 3163875 h 3588159"/>
                <a:gd name="connsiteX32" fmla="*/ 2434370 w 7389266"/>
                <a:gd name="connsiteY32" fmla="*/ 2930787 h 3588159"/>
                <a:gd name="connsiteX33" fmla="*/ 2281652 w 7389266"/>
                <a:gd name="connsiteY33" fmla="*/ 2737887 h 3588159"/>
                <a:gd name="connsiteX34" fmla="*/ 2008367 w 7389266"/>
                <a:gd name="connsiteY34" fmla="*/ 2496762 h 3588159"/>
                <a:gd name="connsiteX35" fmla="*/ 1791346 w 7389266"/>
                <a:gd name="connsiteY35" fmla="*/ 2207412 h 3588159"/>
                <a:gd name="connsiteX36" fmla="*/ 1413570 w 7389266"/>
                <a:gd name="connsiteY36" fmla="*/ 2070774 h 3588159"/>
                <a:gd name="connsiteX37" fmla="*/ 770546 w 7389266"/>
                <a:gd name="connsiteY37" fmla="*/ 2062737 h 3588159"/>
                <a:gd name="connsiteX38" fmla="*/ 352580 w 7389266"/>
                <a:gd name="connsiteY38" fmla="*/ 1990399 h 3588159"/>
                <a:gd name="connsiteX39" fmla="*/ 127522 w 7389266"/>
                <a:gd name="connsiteY39" fmla="*/ 1877874 h 3588159"/>
                <a:gd name="connsiteX40" fmla="*/ 63220 w 7389266"/>
                <a:gd name="connsiteY40" fmla="*/ 1789462 h 3588159"/>
                <a:gd name="connsiteX41" fmla="*/ 14993 w 7389266"/>
                <a:gd name="connsiteY41" fmla="*/ 1676936 h 3588159"/>
                <a:gd name="connsiteX42" fmla="*/ 344542 w 7389266"/>
                <a:gd name="connsiteY42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09442 w 7389266"/>
                <a:gd name="connsiteY5" fmla="*/ 902131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767 w 7389266"/>
                <a:gd name="connsiteY5" fmla="*/ 86085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169767 w 7389266"/>
                <a:gd name="connsiteY5" fmla="*/ 86085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088612 w 7389266"/>
                <a:gd name="connsiteY5" fmla="*/ 924626 h 3588159"/>
                <a:gd name="connsiteX6" fmla="*/ 2169767 w 7389266"/>
                <a:gd name="connsiteY6" fmla="*/ 86085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266412 w 7389266"/>
                <a:gd name="connsiteY5" fmla="*/ 940501 h 3588159"/>
                <a:gd name="connsiteX6" fmla="*/ 2169767 w 7389266"/>
                <a:gd name="connsiteY6" fmla="*/ 86085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266412 w 7389266"/>
                <a:gd name="connsiteY5" fmla="*/ 940501 h 3588159"/>
                <a:gd name="connsiteX6" fmla="*/ 2233267 w 7389266"/>
                <a:gd name="connsiteY6" fmla="*/ 80370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51987 h 3588159"/>
                <a:gd name="connsiteX5" fmla="*/ 2266412 w 7389266"/>
                <a:gd name="connsiteY5" fmla="*/ 940501 h 3588159"/>
                <a:gd name="connsiteX6" fmla="*/ 2233267 w 7389266"/>
                <a:gd name="connsiteY6" fmla="*/ 80370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74302"/>
                <a:gd name="connsiteX1" fmla="*/ 529412 w 7389266"/>
                <a:gd name="connsiteY1" fmla="*/ 1347399 h 3574302"/>
                <a:gd name="connsiteX2" fmla="*/ 1011680 w 7389266"/>
                <a:gd name="connsiteY2" fmla="*/ 1379549 h 3574302"/>
                <a:gd name="connsiteX3" fmla="*/ 1887800 w 7389266"/>
                <a:gd name="connsiteY3" fmla="*/ 1218799 h 3574302"/>
                <a:gd name="connsiteX4" fmla="*/ 2036740 w 7389266"/>
                <a:gd name="connsiteY4" fmla="*/ 1051987 h 3574302"/>
                <a:gd name="connsiteX5" fmla="*/ 2266412 w 7389266"/>
                <a:gd name="connsiteY5" fmla="*/ 940501 h 3574302"/>
                <a:gd name="connsiteX6" fmla="*/ 2233267 w 7389266"/>
                <a:gd name="connsiteY6" fmla="*/ 803706 h 3574302"/>
                <a:gd name="connsiteX7" fmla="*/ 2940751 w 7389266"/>
                <a:gd name="connsiteY7" fmla="*/ 374861 h 3574302"/>
                <a:gd name="connsiteX8" fmla="*/ 4033892 w 7389266"/>
                <a:gd name="connsiteY8" fmla="*/ 69436 h 3574302"/>
                <a:gd name="connsiteX9" fmla="*/ 4910012 w 7389266"/>
                <a:gd name="connsiteY9" fmla="*/ 37286 h 3574302"/>
                <a:gd name="connsiteX10" fmla="*/ 5416393 w 7389266"/>
                <a:gd name="connsiteY10" fmla="*/ 13173 h 3574302"/>
                <a:gd name="connsiteX11" fmla="*/ 5561073 w 7389266"/>
                <a:gd name="connsiteY11" fmla="*/ 29248 h 3574302"/>
                <a:gd name="connsiteX12" fmla="*/ 6091568 w 7389266"/>
                <a:gd name="connsiteY12" fmla="*/ 334673 h 3574302"/>
                <a:gd name="connsiteX13" fmla="*/ 6614025 w 7389266"/>
                <a:gd name="connsiteY13" fmla="*/ 302523 h 3574302"/>
                <a:gd name="connsiteX14" fmla="*/ 6831045 w 7389266"/>
                <a:gd name="connsiteY14" fmla="*/ 286449 h 3574302"/>
                <a:gd name="connsiteX15" fmla="*/ 7007877 w 7389266"/>
                <a:gd name="connsiteY15" fmla="*/ 495423 h 3574302"/>
                <a:gd name="connsiteX16" fmla="*/ 7305276 w 7389266"/>
                <a:gd name="connsiteY16" fmla="*/ 656174 h 3574302"/>
                <a:gd name="connsiteX17" fmla="*/ 7297238 w 7389266"/>
                <a:gd name="connsiteY17" fmla="*/ 1001786 h 3574302"/>
                <a:gd name="connsiteX18" fmla="*/ 7385654 w 7389266"/>
                <a:gd name="connsiteY18" fmla="*/ 1411699 h 3574302"/>
                <a:gd name="connsiteX19" fmla="*/ 7369578 w 7389266"/>
                <a:gd name="connsiteY19" fmla="*/ 2110962 h 3574302"/>
                <a:gd name="connsiteX20" fmla="*/ 7345465 w 7389266"/>
                <a:gd name="connsiteY20" fmla="*/ 2609287 h 3574302"/>
                <a:gd name="connsiteX21" fmla="*/ 7216860 w 7389266"/>
                <a:gd name="connsiteY21" fmla="*/ 3091537 h 3574302"/>
                <a:gd name="connsiteX22" fmla="*/ 6895348 w 7389266"/>
                <a:gd name="connsiteY22" fmla="*/ 3228175 h 3574302"/>
                <a:gd name="connsiteX23" fmla="*/ 6678327 w 7389266"/>
                <a:gd name="connsiteY23" fmla="*/ 3364812 h 3574302"/>
                <a:gd name="connsiteX24" fmla="*/ 6340740 w 7389266"/>
                <a:gd name="connsiteY24" fmla="*/ 3284437 h 3574302"/>
                <a:gd name="connsiteX25" fmla="*/ 6043341 w 7389266"/>
                <a:gd name="connsiteY25" fmla="*/ 3308550 h 3574302"/>
                <a:gd name="connsiteX26" fmla="*/ 5464620 w 7389266"/>
                <a:gd name="connsiteY26" fmla="*/ 3541637 h 3574302"/>
                <a:gd name="connsiteX27" fmla="*/ 5399565 w 7389266"/>
                <a:gd name="connsiteY27" fmla="*/ 3453778 h 3574302"/>
                <a:gd name="connsiteX28" fmla="*/ 4725142 w 7389266"/>
                <a:gd name="connsiteY28" fmla="*/ 3573787 h 3574302"/>
                <a:gd name="connsiteX29" fmla="*/ 3511435 w 7389266"/>
                <a:gd name="connsiteY29" fmla="*/ 3396962 h 3574302"/>
                <a:gd name="connsiteX30" fmla="*/ 2852335 w 7389266"/>
                <a:gd name="connsiteY30" fmla="*/ 3163875 h 3574302"/>
                <a:gd name="connsiteX31" fmla="*/ 2434370 w 7389266"/>
                <a:gd name="connsiteY31" fmla="*/ 2930787 h 3574302"/>
                <a:gd name="connsiteX32" fmla="*/ 2281652 w 7389266"/>
                <a:gd name="connsiteY32" fmla="*/ 2737887 h 3574302"/>
                <a:gd name="connsiteX33" fmla="*/ 2008367 w 7389266"/>
                <a:gd name="connsiteY33" fmla="*/ 2496762 h 3574302"/>
                <a:gd name="connsiteX34" fmla="*/ 1791346 w 7389266"/>
                <a:gd name="connsiteY34" fmla="*/ 2207412 h 3574302"/>
                <a:gd name="connsiteX35" fmla="*/ 1413570 w 7389266"/>
                <a:gd name="connsiteY35" fmla="*/ 2070774 h 3574302"/>
                <a:gd name="connsiteX36" fmla="*/ 770546 w 7389266"/>
                <a:gd name="connsiteY36" fmla="*/ 2062737 h 3574302"/>
                <a:gd name="connsiteX37" fmla="*/ 352580 w 7389266"/>
                <a:gd name="connsiteY37" fmla="*/ 1990399 h 3574302"/>
                <a:gd name="connsiteX38" fmla="*/ 127522 w 7389266"/>
                <a:gd name="connsiteY38" fmla="*/ 1877874 h 3574302"/>
                <a:gd name="connsiteX39" fmla="*/ 63220 w 7389266"/>
                <a:gd name="connsiteY39" fmla="*/ 1789462 h 3574302"/>
                <a:gd name="connsiteX40" fmla="*/ 14993 w 7389266"/>
                <a:gd name="connsiteY40" fmla="*/ 1676936 h 3574302"/>
                <a:gd name="connsiteX41" fmla="*/ 344542 w 7389266"/>
                <a:gd name="connsiteY41" fmla="*/ 1435811 h 3574302"/>
                <a:gd name="connsiteX0" fmla="*/ 256127 w 7389266"/>
                <a:gd name="connsiteY0" fmla="*/ 1500111 h 3574595"/>
                <a:gd name="connsiteX1" fmla="*/ 529412 w 7389266"/>
                <a:gd name="connsiteY1" fmla="*/ 1347399 h 3574595"/>
                <a:gd name="connsiteX2" fmla="*/ 1011680 w 7389266"/>
                <a:gd name="connsiteY2" fmla="*/ 1379549 h 3574595"/>
                <a:gd name="connsiteX3" fmla="*/ 1887800 w 7389266"/>
                <a:gd name="connsiteY3" fmla="*/ 1218799 h 3574595"/>
                <a:gd name="connsiteX4" fmla="*/ 2036740 w 7389266"/>
                <a:gd name="connsiteY4" fmla="*/ 1051987 h 3574595"/>
                <a:gd name="connsiteX5" fmla="*/ 2266412 w 7389266"/>
                <a:gd name="connsiteY5" fmla="*/ 940501 h 3574595"/>
                <a:gd name="connsiteX6" fmla="*/ 2233267 w 7389266"/>
                <a:gd name="connsiteY6" fmla="*/ 803706 h 3574595"/>
                <a:gd name="connsiteX7" fmla="*/ 2940751 w 7389266"/>
                <a:gd name="connsiteY7" fmla="*/ 374861 h 3574595"/>
                <a:gd name="connsiteX8" fmla="*/ 4033892 w 7389266"/>
                <a:gd name="connsiteY8" fmla="*/ 69436 h 3574595"/>
                <a:gd name="connsiteX9" fmla="*/ 4910012 w 7389266"/>
                <a:gd name="connsiteY9" fmla="*/ 37286 h 3574595"/>
                <a:gd name="connsiteX10" fmla="*/ 5416393 w 7389266"/>
                <a:gd name="connsiteY10" fmla="*/ 13173 h 3574595"/>
                <a:gd name="connsiteX11" fmla="*/ 5561073 w 7389266"/>
                <a:gd name="connsiteY11" fmla="*/ 29248 h 3574595"/>
                <a:gd name="connsiteX12" fmla="*/ 6091568 w 7389266"/>
                <a:gd name="connsiteY12" fmla="*/ 334673 h 3574595"/>
                <a:gd name="connsiteX13" fmla="*/ 6614025 w 7389266"/>
                <a:gd name="connsiteY13" fmla="*/ 302523 h 3574595"/>
                <a:gd name="connsiteX14" fmla="*/ 6831045 w 7389266"/>
                <a:gd name="connsiteY14" fmla="*/ 286449 h 3574595"/>
                <a:gd name="connsiteX15" fmla="*/ 7007877 w 7389266"/>
                <a:gd name="connsiteY15" fmla="*/ 495423 h 3574595"/>
                <a:gd name="connsiteX16" fmla="*/ 7305276 w 7389266"/>
                <a:gd name="connsiteY16" fmla="*/ 656174 h 3574595"/>
                <a:gd name="connsiteX17" fmla="*/ 7297238 w 7389266"/>
                <a:gd name="connsiteY17" fmla="*/ 1001786 h 3574595"/>
                <a:gd name="connsiteX18" fmla="*/ 7385654 w 7389266"/>
                <a:gd name="connsiteY18" fmla="*/ 1411699 h 3574595"/>
                <a:gd name="connsiteX19" fmla="*/ 7369578 w 7389266"/>
                <a:gd name="connsiteY19" fmla="*/ 2110962 h 3574595"/>
                <a:gd name="connsiteX20" fmla="*/ 7345465 w 7389266"/>
                <a:gd name="connsiteY20" fmla="*/ 2609287 h 3574595"/>
                <a:gd name="connsiteX21" fmla="*/ 7216860 w 7389266"/>
                <a:gd name="connsiteY21" fmla="*/ 3091537 h 3574595"/>
                <a:gd name="connsiteX22" fmla="*/ 6895348 w 7389266"/>
                <a:gd name="connsiteY22" fmla="*/ 3228175 h 3574595"/>
                <a:gd name="connsiteX23" fmla="*/ 6678327 w 7389266"/>
                <a:gd name="connsiteY23" fmla="*/ 3364812 h 3574595"/>
                <a:gd name="connsiteX24" fmla="*/ 6340740 w 7389266"/>
                <a:gd name="connsiteY24" fmla="*/ 3284437 h 3574595"/>
                <a:gd name="connsiteX25" fmla="*/ 6043341 w 7389266"/>
                <a:gd name="connsiteY25" fmla="*/ 3308550 h 3574595"/>
                <a:gd name="connsiteX26" fmla="*/ 5734628 w 7389266"/>
                <a:gd name="connsiteY26" fmla="*/ 3251616 h 3574595"/>
                <a:gd name="connsiteX27" fmla="*/ 5399565 w 7389266"/>
                <a:gd name="connsiteY27" fmla="*/ 3453778 h 3574595"/>
                <a:gd name="connsiteX28" fmla="*/ 4725142 w 7389266"/>
                <a:gd name="connsiteY28" fmla="*/ 3573787 h 3574595"/>
                <a:gd name="connsiteX29" fmla="*/ 3511435 w 7389266"/>
                <a:gd name="connsiteY29" fmla="*/ 3396962 h 3574595"/>
                <a:gd name="connsiteX30" fmla="*/ 2852335 w 7389266"/>
                <a:gd name="connsiteY30" fmla="*/ 3163875 h 3574595"/>
                <a:gd name="connsiteX31" fmla="*/ 2434370 w 7389266"/>
                <a:gd name="connsiteY31" fmla="*/ 2930787 h 3574595"/>
                <a:gd name="connsiteX32" fmla="*/ 2281652 w 7389266"/>
                <a:gd name="connsiteY32" fmla="*/ 2737887 h 3574595"/>
                <a:gd name="connsiteX33" fmla="*/ 2008367 w 7389266"/>
                <a:gd name="connsiteY33" fmla="*/ 2496762 h 3574595"/>
                <a:gd name="connsiteX34" fmla="*/ 1791346 w 7389266"/>
                <a:gd name="connsiteY34" fmla="*/ 2207412 h 3574595"/>
                <a:gd name="connsiteX35" fmla="*/ 1413570 w 7389266"/>
                <a:gd name="connsiteY35" fmla="*/ 2070774 h 3574595"/>
                <a:gd name="connsiteX36" fmla="*/ 770546 w 7389266"/>
                <a:gd name="connsiteY36" fmla="*/ 2062737 h 3574595"/>
                <a:gd name="connsiteX37" fmla="*/ 352580 w 7389266"/>
                <a:gd name="connsiteY37" fmla="*/ 1990399 h 3574595"/>
                <a:gd name="connsiteX38" fmla="*/ 127522 w 7389266"/>
                <a:gd name="connsiteY38" fmla="*/ 1877874 h 3574595"/>
                <a:gd name="connsiteX39" fmla="*/ 63220 w 7389266"/>
                <a:gd name="connsiteY39" fmla="*/ 1789462 h 3574595"/>
                <a:gd name="connsiteX40" fmla="*/ 14993 w 7389266"/>
                <a:gd name="connsiteY40" fmla="*/ 1676936 h 3574595"/>
                <a:gd name="connsiteX41" fmla="*/ 344542 w 7389266"/>
                <a:gd name="connsiteY41" fmla="*/ 1435811 h 3574595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091568 w 7389266"/>
                <a:gd name="connsiteY12" fmla="*/ 329605 h 3569527"/>
                <a:gd name="connsiteX13" fmla="*/ 6614025 w 7389266"/>
                <a:gd name="connsiteY13" fmla="*/ 297455 h 3569527"/>
                <a:gd name="connsiteX14" fmla="*/ 6831045 w 7389266"/>
                <a:gd name="connsiteY14" fmla="*/ 281381 h 3569527"/>
                <a:gd name="connsiteX15" fmla="*/ 7007877 w 7389266"/>
                <a:gd name="connsiteY15" fmla="*/ 490355 h 3569527"/>
                <a:gd name="connsiteX16" fmla="*/ 7305276 w 7389266"/>
                <a:gd name="connsiteY16" fmla="*/ 651106 h 3569527"/>
                <a:gd name="connsiteX17" fmla="*/ 7297238 w 7389266"/>
                <a:gd name="connsiteY17" fmla="*/ 996718 h 3569527"/>
                <a:gd name="connsiteX18" fmla="*/ 7385654 w 7389266"/>
                <a:gd name="connsiteY18" fmla="*/ 1406631 h 3569527"/>
                <a:gd name="connsiteX19" fmla="*/ 7369578 w 7389266"/>
                <a:gd name="connsiteY19" fmla="*/ 2105894 h 3569527"/>
                <a:gd name="connsiteX20" fmla="*/ 7345465 w 7389266"/>
                <a:gd name="connsiteY20" fmla="*/ 2604219 h 3569527"/>
                <a:gd name="connsiteX21" fmla="*/ 7216860 w 7389266"/>
                <a:gd name="connsiteY21" fmla="*/ 3086469 h 3569527"/>
                <a:gd name="connsiteX22" fmla="*/ 6895348 w 7389266"/>
                <a:gd name="connsiteY22" fmla="*/ 3223107 h 3569527"/>
                <a:gd name="connsiteX23" fmla="*/ 6678327 w 7389266"/>
                <a:gd name="connsiteY23" fmla="*/ 3359744 h 3569527"/>
                <a:gd name="connsiteX24" fmla="*/ 6340740 w 7389266"/>
                <a:gd name="connsiteY24" fmla="*/ 3279369 h 3569527"/>
                <a:gd name="connsiteX25" fmla="*/ 6043341 w 7389266"/>
                <a:gd name="connsiteY25" fmla="*/ 3303482 h 3569527"/>
                <a:gd name="connsiteX26" fmla="*/ 5734628 w 7389266"/>
                <a:gd name="connsiteY26" fmla="*/ 3246548 h 3569527"/>
                <a:gd name="connsiteX27" fmla="*/ 5399565 w 7389266"/>
                <a:gd name="connsiteY27" fmla="*/ 3448710 h 3569527"/>
                <a:gd name="connsiteX28" fmla="*/ 4725142 w 7389266"/>
                <a:gd name="connsiteY28" fmla="*/ 3568719 h 3569527"/>
                <a:gd name="connsiteX29" fmla="*/ 3511435 w 7389266"/>
                <a:gd name="connsiteY29" fmla="*/ 3391894 h 3569527"/>
                <a:gd name="connsiteX30" fmla="*/ 2852335 w 7389266"/>
                <a:gd name="connsiteY30" fmla="*/ 3158807 h 3569527"/>
                <a:gd name="connsiteX31" fmla="*/ 2434370 w 7389266"/>
                <a:gd name="connsiteY31" fmla="*/ 2925719 h 3569527"/>
                <a:gd name="connsiteX32" fmla="*/ 2281652 w 7389266"/>
                <a:gd name="connsiteY32" fmla="*/ 2732819 h 3569527"/>
                <a:gd name="connsiteX33" fmla="*/ 2008367 w 7389266"/>
                <a:gd name="connsiteY33" fmla="*/ 2491694 h 3569527"/>
                <a:gd name="connsiteX34" fmla="*/ 1791346 w 7389266"/>
                <a:gd name="connsiteY34" fmla="*/ 2202344 h 3569527"/>
                <a:gd name="connsiteX35" fmla="*/ 1413570 w 7389266"/>
                <a:gd name="connsiteY35" fmla="*/ 2065706 h 3569527"/>
                <a:gd name="connsiteX36" fmla="*/ 770546 w 7389266"/>
                <a:gd name="connsiteY36" fmla="*/ 2057669 h 3569527"/>
                <a:gd name="connsiteX37" fmla="*/ 352580 w 7389266"/>
                <a:gd name="connsiteY37" fmla="*/ 1985331 h 3569527"/>
                <a:gd name="connsiteX38" fmla="*/ 127522 w 7389266"/>
                <a:gd name="connsiteY38" fmla="*/ 1872806 h 3569527"/>
                <a:gd name="connsiteX39" fmla="*/ 63220 w 7389266"/>
                <a:gd name="connsiteY39" fmla="*/ 1784394 h 3569527"/>
                <a:gd name="connsiteX40" fmla="*/ 14993 w 7389266"/>
                <a:gd name="connsiteY40" fmla="*/ 1671868 h 3569527"/>
                <a:gd name="connsiteX41" fmla="*/ 344542 w 7389266"/>
                <a:gd name="connsiteY41" fmla="*/ 1430743 h 3569527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614025 w 7389266"/>
                <a:gd name="connsiteY12" fmla="*/ 297455 h 3569527"/>
                <a:gd name="connsiteX13" fmla="*/ 6831045 w 7389266"/>
                <a:gd name="connsiteY13" fmla="*/ 281381 h 3569527"/>
                <a:gd name="connsiteX14" fmla="*/ 7007877 w 7389266"/>
                <a:gd name="connsiteY14" fmla="*/ 490355 h 3569527"/>
                <a:gd name="connsiteX15" fmla="*/ 7305276 w 7389266"/>
                <a:gd name="connsiteY15" fmla="*/ 651106 h 3569527"/>
                <a:gd name="connsiteX16" fmla="*/ 7297238 w 7389266"/>
                <a:gd name="connsiteY16" fmla="*/ 996718 h 3569527"/>
                <a:gd name="connsiteX17" fmla="*/ 7385654 w 7389266"/>
                <a:gd name="connsiteY17" fmla="*/ 1406631 h 3569527"/>
                <a:gd name="connsiteX18" fmla="*/ 7369578 w 7389266"/>
                <a:gd name="connsiteY18" fmla="*/ 2105894 h 3569527"/>
                <a:gd name="connsiteX19" fmla="*/ 7345465 w 7389266"/>
                <a:gd name="connsiteY19" fmla="*/ 2604219 h 3569527"/>
                <a:gd name="connsiteX20" fmla="*/ 7216860 w 7389266"/>
                <a:gd name="connsiteY20" fmla="*/ 3086469 h 3569527"/>
                <a:gd name="connsiteX21" fmla="*/ 6895348 w 7389266"/>
                <a:gd name="connsiteY21" fmla="*/ 3223107 h 3569527"/>
                <a:gd name="connsiteX22" fmla="*/ 6678327 w 7389266"/>
                <a:gd name="connsiteY22" fmla="*/ 3359744 h 3569527"/>
                <a:gd name="connsiteX23" fmla="*/ 6340740 w 7389266"/>
                <a:gd name="connsiteY23" fmla="*/ 3279369 h 3569527"/>
                <a:gd name="connsiteX24" fmla="*/ 6043341 w 7389266"/>
                <a:gd name="connsiteY24" fmla="*/ 3303482 h 3569527"/>
                <a:gd name="connsiteX25" fmla="*/ 5734628 w 7389266"/>
                <a:gd name="connsiteY25" fmla="*/ 3246548 h 3569527"/>
                <a:gd name="connsiteX26" fmla="*/ 5399565 w 7389266"/>
                <a:gd name="connsiteY26" fmla="*/ 3448710 h 3569527"/>
                <a:gd name="connsiteX27" fmla="*/ 4725142 w 7389266"/>
                <a:gd name="connsiteY27" fmla="*/ 3568719 h 3569527"/>
                <a:gd name="connsiteX28" fmla="*/ 3511435 w 7389266"/>
                <a:gd name="connsiteY28" fmla="*/ 3391894 h 3569527"/>
                <a:gd name="connsiteX29" fmla="*/ 2852335 w 7389266"/>
                <a:gd name="connsiteY29" fmla="*/ 3158807 h 3569527"/>
                <a:gd name="connsiteX30" fmla="*/ 2434370 w 7389266"/>
                <a:gd name="connsiteY30" fmla="*/ 2925719 h 3569527"/>
                <a:gd name="connsiteX31" fmla="*/ 2281652 w 7389266"/>
                <a:gd name="connsiteY31" fmla="*/ 2732819 h 3569527"/>
                <a:gd name="connsiteX32" fmla="*/ 2008367 w 7389266"/>
                <a:gd name="connsiteY32" fmla="*/ 2491694 h 3569527"/>
                <a:gd name="connsiteX33" fmla="*/ 1791346 w 7389266"/>
                <a:gd name="connsiteY33" fmla="*/ 2202344 h 3569527"/>
                <a:gd name="connsiteX34" fmla="*/ 1413570 w 7389266"/>
                <a:gd name="connsiteY34" fmla="*/ 2065706 h 3569527"/>
                <a:gd name="connsiteX35" fmla="*/ 770546 w 7389266"/>
                <a:gd name="connsiteY35" fmla="*/ 2057669 h 3569527"/>
                <a:gd name="connsiteX36" fmla="*/ 352580 w 7389266"/>
                <a:gd name="connsiteY36" fmla="*/ 1985331 h 3569527"/>
                <a:gd name="connsiteX37" fmla="*/ 127522 w 7389266"/>
                <a:gd name="connsiteY37" fmla="*/ 1872806 h 3569527"/>
                <a:gd name="connsiteX38" fmla="*/ 63220 w 7389266"/>
                <a:gd name="connsiteY38" fmla="*/ 1784394 h 3569527"/>
                <a:gd name="connsiteX39" fmla="*/ 14993 w 7389266"/>
                <a:gd name="connsiteY39" fmla="*/ 1671868 h 3569527"/>
                <a:gd name="connsiteX40" fmla="*/ 344542 w 7389266"/>
                <a:gd name="connsiteY40" fmla="*/ 1430743 h 3569527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614025 w 7389266"/>
                <a:gd name="connsiteY12" fmla="*/ 297455 h 3569527"/>
                <a:gd name="connsiteX13" fmla="*/ 7007877 w 7389266"/>
                <a:gd name="connsiteY13" fmla="*/ 490355 h 3569527"/>
                <a:gd name="connsiteX14" fmla="*/ 7305276 w 7389266"/>
                <a:gd name="connsiteY14" fmla="*/ 651106 h 3569527"/>
                <a:gd name="connsiteX15" fmla="*/ 7297238 w 7389266"/>
                <a:gd name="connsiteY15" fmla="*/ 996718 h 3569527"/>
                <a:gd name="connsiteX16" fmla="*/ 7385654 w 7389266"/>
                <a:gd name="connsiteY16" fmla="*/ 1406631 h 3569527"/>
                <a:gd name="connsiteX17" fmla="*/ 7369578 w 7389266"/>
                <a:gd name="connsiteY17" fmla="*/ 2105894 h 3569527"/>
                <a:gd name="connsiteX18" fmla="*/ 7345465 w 7389266"/>
                <a:gd name="connsiteY18" fmla="*/ 2604219 h 3569527"/>
                <a:gd name="connsiteX19" fmla="*/ 7216860 w 7389266"/>
                <a:gd name="connsiteY19" fmla="*/ 3086469 h 3569527"/>
                <a:gd name="connsiteX20" fmla="*/ 6895348 w 7389266"/>
                <a:gd name="connsiteY20" fmla="*/ 3223107 h 3569527"/>
                <a:gd name="connsiteX21" fmla="*/ 6678327 w 7389266"/>
                <a:gd name="connsiteY21" fmla="*/ 3359744 h 3569527"/>
                <a:gd name="connsiteX22" fmla="*/ 6340740 w 7389266"/>
                <a:gd name="connsiteY22" fmla="*/ 3279369 h 3569527"/>
                <a:gd name="connsiteX23" fmla="*/ 6043341 w 7389266"/>
                <a:gd name="connsiteY23" fmla="*/ 3303482 h 3569527"/>
                <a:gd name="connsiteX24" fmla="*/ 5734628 w 7389266"/>
                <a:gd name="connsiteY24" fmla="*/ 3246548 h 3569527"/>
                <a:gd name="connsiteX25" fmla="*/ 5399565 w 7389266"/>
                <a:gd name="connsiteY25" fmla="*/ 3448710 h 3569527"/>
                <a:gd name="connsiteX26" fmla="*/ 4725142 w 7389266"/>
                <a:gd name="connsiteY26" fmla="*/ 3568719 h 3569527"/>
                <a:gd name="connsiteX27" fmla="*/ 3511435 w 7389266"/>
                <a:gd name="connsiteY27" fmla="*/ 3391894 h 3569527"/>
                <a:gd name="connsiteX28" fmla="*/ 2852335 w 7389266"/>
                <a:gd name="connsiteY28" fmla="*/ 3158807 h 3569527"/>
                <a:gd name="connsiteX29" fmla="*/ 2434370 w 7389266"/>
                <a:gd name="connsiteY29" fmla="*/ 2925719 h 3569527"/>
                <a:gd name="connsiteX30" fmla="*/ 2281652 w 7389266"/>
                <a:gd name="connsiteY30" fmla="*/ 2732819 h 3569527"/>
                <a:gd name="connsiteX31" fmla="*/ 2008367 w 7389266"/>
                <a:gd name="connsiteY31" fmla="*/ 2491694 h 3569527"/>
                <a:gd name="connsiteX32" fmla="*/ 1791346 w 7389266"/>
                <a:gd name="connsiteY32" fmla="*/ 2202344 h 3569527"/>
                <a:gd name="connsiteX33" fmla="*/ 1413570 w 7389266"/>
                <a:gd name="connsiteY33" fmla="*/ 2065706 h 3569527"/>
                <a:gd name="connsiteX34" fmla="*/ 770546 w 7389266"/>
                <a:gd name="connsiteY34" fmla="*/ 2057669 h 3569527"/>
                <a:gd name="connsiteX35" fmla="*/ 352580 w 7389266"/>
                <a:gd name="connsiteY35" fmla="*/ 1985331 h 3569527"/>
                <a:gd name="connsiteX36" fmla="*/ 127522 w 7389266"/>
                <a:gd name="connsiteY36" fmla="*/ 1872806 h 3569527"/>
                <a:gd name="connsiteX37" fmla="*/ 63220 w 7389266"/>
                <a:gd name="connsiteY37" fmla="*/ 1784394 h 3569527"/>
                <a:gd name="connsiteX38" fmla="*/ 14993 w 7389266"/>
                <a:gd name="connsiteY38" fmla="*/ 1671868 h 3569527"/>
                <a:gd name="connsiteX39" fmla="*/ 344542 w 7389266"/>
                <a:gd name="connsiteY39" fmla="*/ 1430743 h 3569527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216860 w 7389266"/>
                <a:gd name="connsiteY19" fmla="*/ 3086469 h 3569344"/>
                <a:gd name="connsiteX20" fmla="*/ 6895348 w 7389266"/>
                <a:gd name="connsiteY20" fmla="*/ 3223107 h 3569344"/>
                <a:gd name="connsiteX21" fmla="*/ 6678327 w 7389266"/>
                <a:gd name="connsiteY21" fmla="*/ 3359744 h 3569344"/>
                <a:gd name="connsiteX22" fmla="*/ 6340740 w 7389266"/>
                <a:gd name="connsiteY22" fmla="*/ 3279369 h 3569344"/>
                <a:gd name="connsiteX23" fmla="*/ 6043341 w 7389266"/>
                <a:gd name="connsiteY23" fmla="*/ 3303482 h 3569344"/>
                <a:gd name="connsiteX24" fmla="*/ 5834631 w 7389266"/>
                <a:gd name="connsiteY24" fmla="*/ 3396559 h 3569344"/>
                <a:gd name="connsiteX25" fmla="*/ 5399565 w 7389266"/>
                <a:gd name="connsiteY25" fmla="*/ 3448710 h 3569344"/>
                <a:gd name="connsiteX26" fmla="*/ 4725142 w 7389266"/>
                <a:gd name="connsiteY26" fmla="*/ 3568719 h 3569344"/>
                <a:gd name="connsiteX27" fmla="*/ 3511435 w 7389266"/>
                <a:gd name="connsiteY27" fmla="*/ 3391894 h 3569344"/>
                <a:gd name="connsiteX28" fmla="*/ 2852335 w 7389266"/>
                <a:gd name="connsiteY28" fmla="*/ 3158807 h 3569344"/>
                <a:gd name="connsiteX29" fmla="*/ 2434370 w 7389266"/>
                <a:gd name="connsiteY29" fmla="*/ 2925719 h 3569344"/>
                <a:gd name="connsiteX30" fmla="*/ 2281652 w 7389266"/>
                <a:gd name="connsiteY30" fmla="*/ 2732819 h 3569344"/>
                <a:gd name="connsiteX31" fmla="*/ 2008367 w 7389266"/>
                <a:gd name="connsiteY31" fmla="*/ 2491694 h 3569344"/>
                <a:gd name="connsiteX32" fmla="*/ 1791346 w 7389266"/>
                <a:gd name="connsiteY32" fmla="*/ 2202344 h 3569344"/>
                <a:gd name="connsiteX33" fmla="*/ 1413570 w 7389266"/>
                <a:gd name="connsiteY33" fmla="*/ 2065706 h 3569344"/>
                <a:gd name="connsiteX34" fmla="*/ 770546 w 7389266"/>
                <a:gd name="connsiteY34" fmla="*/ 2057669 h 3569344"/>
                <a:gd name="connsiteX35" fmla="*/ 352580 w 7389266"/>
                <a:gd name="connsiteY35" fmla="*/ 1985331 h 3569344"/>
                <a:gd name="connsiteX36" fmla="*/ 127522 w 7389266"/>
                <a:gd name="connsiteY36" fmla="*/ 1872806 h 3569344"/>
                <a:gd name="connsiteX37" fmla="*/ 63220 w 7389266"/>
                <a:gd name="connsiteY37" fmla="*/ 1784394 h 3569344"/>
                <a:gd name="connsiteX38" fmla="*/ 14993 w 7389266"/>
                <a:gd name="connsiteY38" fmla="*/ 1671868 h 3569344"/>
                <a:gd name="connsiteX39" fmla="*/ 344542 w 7389266"/>
                <a:gd name="connsiteY39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216860 w 7389266"/>
                <a:gd name="connsiteY19" fmla="*/ 3086469 h 3569344"/>
                <a:gd name="connsiteX20" fmla="*/ 6895348 w 7389266"/>
                <a:gd name="connsiteY20" fmla="*/ 3223107 h 3569344"/>
                <a:gd name="connsiteX21" fmla="*/ 6340740 w 7389266"/>
                <a:gd name="connsiteY21" fmla="*/ 3279369 h 3569344"/>
                <a:gd name="connsiteX22" fmla="*/ 6043341 w 7389266"/>
                <a:gd name="connsiteY22" fmla="*/ 3303482 h 3569344"/>
                <a:gd name="connsiteX23" fmla="*/ 5834631 w 7389266"/>
                <a:gd name="connsiteY23" fmla="*/ 3396559 h 3569344"/>
                <a:gd name="connsiteX24" fmla="*/ 5399565 w 7389266"/>
                <a:gd name="connsiteY24" fmla="*/ 3448710 h 3569344"/>
                <a:gd name="connsiteX25" fmla="*/ 4725142 w 7389266"/>
                <a:gd name="connsiteY25" fmla="*/ 3568719 h 3569344"/>
                <a:gd name="connsiteX26" fmla="*/ 3511435 w 7389266"/>
                <a:gd name="connsiteY26" fmla="*/ 3391894 h 3569344"/>
                <a:gd name="connsiteX27" fmla="*/ 2852335 w 7389266"/>
                <a:gd name="connsiteY27" fmla="*/ 3158807 h 3569344"/>
                <a:gd name="connsiteX28" fmla="*/ 2434370 w 7389266"/>
                <a:gd name="connsiteY28" fmla="*/ 2925719 h 3569344"/>
                <a:gd name="connsiteX29" fmla="*/ 2281652 w 7389266"/>
                <a:gd name="connsiteY29" fmla="*/ 2732819 h 3569344"/>
                <a:gd name="connsiteX30" fmla="*/ 2008367 w 7389266"/>
                <a:gd name="connsiteY30" fmla="*/ 2491694 h 3569344"/>
                <a:gd name="connsiteX31" fmla="*/ 1791346 w 7389266"/>
                <a:gd name="connsiteY31" fmla="*/ 2202344 h 3569344"/>
                <a:gd name="connsiteX32" fmla="*/ 1413570 w 7389266"/>
                <a:gd name="connsiteY32" fmla="*/ 2065706 h 3569344"/>
                <a:gd name="connsiteX33" fmla="*/ 770546 w 7389266"/>
                <a:gd name="connsiteY33" fmla="*/ 2057669 h 3569344"/>
                <a:gd name="connsiteX34" fmla="*/ 352580 w 7389266"/>
                <a:gd name="connsiteY34" fmla="*/ 1985331 h 3569344"/>
                <a:gd name="connsiteX35" fmla="*/ 127522 w 7389266"/>
                <a:gd name="connsiteY35" fmla="*/ 1872806 h 3569344"/>
                <a:gd name="connsiteX36" fmla="*/ 63220 w 7389266"/>
                <a:gd name="connsiteY36" fmla="*/ 1784394 h 3569344"/>
                <a:gd name="connsiteX37" fmla="*/ 14993 w 7389266"/>
                <a:gd name="connsiteY37" fmla="*/ 1671868 h 3569344"/>
                <a:gd name="connsiteX38" fmla="*/ 344542 w 7389266"/>
                <a:gd name="connsiteY38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196859 w 7389266"/>
                <a:gd name="connsiteY19" fmla="*/ 2976461 h 3569344"/>
                <a:gd name="connsiteX20" fmla="*/ 6895348 w 7389266"/>
                <a:gd name="connsiteY20" fmla="*/ 3223107 h 3569344"/>
                <a:gd name="connsiteX21" fmla="*/ 6340740 w 7389266"/>
                <a:gd name="connsiteY21" fmla="*/ 3279369 h 3569344"/>
                <a:gd name="connsiteX22" fmla="*/ 6043341 w 7389266"/>
                <a:gd name="connsiteY22" fmla="*/ 3303482 h 3569344"/>
                <a:gd name="connsiteX23" fmla="*/ 5834631 w 7389266"/>
                <a:gd name="connsiteY23" fmla="*/ 3396559 h 3569344"/>
                <a:gd name="connsiteX24" fmla="*/ 5399565 w 7389266"/>
                <a:gd name="connsiteY24" fmla="*/ 3448710 h 3569344"/>
                <a:gd name="connsiteX25" fmla="*/ 4725142 w 7389266"/>
                <a:gd name="connsiteY25" fmla="*/ 3568719 h 3569344"/>
                <a:gd name="connsiteX26" fmla="*/ 3511435 w 7389266"/>
                <a:gd name="connsiteY26" fmla="*/ 3391894 h 3569344"/>
                <a:gd name="connsiteX27" fmla="*/ 2852335 w 7389266"/>
                <a:gd name="connsiteY27" fmla="*/ 3158807 h 3569344"/>
                <a:gd name="connsiteX28" fmla="*/ 2434370 w 7389266"/>
                <a:gd name="connsiteY28" fmla="*/ 2925719 h 3569344"/>
                <a:gd name="connsiteX29" fmla="*/ 2281652 w 7389266"/>
                <a:gd name="connsiteY29" fmla="*/ 2732819 h 3569344"/>
                <a:gd name="connsiteX30" fmla="*/ 2008367 w 7389266"/>
                <a:gd name="connsiteY30" fmla="*/ 2491694 h 3569344"/>
                <a:gd name="connsiteX31" fmla="*/ 1791346 w 7389266"/>
                <a:gd name="connsiteY31" fmla="*/ 2202344 h 3569344"/>
                <a:gd name="connsiteX32" fmla="*/ 1413570 w 7389266"/>
                <a:gd name="connsiteY32" fmla="*/ 2065706 h 3569344"/>
                <a:gd name="connsiteX33" fmla="*/ 770546 w 7389266"/>
                <a:gd name="connsiteY33" fmla="*/ 2057669 h 3569344"/>
                <a:gd name="connsiteX34" fmla="*/ 352580 w 7389266"/>
                <a:gd name="connsiteY34" fmla="*/ 1985331 h 3569344"/>
                <a:gd name="connsiteX35" fmla="*/ 127522 w 7389266"/>
                <a:gd name="connsiteY35" fmla="*/ 1872806 h 3569344"/>
                <a:gd name="connsiteX36" fmla="*/ 63220 w 7389266"/>
                <a:gd name="connsiteY36" fmla="*/ 1784394 h 3569344"/>
                <a:gd name="connsiteX37" fmla="*/ 14993 w 7389266"/>
                <a:gd name="connsiteY37" fmla="*/ 1671868 h 3569344"/>
                <a:gd name="connsiteX38" fmla="*/ 344542 w 7389266"/>
                <a:gd name="connsiteY38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297238 w 7389266"/>
                <a:gd name="connsiteY14" fmla="*/ 996718 h 3569344"/>
                <a:gd name="connsiteX15" fmla="*/ 7385654 w 7389266"/>
                <a:gd name="connsiteY15" fmla="*/ 1406631 h 3569344"/>
                <a:gd name="connsiteX16" fmla="*/ 7369578 w 7389266"/>
                <a:gd name="connsiteY16" fmla="*/ 2105894 h 3569344"/>
                <a:gd name="connsiteX17" fmla="*/ 7345465 w 7389266"/>
                <a:gd name="connsiteY17" fmla="*/ 2604219 h 3569344"/>
                <a:gd name="connsiteX18" fmla="*/ 7196859 w 7389266"/>
                <a:gd name="connsiteY18" fmla="*/ 2976461 h 3569344"/>
                <a:gd name="connsiteX19" fmla="*/ 6895348 w 7389266"/>
                <a:gd name="connsiteY19" fmla="*/ 3223107 h 3569344"/>
                <a:gd name="connsiteX20" fmla="*/ 6340740 w 7389266"/>
                <a:gd name="connsiteY20" fmla="*/ 3279369 h 3569344"/>
                <a:gd name="connsiteX21" fmla="*/ 6043341 w 7389266"/>
                <a:gd name="connsiteY21" fmla="*/ 3303482 h 3569344"/>
                <a:gd name="connsiteX22" fmla="*/ 5834631 w 7389266"/>
                <a:gd name="connsiteY22" fmla="*/ 3396559 h 3569344"/>
                <a:gd name="connsiteX23" fmla="*/ 5399565 w 7389266"/>
                <a:gd name="connsiteY23" fmla="*/ 3448710 h 3569344"/>
                <a:gd name="connsiteX24" fmla="*/ 4725142 w 7389266"/>
                <a:gd name="connsiteY24" fmla="*/ 3568719 h 3569344"/>
                <a:gd name="connsiteX25" fmla="*/ 3511435 w 7389266"/>
                <a:gd name="connsiteY25" fmla="*/ 3391894 h 3569344"/>
                <a:gd name="connsiteX26" fmla="*/ 2852335 w 7389266"/>
                <a:gd name="connsiteY26" fmla="*/ 3158807 h 3569344"/>
                <a:gd name="connsiteX27" fmla="*/ 2434370 w 7389266"/>
                <a:gd name="connsiteY27" fmla="*/ 2925719 h 3569344"/>
                <a:gd name="connsiteX28" fmla="*/ 2281652 w 7389266"/>
                <a:gd name="connsiteY28" fmla="*/ 2732819 h 3569344"/>
                <a:gd name="connsiteX29" fmla="*/ 2008367 w 7389266"/>
                <a:gd name="connsiteY29" fmla="*/ 2491694 h 3569344"/>
                <a:gd name="connsiteX30" fmla="*/ 1791346 w 7389266"/>
                <a:gd name="connsiteY30" fmla="*/ 2202344 h 3569344"/>
                <a:gd name="connsiteX31" fmla="*/ 1413570 w 7389266"/>
                <a:gd name="connsiteY31" fmla="*/ 2065706 h 3569344"/>
                <a:gd name="connsiteX32" fmla="*/ 770546 w 7389266"/>
                <a:gd name="connsiteY32" fmla="*/ 2057669 h 3569344"/>
                <a:gd name="connsiteX33" fmla="*/ 352580 w 7389266"/>
                <a:gd name="connsiteY33" fmla="*/ 1985331 h 3569344"/>
                <a:gd name="connsiteX34" fmla="*/ 127522 w 7389266"/>
                <a:gd name="connsiteY34" fmla="*/ 1872806 h 3569344"/>
                <a:gd name="connsiteX35" fmla="*/ 63220 w 7389266"/>
                <a:gd name="connsiteY35" fmla="*/ 1784394 h 3569344"/>
                <a:gd name="connsiteX36" fmla="*/ 14993 w 7389266"/>
                <a:gd name="connsiteY36" fmla="*/ 1671868 h 3569344"/>
                <a:gd name="connsiteX37" fmla="*/ 344542 w 7389266"/>
                <a:gd name="connsiteY37" fmla="*/ 1430743 h 3569344"/>
                <a:gd name="connsiteX0" fmla="*/ 256127 w 7493711"/>
                <a:gd name="connsiteY0" fmla="*/ 1495043 h 3569344"/>
                <a:gd name="connsiteX1" fmla="*/ 529412 w 7493711"/>
                <a:gd name="connsiteY1" fmla="*/ 1342331 h 3569344"/>
                <a:gd name="connsiteX2" fmla="*/ 1011680 w 7493711"/>
                <a:gd name="connsiteY2" fmla="*/ 1374481 h 3569344"/>
                <a:gd name="connsiteX3" fmla="*/ 1887800 w 7493711"/>
                <a:gd name="connsiteY3" fmla="*/ 1213731 h 3569344"/>
                <a:gd name="connsiteX4" fmla="*/ 2036740 w 7493711"/>
                <a:gd name="connsiteY4" fmla="*/ 1046919 h 3569344"/>
                <a:gd name="connsiteX5" fmla="*/ 2266412 w 7493711"/>
                <a:gd name="connsiteY5" fmla="*/ 935433 h 3569344"/>
                <a:gd name="connsiteX6" fmla="*/ 2233267 w 7493711"/>
                <a:gd name="connsiteY6" fmla="*/ 798638 h 3569344"/>
                <a:gd name="connsiteX7" fmla="*/ 2940751 w 7493711"/>
                <a:gd name="connsiteY7" fmla="*/ 369793 h 3569344"/>
                <a:gd name="connsiteX8" fmla="*/ 4033892 w 7493711"/>
                <a:gd name="connsiteY8" fmla="*/ 64368 h 3569344"/>
                <a:gd name="connsiteX9" fmla="*/ 4910012 w 7493711"/>
                <a:gd name="connsiteY9" fmla="*/ 32218 h 3569344"/>
                <a:gd name="connsiteX10" fmla="*/ 5416393 w 7493711"/>
                <a:gd name="connsiteY10" fmla="*/ 8105 h 3569344"/>
                <a:gd name="connsiteX11" fmla="*/ 5911082 w 7493711"/>
                <a:gd name="connsiteY11" fmla="*/ 184192 h 3569344"/>
                <a:gd name="connsiteX12" fmla="*/ 6614025 w 7493711"/>
                <a:gd name="connsiteY12" fmla="*/ 297455 h 3569344"/>
                <a:gd name="connsiteX13" fmla="*/ 7007877 w 7493711"/>
                <a:gd name="connsiteY13" fmla="*/ 490355 h 3569344"/>
                <a:gd name="connsiteX14" fmla="*/ 7477243 w 7493711"/>
                <a:gd name="connsiteY14" fmla="*/ 996718 h 3569344"/>
                <a:gd name="connsiteX15" fmla="*/ 7385654 w 7493711"/>
                <a:gd name="connsiteY15" fmla="*/ 1406631 h 3569344"/>
                <a:gd name="connsiteX16" fmla="*/ 7369578 w 7493711"/>
                <a:gd name="connsiteY16" fmla="*/ 2105894 h 3569344"/>
                <a:gd name="connsiteX17" fmla="*/ 7345465 w 7493711"/>
                <a:gd name="connsiteY17" fmla="*/ 2604219 h 3569344"/>
                <a:gd name="connsiteX18" fmla="*/ 7196859 w 7493711"/>
                <a:gd name="connsiteY18" fmla="*/ 2976461 h 3569344"/>
                <a:gd name="connsiteX19" fmla="*/ 6895348 w 7493711"/>
                <a:gd name="connsiteY19" fmla="*/ 3223107 h 3569344"/>
                <a:gd name="connsiteX20" fmla="*/ 6340740 w 7493711"/>
                <a:gd name="connsiteY20" fmla="*/ 3279369 h 3569344"/>
                <a:gd name="connsiteX21" fmla="*/ 6043341 w 7493711"/>
                <a:gd name="connsiteY21" fmla="*/ 3303482 h 3569344"/>
                <a:gd name="connsiteX22" fmla="*/ 5834631 w 7493711"/>
                <a:gd name="connsiteY22" fmla="*/ 3396559 h 3569344"/>
                <a:gd name="connsiteX23" fmla="*/ 5399565 w 7493711"/>
                <a:gd name="connsiteY23" fmla="*/ 3448710 h 3569344"/>
                <a:gd name="connsiteX24" fmla="*/ 4725142 w 7493711"/>
                <a:gd name="connsiteY24" fmla="*/ 3568719 h 3569344"/>
                <a:gd name="connsiteX25" fmla="*/ 3511435 w 7493711"/>
                <a:gd name="connsiteY25" fmla="*/ 3391894 h 3569344"/>
                <a:gd name="connsiteX26" fmla="*/ 2852335 w 7493711"/>
                <a:gd name="connsiteY26" fmla="*/ 3158807 h 3569344"/>
                <a:gd name="connsiteX27" fmla="*/ 2434370 w 7493711"/>
                <a:gd name="connsiteY27" fmla="*/ 2925719 h 3569344"/>
                <a:gd name="connsiteX28" fmla="*/ 2281652 w 7493711"/>
                <a:gd name="connsiteY28" fmla="*/ 2732819 h 3569344"/>
                <a:gd name="connsiteX29" fmla="*/ 2008367 w 7493711"/>
                <a:gd name="connsiteY29" fmla="*/ 2491694 h 3569344"/>
                <a:gd name="connsiteX30" fmla="*/ 1791346 w 7493711"/>
                <a:gd name="connsiteY30" fmla="*/ 2202344 h 3569344"/>
                <a:gd name="connsiteX31" fmla="*/ 1413570 w 7493711"/>
                <a:gd name="connsiteY31" fmla="*/ 2065706 h 3569344"/>
                <a:gd name="connsiteX32" fmla="*/ 770546 w 7493711"/>
                <a:gd name="connsiteY32" fmla="*/ 2057669 h 3569344"/>
                <a:gd name="connsiteX33" fmla="*/ 352580 w 7493711"/>
                <a:gd name="connsiteY33" fmla="*/ 1985331 h 3569344"/>
                <a:gd name="connsiteX34" fmla="*/ 127522 w 7493711"/>
                <a:gd name="connsiteY34" fmla="*/ 1872806 h 3569344"/>
                <a:gd name="connsiteX35" fmla="*/ 63220 w 7493711"/>
                <a:gd name="connsiteY35" fmla="*/ 1784394 h 3569344"/>
                <a:gd name="connsiteX36" fmla="*/ 14993 w 7493711"/>
                <a:gd name="connsiteY36" fmla="*/ 1671868 h 3569344"/>
                <a:gd name="connsiteX37" fmla="*/ 344542 w 7493711"/>
                <a:gd name="connsiteY37" fmla="*/ 1430743 h 3569344"/>
                <a:gd name="connsiteX0" fmla="*/ 256127 w 7479876"/>
                <a:gd name="connsiteY0" fmla="*/ 1495043 h 3569344"/>
                <a:gd name="connsiteX1" fmla="*/ 529412 w 7479876"/>
                <a:gd name="connsiteY1" fmla="*/ 1342331 h 3569344"/>
                <a:gd name="connsiteX2" fmla="*/ 1011680 w 7479876"/>
                <a:gd name="connsiteY2" fmla="*/ 1374481 h 3569344"/>
                <a:gd name="connsiteX3" fmla="*/ 1887800 w 7479876"/>
                <a:gd name="connsiteY3" fmla="*/ 1213731 h 3569344"/>
                <a:gd name="connsiteX4" fmla="*/ 2036740 w 7479876"/>
                <a:gd name="connsiteY4" fmla="*/ 1046919 h 3569344"/>
                <a:gd name="connsiteX5" fmla="*/ 2266412 w 7479876"/>
                <a:gd name="connsiteY5" fmla="*/ 935433 h 3569344"/>
                <a:gd name="connsiteX6" fmla="*/ 2233267 w 7479876"/>
                <a:gd name="connsiteY6" fmla="*/ 798638 h 3569344"/>
                <a:gd name="connsiteX7" fmla="*/ 2940751 w 7479876"/>
                <a:gd name="connsiteY7" fmla="*/ 369793 h 3569344"/>
                <a:gd name="connsiteX8" fmla="*/ 4033892 w 7479876"/>
                <a:gd name="connsiteY8" fmla="*/ 64368 h 3569344"/>
                <a:gd name="connsiteX9" fmla="*/ 4910012 w 7479876"/>
                <a:gd name="connsiteY9" fmla="*/ 32218 h 3569344"/>
                <a:gd name="connsiteX10" fmla="*/ 5416393 w 7479876"/>
                <a:gd name="connsiteY10" fmla="*/ 8105 h 3569344"/>
                <a:gd name="connsiteX11" fmla="*/ 5911082 w 7479876"/>
                <a:gd name="connsiteY11" fmla="*/ 184192 h 3569344"/>
                <a:gd name="connsiteX12" fmla="*/ 6614025 w 7479876"/>
                <a:gd name="connsiteY12" fmla="*/ 297455 h 3569344"/>
                <a:gd name="connsiteX13" fmla="*/ 7007877 w 7479876"/>
                <a:gd name="connsiteY13" fmla="*/ 490355 h 3569344"/>
                <a:gd name="connsiteX14" fmla="*/ 7269583 w 7479876"/>
                <a:gd name="connsiteY14" fmla="*/ 547038 h 3569344"/>
                <a:gd name="connsiteX15" fmla="*/ 7477243 w 7479876"/>
                <a:gd name="connsiteY15" fmla="*/ 996718 h 3569344"/>
                <a:gd name="connsiteX16" fmla="*/ 7385654 w 7479876"/>
                <a:gd name="connsiteY16" fmla="*/ 1406631 h 3569344"/>
                <a:gd name="connsiteX17" fmla="*/ 7369578 w 7479876"/>
                <a:gd name="connsiteY17" fmla="*/ 2105894 h 3569344"/>
                <a:gd name="connsiteX18" fmla="*/ 7345465 w 7479876"/>
                <a:gd name="connsiteY18" fmla="*/ 2604219 h 3569344"/>
                <a:gd name="connsiteX19" fmla="*/ 7196859 w 7479876"/>
                <a:gd name="connsiteY19" fmla="*/ 2976461 h 3569344"/>
                <a:gd name="connsiteX20" fmla="*/ 6895348 w 7479876"/>
                <a:gd name="connsiteY20" fmla="*/ 3223107 h 3569344"/>
                <a:gd name="connsiteX21" fmla="*/ 6340740 w 7479876"/>
                <a:gd name="connsiteY21" fmla="*/ 3279369 h 3569344"/>
                <a:gd name="connsiteX22" fmla="*/ 6043341 w 7479876"/>
                <a:gd name="connsiteY22" fmla="*/ 3303482 h 3569344"/>
                <a:gd name="connsiteX23" fmla="*/ 5834631 w 7479876"/>
                <a:gd name="connsiteY23" fmla="*/ 3396559 h 3569344"/>
                <a:gd name="connsiteX24" fmla="*/ 5399565 w 7479876"/>
                <a:gd name="connsiteY24" fmla="*/ 3448710 h 3569344"/>
                <a:gd name="connsiteX25" fmla="*/ 4725142 w 7479876"/>
                <a:gd name="connsiteY25" fmla="*/ 3568719 h 3569344"/>
                <a:gd name="connsiteX26" fmla="*/ 3511435 w 7479876"/>
                <a:gd name="connsiteY26" fmla="*/ 3391894 h 3569344"/>
                <a:gd name="connsiteX27" fmla="*/ 2852335 w 7479876"/>
                <a:gd name="connsiteY27" fmla="*/ 3158807 h 3569344"/>
                <a:gd name="connsiteX28" fmla="*/ 2434370 w 7479876"/>
                <a:gd name="connsiteY28" fmla="*/ 2925719 h 3569344"/>
                <a:gd name="connsiteX29" fmla="*/ 2281652 w 7479876"/>
                <a:gd name="connsiteY29" fmla="*/ 2732819 h 3569344"/>
                <a:gd name="connsiteX30" fmla="*/ 2008367 w 7479876"/>
                <a:gd name="connsiteY30" fmla="*/ 2491694 h 3569344"/>
                <a:gd name="connsiteX31" fmla="*/ 1791346 w 7479876"/>
                <a:gd name="connsiteY31" fmla="*/ 2202344 h 3569344"/>
                <a:gd name="connsiteX32" fmla="*/ 1413570 w 7479876"/>
                <a:gd name="connsiteY32" fmla="*/ 2065706 h 3569344"/>
                <a:gd name="connsiteX33" fmla="*/ 770546 w 7479876"/>
                <a:gd name="connsiteY33" fmla="*/ 2057669 h 3569344"/>
                <a:gd name="connsiteX34" fmla="*/ 352580 w 7479876"/>
                <a:gd name="connsiteY34" fmla="*/ 1985331 h 3569344"/>
                <a:gd name="connsiteX35" fmla="*/ 127522 w 7479876"/>
                <a:gd name="connsiteY35" fmla="*/ 1872806 h 3569344"/>
                <a:gd name="connsiteX36" fmla="*/ 63220 w 7479876"/>
                <a:gd name="connsiteY36" fmla="*/ 1784394 h 3569344"/>
                <a:gd name="connsiteX37" fmla="*/ 14993 w 7479876"/>
                <a:gd name="connsiteY37" fmla="*/ 1671868 h 3569344"/>
                <a:gd name="connsiteX38" fmla="*/ 344542 w 7479876"/>
                <a:gd name="connsiteY38" fmla="*/ 1430743 h 3569344"/>
                <a:gd name="connsiteX0" fmla="*/ 256127 w 7479876"/>
                <a:gd name="connsiteY0" fmla="*/ 1495043 h 3569344"/>
                <a:gd name="connsiteX1" fmla="*/ 529412 w 7479876"/>
                <a:gd name="connsiteY1" fmla="*/ 1342331 h 3569344"/>
                <a:gd name="connsiteX2" fmla="*/ 1011680 w 7479876"/>
                <a:gd name="connsiteY2" fmla="*/ 1374481 h 3569344"/>
                <a:gd name="connsiteX3" fmla="*/ 1887800 w 7479876"/>
                <a:gd name="connsiteY3" fmla="*/ 1213731 h 3569344"/>
                <a:gd name="connsiteX4" fmla="*/ 2036740 w 7479876"/>
                <a:gd name="connsiteY4" fmla="*/ 1046919 h 3569344"/>
                <a:gd name="connsiteX5" fmla="*/ 2266412 w 7479876"/>
                <a:gd name="connsiteY5" fmla="*/ 935433 h 3569344"/>
                <a:gd name="connsiteX6" fmla="*/ 2233267 w 7479876"/>
                <a:gd name="connsiteY6" fmla="*/ 798638 h 3569344"/>
                <a:gd name="connsiteX7" fmla="*/ 2940751 w 7479876"/>
                <a:gd name="connsiteY7" fmla="*/ 369793 h 3569344"/>
                <a:gd name="connsiteX8" fmla="*/ 4033892 w 7479876"/>
                <a:gd name="connsiteY8" fmla="*/ 64368 h 3569344"/>
                <a:gd name="connsiteX9" fmla="*/ 4910012 w 7479876"/>
                <a:gd name="connsiteY9" fmla="*/ 32218 h 3569344"/>
                <a:gd name="connsiteX10" fmla="*/ 5416393 w 7479876"/>
                <a:gd name="connsiteY10" fmla="*/ 8105 h 3569344"/>
                <a:gd name="connsiteX11" fmla="*/ 5911082 w 7479876"/>
                <a:gd name="connsiteY11" fmla="*/ 184192 h 3569344"/>
                <a:gd name="connsiteX12" fmla="*/ 6614025 w 7479876"/>
                <a:gd name="connsiteY12" fmla="*/ 297455 h 3569344"/>
                <a:gd name="connsiteX13" fmla="*/ 7269583 w 7479876"/>
                <a:gd name="connsiteY13" fmla="*/ 547038 h 3569344"/>
                <a:gd name="connsiteX14" fmla="*/ 7477243 w 7479876"/>
                <a:gd name="connsiteY14" fmla="*/ 996718 h 3569344"/>
                <a:gd name="connsiteX15" fmla="*/ 7385654 w 7479876"/>
                <a:gd name="connsiteY15" fmla="*/ 1406631 h 3569344"/>
                <a:gd name="connsiteX16" fmla="*/ 7369578 w 7479876"/>
                <a:gd name="connsiteY16" fmla="*/ 2105894 h 3569344"/>
                <a:gd name="connsiteX17" fmla="*/ 7345465 w 7479876"/>
                <a:gd name="connsiteY17" fmla="*/ 2604219 h 3569344"/>
                <a:gd name="connsiteX18" fmla="*/ 7196859 w 7479876"/>
                <a:gd name="connsiteY18" fmla="*/ 2976461 h 3569344"/>
                <a:gd name="connsiteX19" fmla="*/ 6895348 w 7479876"/>
                <a:gd name="connsiteY19" fmla="*/ 3223107 h 3569344"/>
                <a:gd name="connsiteX20" fmla="*/ 6340740 w 7479876"/>
                <a:gd name="connsiteY20" fmla="*/ 3279369 h 3569344"/>
                <a:gd name="connsiteX21" fmla="*/ 6043341 w 7479876"/>
                <a:gd name="connsiteY21" fmla="*/ 3303482 h 3569344"/>
                <a:gd name="connsiteX22" fmla="*/ 5834631 w 7479876"/>
                <a:gd name="connsiteY22" fmla="*/ 3396559 h 3569344"/>
                <a:gd name="connsiteX23" fmla="*/ 5399565 w 7479876"/>
                <a:gd name="connsiteY23" fmla="*/ 3448710 h 3569344"/>
                <a:gd name="connsiteX24" fmla="*/ 4725142 w 7479876"/>
                <a:gd name="connsiteY24" fmla="*/ 3568719 h 3569344"/>
                <a:gd name="connsiteX25" fmla="*/ 3511435 w 7479876"/>
                <a:gd name="connsiteY25" fmla="*/ 3391894 h 3569344"/>
                <a:gd name="connsiteX26" fmla="*/ 2852335 w 7479876"/>
                <a:gd name="connsiteY26" fmla="*/ 3158807 h 3569344"/>
                <a:gd name="connsiteX27" fmla="*/ 2434370 w 7479876"/>
                <a:gd name="connsiteY27" fmla="*/ 2925719 h 3569344"/>
                <a:gd name="connsiteX28" fmla="*/ 2281652 w 7479876"/>
                <a:gd name="connsiteY28" fmla="*/ 2732819 h 3569344"/>
                <a:gd name="connsiteX29" fmla="*/ 2008367 w 7479876"/>
                <a:gd name="connsiteY29" fmla="*/ 2491694 h 3569344"/>
                <a:gd name="connsiteX30" fmla="*/ 1791346 w 7479876"/>
                <a:gd name="connsiteY30" fmla="*/ 2202344 h 3569344"/>
                <a:gd name="connsiteX31" fmla="*/ 1413570 w 7479876"/>
                <a:gd name="connsiteY31" fmla="*/ 2065706 h 3569344"/>
                <a:gd name="connsiteX32" fmla="*/ 770546 w 7479876"/>
                <a:gd name="connsiteY32" fmla="*/ 2057669 h 3569344"/>
                <a:gd name="connsiteX33" fmla="*/ 352580 w 7479876"/>
                <a:gd name="connsiteY33" fmla="*/ 1985331 h 3569344"/>
                <a:gd name="connsiteX34" fmla="*/ 127522 w 7479876"/>
                <a:gd name="connsiteY34" fmla="*/ 1872806 h 3569344"/>
                <a:gd name="connsiteX35" fmla="*/ 63220 w 7479876"/>
                <a:gd name="connsiteY35" fmla="*/ 1784394 h 3569344"/>
                <a:gd name="connsiteX36" fmla="*/ 14993 w 7479876"/>
                <a:gd name="connsiteY36" fmla="*/ 1671868 h 3569344"/>
                <a:gd name="connsiteX37" fmla="*/ 344542 w 7479876"/>
                <a:gd name="connsiteY37" fmla="*/ 1430743 h 3569344"/>
                <a:gd name="connsiteX0" fmla="*/ 256127 w 7588411"/>
                <a:gd name="connsiteY0" fmla="*/ 1495043 h 3569344"/>
                <a:gd name="connsiteX1" fmla="*/ 529412 w 7588411"/>
                <a:gd name="connsiteY1" fmla="*/ 1342331 h 3569344"/>
                <a:gd name="connsiteX2" fmla="*/ 1011680 w 7588411"/>
                <a:gd name="connsiteY2" fmla="*/ 1374481 h 3569344"/>
                <a:gd name="connsiteX3" fmla="*/ 1887800 w 7588411"/>
                <a:gd name="connsiteY3" fmla="*/ 1213731 h 3569344"/>
                <a:gd name="connsiteX4" fmla="*/ 2036740 w 7588411"/>
                <a:gd name="connsiteY4" fmla="*/ 1046919 h 3569344"/>
                <a:gd name="connsiteX5" fmla="*/ 2266412 w 7588411"/>
                <a:gd name="connsiteY5" fmla="*/ 935433 h 3569344"/>
                <a:gd name="connsiteX6" fmla="*/ 2233267 w 7588411"/>
                <a:gd name="connsiteY6" fmla="*/ 798638 h 3569344"/>
                <a:gd name="connsiteX7" fmla="*/ 2940751 w 7588411"/>
                <a:gd name="connsiteY7" fmla="*/ 369793 h 3569344"/>
                <a:gd name="connsiteX8" fmla="*/ 4033892 w 7588411"/>
                <a:gd name="connsiteY8" fmla="*/ 64368 h 3569344"/>
                <a:gd name="connsiteX9" fmla="*/ 4910012 w 7588411"/>
                <a:gd name="connsiteY9" fmla="*/ 32218 h 3569344"/>
                <a:gd name="connsiteX10" fmla="*/ 5416393 w 7588411"/>
                <a:gd name="connsiteY10" fmla="*/ 8105 h 3569344"/>
                <a:gd name="connsiteX11" fmla="*/ 5911082 w 7588411"/>
                <a:gd name="connsiteY11" fmla="*/ 184192 h 3569344"/>
                <a:gd name="connsiteX12" fmla="*/ 6614025 w 7588411"/>
                <a:gd name="connsiteY12" fmla="*/ 297455 h 3569344"/>
                <a:gd name="connsiteX13" fmla="*/ 7269583 w 7588411"/>
                <a:gd name="connsiteY13" fmla="*/ 547038 h 3569344"/>
                <a:gd name="connsiteX14" fmla="*/ 7477243 w 7588411"/>
                <a:gd name="connsiteY14" fmla="*/ 996718 h 3569344"/>
                <a:gd name="connsiteX15" fmla="*/ 7585659 w 7588411"/>
                <a:gd name="connsiteY15" fmla="*/ 1476636 h 3569344"/>
                <a:gd name="connsiteX16" fmla="*/ 7369578 w 7588411"/>
                <a:gd name="connsiteY16" fmla="*/ 2105894 h 3569344"/>
                <a:gd name="connsiteX17" fmla="*/ 7345465 w 7588411"/>
                <a:gd name="connsiteY17" fmla="*/ 2604219 h 3569344"/>
                <a:gd name="connsiteX18" fmla="*/ 7196859 w 7588411"/>
                <a:gd name="connsiteY18" fmla="*/ 2976461 h 3569344"/>
                <a:gd name="connsiteX19" fmla="*/ 6895348 w 7588411"/>
                <a:gd name="connsiteY19" fmla="*/ 3223107 h 3569344"/>
                <a:gd name="connsiteX20" fmla="*/ 6340740 w 7588411"/>
                <a:gd name="connsiteY20" fmla="*/ 3279369 h 3569344"/>
                <a:gd name="connsiteX21" fmla="*/ 6043341 w 7588411"/>
                <a:gd name="connsiteY21" fmla="*/ 3303482 h 3569344"/>
                <a:gd name="connsiteX22" fmla="*/ 5834631 w 7588411"/>
                <a:gd name="connsiteY22" fmla="*/ 3396559 h 3569344"/>
                <a:gd name="connsiteX23" fmla="*/ 5399565 w 7588411"/>
                <a:gd name="connsiteY23" fmla="*/ 3448710 h 3569344"/>
                <a:gd name="connsiteX24" fmla="*/ 4725142 w 7588411"/>
                <a:gd name="connsiteY24" fmla="*/ 3568719 h 3569344"/>
                <a:gd name="connsiteX25" fmla="*/ 3511435 w 7588411"/>
                <a:gd name="connsiteY25" fmla="*/ 3391894 h 3569344"/>
                <a:gd name="connsiteX26" fmla="*/ 2852335 w 7588411"/>
                <a:gd name="connsiteY26" fmla="*/ 3158807 h 3569344"/>
                <a:gd name="connsiteX27" fmla="*/ 2434370 w 7588411"/>
                <a:gd name="connsiteY27" fmla="*/ 2925719 h 3569344"/>
                <a:gd name="connsiteX28" fmla="*/ 2281652 w 7588411"/>
                <a:gd name="connsiteY28" fmla="*/ 2732819 h 3569344"/>
                <a:gd name="connsiteX29" fmla="*/ 2008367 w 7588411"/>
                <a:gd name="connsiteY29" fmla="*/ 2491694 h 3569344"/>
                <a:gd name="connsiteX30" fmla="*/ 1791346 w 7588411"/>
                <a:gd name="connsiteY30" fmla="*/ 2202344 h 3569344"/>
                <a:gd name="connsiteX31" fmla="*/ 1413570 w 7588411"/>
                <a:gd name="connsiteY31" fmla="*/ 2065706 h 3569344"/>
                <a:gd name="connsiteX32" fmla="*/ 770546 w 7588411"/>
                <a:gd name="connsiteY32" fmla="*/ 2057669 h 3569344"/>
                <a:gd name="connsiteX33" fmla="*/ 352580 w 7588411"/>
                <a:gd name="connsiteY33" fmla="*/ 1985331 h 3569344"/>
                <a:gd name="connsiteX34" fmla="*/ 127522 w 7588411"/>
                <a:gd name="connsiteY34" fmla="*/ 1872806 h 3569344"/>
                <a:gd name="connsiteX35" fmla="*/ 63220 w 7588411"/>
                <a:gd name="connsiteY35" fmla="*/ 1784394 h 3569344"/>
                <a:gd name="connsiteX36" fmla="*/ 14993 w 7588411"/>
                <a:gd name="connsiteY36" fmla="*/ 1671868 h 3569344"/>
                <a:gd name="connsiteX37" fmla="*/ 344542 w 7588411"/>
                <a:gd name="connsiteY37" fmla="*/ 1430743 h 3569344"/>
                <a:gd name="connsiteX0" fmla="*/ 256127 w 7586678"/>
                <a:gd name="connsiteY0" fmla="*/ 1495043 h 3569344"/>
                <a:gd name="connsiteX1" fmla="*/ 529412 w 7586678"/>
                <a:gd name="connsiteY1" fmla="*/ 1342331 h 3569344"/>
                <a:gd name="connsiteX2" fmla="*/ 1011680 w 7586678"/>
                <a:gd name="connsiteY2" fmla="*/ 1374481 h 3569344"/>
                <a:gd name="connsiteX3" fmla="*/ 1887800 w 7586678"/>
                <a:gd name="connsiteY3" fmla="*/ 1213731 h 3569344"/>
                <a:gd name="connsiteX4" fmla="*/ 2036740 w 7586678"/>
                <a:gd name="connsiteY4" fmla="*/ 1046919 h 3569344"/>
                <a:gd name="connsiteX5" fmla="*/ 2266412 w 7586678"/>
                <a:gd name="connsiteY5" fmla="*/ 935433 h 3569344"/>
                <a:gd name="connsiteX6" fmla="*/ 2233267 w 7586678"/>
                <a:gd name="connsiteY6" fmla="*/ 798638 h 3569344"/>
                <a:gd name="connsiteX7" fmla="*/ 2940751 w 7586678"/>
                <a:gd name="connsiteY7" fmla="*/ 369793 h 3569344"/>
                <a:gd name="connsiteX8" fmla="*/ 4033892 w 7586678"/>
                <a:gd name="connsiteY8" fmla="*/ 64368 h 3569344"/>
                <a:gd name="connsiteX9" fmla="*/ 4910012 w 7586678"/>
                <a:gd name="connsiteY9" fmla="*/ 32218 h 3569344"/>
                <a:gd name="connsiteX10" fmla="*/ 5416393 w 7586678"/>
                <a:gd name="connsiteY10" fmla="*/ 8105 h 3569344"/>
                <a:gd name="connsiteX11" fmla="*/ 5911082 w 7586678"/>
                <a:gd name="connsiteY11" fmla="*/ 184192 h 3569344"/>
                <a:gd name="connsiteX12" fmla="*/ 6614025 w 7586678"/>
                <a:gd name="connsiteY12" fmla="*/ 297455 h 3569344"/>
                <a:gd name="connsiteX13" fmla="*/ 7269583 w 7586678"/>
                <a:gd name="connsiteY13" fmla="*/ 547038 h 3569344"/>
                <a:gd name="connsiteX14" fmla="*/ 7585659 w 7586678"/>
                <a:gd name="connsiteY14" fmla="*/ 1476636 h 3569344"/>
                <a:gd name="connsiteX15" fmla="*/ 7369578 w 7586678"/>
                <a:gd name="connsiteY15" fmla="*/ 2105894 h 3569344"/>
                <a:gd name="connsiteX16" fmla="*/ 7345465 w 7586678"/>
                <a:gd name="connsiteY16" fmla="*/ 2604219 h 3569344"/>
                <a:gd name="connsiteX17" fmla="*/ 7196859 w 7586678"/>
                <a:gd name="connsiteY17" fmla="*/ 2976461 h 3569344"/>
                <a:gd name="connsiteX18" fmla="*/ 6895348 w 7586678"/>
                <a:gd name="connsiteY18" fmla="*/ 3223107 h 3569344"/>
                <a:gd name="connsiteX19" fmla="*/ 6340740 w 7586678"/>
                <a:gd name="connsiteY19" fmla="*/ 3279369 h 3569344"/>
                <a:gd name="connsiteX20" fmla="*/ 6043341 w 7586678"/>
                <a:gd name="connsiteY20" fmla="*/ 3303482 h 3569344"/>
                <a:gd name="connsiteX21" fmla="*/ 5834631 w 7586678"/>
                <a:gd name="connsiteY21" fmla="*/ 3396559 h 3569344"/>
                <a:gd name="connsiteX22" fmla="*/ 5399565 w 7586678"/>
                <a:gd name="connsiteY22" fmla="*/ 3448710 h 3569344"/>
                <a:gd name="connsiteX23" fmla="*/ 4725142 w 7586678"/>
                <a:gd name="connsiteY23" fmla="*/ 3568719 h 3569344"/>
                <a:gd name="connsiteX24" fmla="*/ 3511435 w 7586678"/>
                <a:gd name="connsiteY24" fmla="*/ 3391894 h 3569344"/>
                <a:gd name="connsiteX25" fmla="*/ 2852335 w 7586678"/>
                <a:gd name="connsiteY25" fmla="*/ 3158807 h 3569344"/>
                <a:gd name="connsiteX26" fmla="*/ 2434370 w 7586678"/>
                <a:gd name="connsiteY26" fmla="*/ 2925719 h 3569344"/>
                <a:gd name="connsiteX27" fmla="*/ 2281652 w 7586678"/>
                <a:gd name="connsiteY27" fmla="*/ 2732819 h 3569344"/>
                <a:gd name="connsiteX28" fmla="*/ 2008367 w 7586678"/>
                <a:gd name="connsiteY28" fmla="*/ 2491694 h 3569344"/>
                <a:gd name="connsiteX29" fmla="*/ 1791346 w 7586678"/>
                <a:gd name="connsiteY29" fmla="*/ 2202344 h 3569344"/>
                <a:gd name="connsiteX30" fmla="*/ 1413570 w 7586678"/>
                <a:gd name="connsiteY30" fmla="*/ 2065706 h 3569344"/>
                <a:gd name="connsiteX31" fmla="*/ 770546 w 7586678"/>
                <a:gd name="connsiteY31" fmla="*/ 2057669 h 3569344"/>
                <a:gd name="connsiteX32" fmla="*/ 352580 w 7586678"/>
                <a:gd name="connsiteY32" fmla="*/ 1985331 h 3569344"/>
                <a:gd name="connsiteX33" fmla="*/ 127522 w 7586678"/>
                <a:gd name="connsiteY33" fmla="*/ 1872806 h 3569344"/>
                <a:gd name="connsiteX34" fmla="*/ 63220 w 7586678"/>
                <a:gd name="connsiteY34" fmla="*/ 1784394 h 3569344"/>
                <a:gd name="connsiteX35" fmla="*/ 14993 w 7586678"/>
                <a:gd name="connsiteY35" fmla="*/ 1671868 h 3569344"/>
                <a:gd name="connsiteX36" fmla="*/ 344542 w 7586678"/>
                <a:gd name="connsiteY36" fmla="*/ 1430743 h 3569344"/>
                <a:gd name="connsiteX0" fmla="*/ 256127 w 7586267"/>
                <a:gd name="connsiteY0" fmla="*/ 1495043 h 3569344"/>
                <a:gd name="connsiteX1" fmla="*/ 529412 w 7586267"/>
                <a:gd name="connsiteY1" fmla="*/ 1342331 h 3569344"/>
                <a:gd name="connsiteX2" fmla="*/ 1011680 w 7586267"/>
                <a:gd name="connsiteY2" fmla="*/ 1374481 h 3569344"/>
                <a:gd name="connsiteX3" fmla="*/ 1887800 w 7586267"/>
                <a:gd name="connsiteY3" fmla="*/ 1213731 h 3569344"/>
                <a:gd name="connsiteX4" fmla="*/ 2036740 w 7586267"/>
                <a:gd name="connsiteY4" fmla="*/ 1046919 h 3569344"/>
                <a:gd name="connsiteX5" fmla="*/ 2266412 w 7586267"/>
                <a:gd name="connsiteY5" fmla="*/ 935433 h 3569344"/>
                <a:gd name="connsiteX6" fmla="*/ 2233267 w 7586267"/>
                <a:gd name="connsiteY6" fmla="*/ 798638 h 3569344"/>
                <a:gd name="connsiteX7" fmla="*/ 2940751 w 7586267"/>
                <a:gd name="connsiteY7" fmla="*/ 369793 h 3569344"/>
                <a:gd name="connsiteX8" fmla="*/ 4033892 w 7586267"/>
                <a:gd name="connsiteY8" fmla="*/ 64368 h 3569344"/>
                <a:gd name="connsiteX9" fmla="*/ 4910012 w 7586267"/>
                <a:gd name="connsiteY9" fmla="*/ 32218 h 3569344"/>
                <a:gd name="connsiteX10" fmla="*/ 5416393 w 7586267"/>
                <a:gd name="connsiteY10" fmla="*/ 8105 h 3569344"/>
                <a:gd name="connsiteX11" fmla="*/ 5911082 w 7586267"/>
                <a:gd name="connsiteY11" fmla="*/ 184192 h 3569344"/>
                <a:gd name="connsiteX12" fmla="*/ 6614025 w 7586267"/>
                <a:gd name="connsiteY12" fmla="*/ 297455 h 3569344"/>
                <a:gd name="connsiteX13" fmla="*/ 7269583 w 7586267"/>
                <a:gd name="connsiteY13" fmla="*/ 547038 h 3569344"/>
                <a:gd name="connsiteX14" fmla="*/ 7585659 w 7586267"/>
                <a:gd name="connsiteY14" fmla="*/ 1476636 h 3569344"/>
                <a:gd name="connsiteX15" fmla="*/ 7345465 w 7586267"/>
                <a:gd name="connsiteY15" fmla="*/ 2604219 h 3569344"/>
                <a:gd name="connsiteX16" fmla="*/ 7196859 w 7586267"/>
                <a:gd name="connsiteY16" fmla="*/ 2976461 h 3569344"/>
                <a:gd name="connsiteX17" fmla="*/ 6895348 w 7586267"/>
                <a:gd name="connsiteY17" fmla="*/ 3223107 h 3569344"/>
                <a:gd name="connsiteX18" fmla="*/ 6340740 w 7586267"/>
                <a:gd name="connsiteY18" fmla="*/ 3279369 h 3569344"/>
                <a:gd name="connsiteX19" fmla="*/ 6043341 w 7586267"/>
                <a:gd name="connsiteY19" fmla="*/ 3303482 h 3569344"/>
                <a:gd name="connsiteX20" fmla="*/ 5834631 w 7586267"/>
                <a:gd name="connsiteY20" fmla="*/ 3396559 h 3569344"/>
                <a:gd name="connsiteX21" fmla="*/ 5399565 w 7586267"/>
                <a:gd name="connsiteY21" fmla="*/ 3448710 h 3569344"/>
                <a:gd name="connsiteX22" fmla="*/ 4725142 w 7586267"/>
                <a:gd name="connsiteY22" fmla="*/ 3568719 h 3569344"/>
                <a:gd name="connsiteX23" fmla="*/ 3511435 w 7586267"/>
                <a:gd name="connsiteY23" fmla="*/ 3391894 h 3569344"/>
                <a:gd name="connsiteX24" fmla="*/ 2852335 w 7586267"/>
                <a:gd name="connsiteY24" fmla="*/ 3158807 h 3569344"/>
                <a:gd name="connsiteX25" fmla="*/ 2434370 w 7586267"/>
                <a:gd name="connsiteY25" fmla="*/ 2925719 h 3569344"/>
                <a:gd name="connsiteX26" fmla="*/ 2281652 w 7586267"/>
                <a:gd name="connsiteY26" fmla="*/ 2732819 h 3569344"/>
                <a:gd name="connsiteX27" fmla="*/ 2008367 w 7586267"/>
                <a:gd name="connsiteY27" fmla="*/ 2491694 h 3569344"/>
                <a:gd name="connsiteX28" fmla="*/ 1791346 w 7586267"/>
                <a:gd name="connsiteY28" fmla="*/ 2202344 h 3569344"/>
                <a:gd name="connsiteX29" fmla="*/ 1413570 w 7586267"/>
                <a:gd name="connsiteY29" fmla="*/ 2065706 h 3569344"/>
                <a:gd name="connsiteX30" fmla="*/ 770546 w 7586267"/>
                <a:gd name="connsiteY30" fmla="*/ 2057669 h 3569344"/>
                <a:gd name="connsiteX31" fmla="*/ 352580 w 7586267"/>
                <a:gd name="connsiteY31" fmla="*/ 1985331 h 3569344"/>
                <a:gd name="connsiteX32" fmla="*/ 127522 w 7586267"/>
                <a:gd name="connsiteY32" fmla="*/ 1872806 h 3569344"/>
                <a:gd name="connsiteX33" fmla="*/ 63220 w 7586267"/>
                <a:gd name="connsiteY33" fmla="*/ 1784394 h 3569344"/>
                <a:gd name="connsiteX34" fmla="*/ 14993 w 7586267"/>
                <a:gd name="connsiteY34" fmla="*/ 1671868 h 3569344"/>
                <a:gd name="connsiteX35" fmla="*/ 344542 w 7586267"/>
                <a:gd name="connsiteY35" fmla="*/ 1430743 h 3569344"/>
                <a:gd name="connsiteX0" fmla="*/ 256127 w 7586284"/>
                <a:gd name="connsiteY0" fmla="*/ 1495043 h 3569344"/>
                <a:gd name="connsiteX1" fmla="*/ 529412 w 7586284"/>
                <a:gd name="connsiteY1" fmla="*/ 1342331 h 3569344"/>
                <a:gd name="connsiteX2" fmla="*/ 1011680 w 7586284"/>
                <a:gd name="connsiteY2" fmla="*/ 1374481 h 3569344"/>
                <a:gd name="connsiteX3" fmla="*/ 1887800 w 7586284"/>
                <a:gd name="connsiteY3" fmla="*/ 1213731 h 3569344"/>
                <a:gd name="connsiteX4" fmla="*/ 2036740 w 7586284"/>
                <a:gd name="connsiteY4" fmla="*/ 1046919 h 3569344"/>
                <a:gd name="connsiteX5" fmla="*/ 2266412 w 7586284"/>
                <a:gd name="connsiteY5" fmla="*/ 935433 h 3569344"/>
                <a:gd name="connsiteX6" fmla="*/ 2233267 w 7586284"/>
                <a:gd name="connsiteY6" fmla="*/ 798638 h 3569344"/>
                <a:gd name="connsiteX7" fmla="*/ 2940751 w 7586284"/>
                <a:gd name="connsiteY7" fmla="*/ 369793 h 3569344"/>
                <a:gd name="connsiteX8" fmla="*/ 4033892 w 7586284"/>
                <a:gd name="connsiteY8" fmla="*/ 64368 h 3569344"/>
                <a:gd name="connsiteX9" fmla="*/ 4910012 w 7586284"/>
                <a:gd name="connsiteY9" fmla="*/ 32218 h 3569344"/>
                <a:gd name="connsiteX10" fmla="*/ 5416393 w 7586284"/>
                <a:gd name="connsiteY10" fmla="*/ 8105 h 3569344"/>
                <a:gd name="connsiteX11" fmla="*/ 5911082 w 7586284"/>
                <a:gd name="connsiteY11" fmla="*/ 184192 h 3569344"/>
                <a:gd name="connsiteX12" fmla="*/ 6614025 w 7586284"/>
                <a:gd name="connsiteY12" fmla="*/ 297455 h 3569344"/>
                <a:gd name="connsiteX13" fmla="*/ 7269583 w 7586284"/>
                <a:gd name="connsiteY13" fmla="*/ 547038 h 3569344"/>
                <a:gd name="connsiteX14" fmla="*/ 7585659 w 7586284"/>
                <a:gd name="connsiteY14" fmla="*/ 1476636 h 3569344"/>
                <a:gd name="connsiteX15" fmla="*/ 7196859 w 7586284"/>
                <a:gd name="connsiteY15" fmla="*/ 2976461 h 3569344"/>
                <a:gd name="connsiteX16" fmla="*/ 6895348 w 7586284"/>
                <a:gd name="connsiteY16" fmla="*/ 3223107 h 3569344"/>
                <a:gd name="connsiteX17" fmla="*/ 6340740 w 7586284"/>
                <a:gd name="connsiteY17" fmla="*/ 3279369 h 3569344"/>
                <a:gd name="connsiteX18" fmla="*/ 6043341 w 7586284"/>
                <a:gd name="connsiteY18" fmla="*/ 3303482 h 3569344"/>
                <a:gd name="connsiteX19" fmla="*/ 5834631 w 7586284"/>
                <a:gd name="connsiteY19" fmla="*/ 3396559 h 3569344"/>
                <a:gd name="connsiteX20" fmla="*/ 5399565 w 7586284"/>
                <a:gd name="connsiteY20" fmla="*/ 3448710 h 3569344"/>
                <a:gd name="connsiteX21" fmla="*/ 4725142 w 7586284"/>
                <a:gd name="connsiteY21" fmla="*/ 3568719 h 3569344"/>
                <a:gd name="connsiteX22" fmla="*/ 3511435 w 7586284"/>
                <a:gd name="connsiteY22" fmla="*/ 3391894 h 3569344"/>
                <a:gd name="connsiteX23" fmla="*/ 2852335 w 7586284"/>
                <a:gd name="connsiteY23" fmla="*/ 3158807 h 3569344"/>
                <a:gd name="connsiteX24" fmla="*/ 2434370 w 7586284"/>
                <a:gd name="connsiteY24" fmla="*/ 2925719 h 3569344"/>
                <a:gd name="connsiteX25" fmla="*/ 2281652 w 7586284"/>
                <a:gd name="connsiteY25" fmla="*/ 2732819 h 3569344"/>
                <a:gd name="connsiteX26" fmla="*/ 2008367 w 7586284"/>
                <a:gd name="connsiteY26" fmla="*/ 2491694 h 3569344"/>
                <a:gd name="connsiteX27" fmla="*/ 1791346 w 7586284"/>
                <a:gd name="connsiteY27" fmla="*/ 2202344 h 3569344"/>
                <a:gd name="connsiteX28" fmla="*/ 1413570 w 7586284"/>
                <a:gd name="connsiteY28" fmla="*/ 2065706 h 3569344"/>
                <a:gd name="connsiteX29" fmla="*/ 770546 w 7586284"/>
                <a:gd name="connsiteY29" fmla="*/ 2057669 h 3569344"/>
                <a:gd name="connsiteX30" fmla="*/ 352580 w 7586284"/>
                <a:gd name="connsiteY30" fmla="*/ 1985331 h 3569344"/>
                <a:gd name="connsiteX31" fmla="*/ 127522 w 7586284"/>
                <a:gd name="connsiteY31" fmla="*/ 1872806 h 3569344"/>
                <a:gd name="connsiteX32" fmla="*/ 63220 w 7586284"/>
                <a:gd name="connsiteY32" fmla="*/ 1784394 h 3569344"/>
                <a:gd name="connsiteX33" fmla="*/ 14993 w 7586284"/>
                <a:gd name="connsiteY33" fmla="*/ 1671868 h 3569344"/>
                <a:gd name="connsiteX34" fmla="*/ 344542 w 7586284"/>
                <a:gd name="connsiteY34" fmla="*/ 1430743 h 3569344"/>
                <a:gd name="connsiteX0" fmla="*/ 256127 w 7590172"/>
                <a:gd name="connsiteY0" fmla="*/ 1495043 h 3569344"/>
                <a:gd name="connsiteX1" fmla="*/ 529412 w 7590172"/>
                <a:gd name="connsiteY1" fmla="*/ 1342331 h 3569344"/>
                <a:gd name="connsiteX2" fmla="*/ 1011680 w 7590172"/>
                <a:gd name="connsiteY2" fmla="*/ 1374481 h 3569344"/>
                <a:gd name="connsiteX3" fmla="*/ 1887800 w 7590172"/>
                <a:gd name="connsiteY3" fmla="*/ 1213731 h 3569344"/>
                <a:gd name="connsiteX4" fmla="*/ 2036740 w 7590172"/>
                <a:gd name="connsiteY4" fmla="*/ 1046919 h 3569344"/>
                <a:gd name="connsiteX5" fmla="*/ 2266412 w 7590172"/>
                <a:gd name="connsiteY5" fmla="*/ 935433 h 3569344"/>
                <a:gd name="connsiteX6" fmla="*/ 2233267 w 7590172"/>
                <a:gd name="connsiteY6" fmla="*/ 798638 h 3569344"/>
                <a:gd name="connsiteX7" fmla="*/ 2940751 w 7590172"/>
                <a:gd name="connsiteY7" fmla="*/ 369793 h 3569344"/>
                <a:gd name="connsiteX8" fmla="*/ 4033892 w 7590172"/>
                <a:gd name="connsiteY8" fmla="*/ 64368 h 3569344"/>
                <a:gd name="connsiteX9" fmla="*/ 4910012 w 7590172"/>
                <a:gd name="connsiteY9" fmla="*/ 32218 h 3569344"/>
                <a:gd name="connsiteX10" fmla="*/ 5416393 w 7590172"/>
                <a:gd name="connsiteY10" fmla="*/ 8105 h 3569344"/>
                <a:gd name="connsiteX11" fmla="*/ 5911082 w 7590172"/>
                <a:gd name="connsiteY11" fmla="*/ 184192 h 3569344"/>
                <a:gd name="connsiteX12" fmla="*/ 6614025 w 7590172"/>
                <a:gd name="connsiteY12" fmla="*/ 297455 h 3569344"/>
                <a:gd name="connsiteX13" fmla="*/ 7269583 w 7590172"/>
                <a:gd name="connsiteY13" fmla="*/ 547038 h 3569344"/>
                <a:gd name="connsiteX14" fmla="*/ 7585659 w 7590172"/>
                <a:gd name="connsiteY14" fmla="*/ 1476636 h 3569344"/>
                <a:gd name="connsiteX15" fmla="*/ 7416865 w 7590172"/>
                <a:gd name="connsiteY15" fmla="*/ 2836451 h 3569344"/>
                <a:gd name="connsiteX16" fmla="*/ 6895348 w 7590172"/>
                <a:gd name="connsiteY16" fmla="*/ 3223107 h 3569344"/>
                <a:gd name="connsiteX17" fmla="*/ 6340740 w 7590172"/>
                <a:gd name="connsiteY17" fmla="*/ 3279369 h 3569344"/>
                <a:gd name="connsiteX18" fmla="*/ 6043341 w 7590172"/>
                <a:gd name="connsiteY18" fmla="*/ 3303482 h 3569344"/>
                <a:gd name="connsiteX19" fmla="*/ 5834631 w 7590172"/>
                <a:gd name="connsiteY19" fmla="*/ 3396559 h 3569344"/>
                <a:gd name="connsiteX20" fmla="*/ 5399565 w 7590172"/>
                <a:gd name="connsiteY20" fmla="*/ 3448710 h 3569344"/>
                <a:gd name="connsiteX21" fmla="*/ 4725142 w 7590172"/>
                <a:gd name="connsiteY21" fmla="*/ 3568719 h 3569344"/>
                <a:gd name="connsiteX22" fmla="*/ 3511435 w 7590172"/>
                <a:gd name="connsiteY22" fmla="*/ 3391894 h 3569344"/>
                <a:gd name="connsiteX23" fmla="*/ 2852335 w 7590172"/>
                <a:gd name="connsiteY23" fmla="*/ 3158807 h 3569344"/>
                <a:gd name="connsiteX24" fmla="*/ 2434370 w 7590172"/>
                <a:gd name="connsiteY24" fmla="*/ 2925719 h 3569344"/>
                <a:gd name="connsiteX25" fmla="*/ 2281652 w 7590172"/>
                <a:gd name="connsiteY25" fmla="*/ 2732819 h 3569344"/>
                <a:gd name="connsiteX26" fmla="*/ 2008367 w 7590172"/>
                <a:gd name="connsiteY26" fmla="*/ 2491694 h 3569344"/>
                <a:gd name="connsiteX27" fmla="*/ 1791346 w 7590172"/>
                <a:gd name="connsiteY27" fmla="*/ 2202344 h 3569344"/>
                <a:gd name="connsiteX28" fmla="*/ 1413570 w 7590172"/>
                <a:gd name="connsiteY28" fmla="*/ 2065706 h 3569344"/>
                <a:gd name="connsiteX29" fmla="*/ 770546 w 7590172"/>
                <a:gd name="connsiteY29" fmla="*/ 2057669 h 3569344"/>
                <a:gd name="connsiteX30" fmla="*/ 352580 w 7590172"/>
                <a:gd name="connsiteY30" fmla="*/ 1985331 h 3569344"/>
                <a:gd name="connsiteX31" fmla="*/ 127522 w 7590172"/>
                <a:gd name="connsiteY31" fmla="*/ 1872806 h 3569344"/>
                <a:gd name="connsiteX32" fmla="*/ 63220 w 7590172"/>
                <a:gd name="connsiteY32" fmla="*/ 1784394 h 3569344"/>
                <a:gd name="connsiteX33" fmla="*/ 14993 w 7590172"/>
                <a:gd name="connsiteY33" fmla="*/ 1671868 h 3569344"/>
                <a:gd name="connsiteX34" fmla="*/ 344542 w 7590172"/>
                <a:gd name="connsiteY34" fmla="*/ 1430743 h 3569344"/>
                <a:gd name="connsiteX0" fmla="*/ 256127 w 7586097"/>
                <a:gd name="connsiteY0" fmla="*/ 1495043 h 3569344"/>
                <a:gd name="connsiteX1" fmla="*/ 529412 w 7586097"/>
                <a:gd name="connsiteY1" fmla="*/ 1342331 h 3569344"/>
                <a:gd name="connsiteX2" fmla="*/ 1011680 w 7586097"/>
                <a:gd name="connsiteY2" fmla="*/ 1374481 h 3569344"/>
                <a:gd name="connsiteX3" fmla="*/ 1887800 w 7586097"/>
                <a:gd name="connsiteY3" fmla="*/ 1213731 h 3569344"/>
                <a:gd name="connsiteX4" fmla="*/ 2036740 w 7586097"/>
                <a:gd name="connsiteY4" fmla="*/ 1046919 h 3569344"/>
                <a:gd name="connsiteX5" fmla="*/ 2266412 w 7586097"/>
                <a:gd name="connsiteY5" fmla="*/ 935433 h 3569344"/>
                <a:gd name="connsiteX6" fmla="*/ 2233267 w 7586097"/>
                <a:gd name="connsiteY6" fmla="*/ 798638 h 3569344"/>
                <a:gd name="connsiteX7" fmla="*/ 2940751 w 7586097"/>
                <a:gd name="connsiteY7" fmla="*/ 369793 h 3569344"/>
                <a:gd name="connsiteX8" fmla="*/ 4033892 w 7586097"/>
                <a:gd name="connsiteY8" fmla="*/ 64368 h 3569344"/>
                <a:gd name="connsiteX9" fmla="*/ 4910012 w 7586097"/>
                <a:gd name="connsiteY9" fmla="*/ 32218 h 3569344"/>
                <a:gd name="connsiteX10" fmla="*/ 5416393 w 7586097"/>
                <a:gd name="connsiteY10" fmla="*/ 8105 h 3569344"/>
                <a:gd name="connsiteX11" fmla="*/ 5911082 w 7586097"/>
                <a:gd name="connsiteY11" fmla="*/ 184192 h 3569344"/>
                <a:gd name="connsiteX12" fmla="*/ 6614025 w 7586097"/>
                <a:gd name="connsiteY12" fmla="*/ 297455 h 3569344"/>
                <a:gd name="connsiteX13" fmla="*/ 7379586 w 7586097"/>
                <a:gd name="connsiteY13" fmla="*/ 617043 h 3569344"/>
                <a:gd name="connsiteX14" fmla="*/ 7585659 w 7586097"/>
                <a:gd name="connsiteY14" fmla="*/ 1476636 h 3569344"/>
                <a:gd name="connsiteX15" fmla="*/ 7416865 w 7586097"/>
                <a:gd name="connsiteY15" fmla="*/ 2836451 h 3569344"/>
                <a:gd name="connsiteX16" fmla="*/ 6895348 w 7586097"/>
                <a:gd name="connsiteY16" fmla="*/ 3223107 h 3569344"/>
                <a:gd name="connsiteX17" fmla="*/ 6340740 w 7586097"/>
                <a:gd name="connsiteY17" fmla="*/ 3279369 h 3569344"/>
                <a:gd name="connsiteX18" fmla="*/ 6043341 w 7586097"/>
                <a:gd name="connsiteY18" fmla="*/ 3303482 h 3569344"/>
                <a:gd name="connsiteX19" fmla="*/ 5834631 w 7586097"/>
                <a:gd name="connsiteY19" fmla="*/ 3396559 h 3569344"/>
                <a:gd name="connsiteX20" fmla="*/ 5399565 w 7586097"/>
                <a:gd name="connsiteY20" fmla="*/ 3448710 h 3569344"/>
                <a:gd name="connsiteX21" fmla="*/ 4725142 w 7586097"/>
                <a:gd name="connsiteY21" fmla="*/ 3568719 h 3569344"/>
                <a:gd name="connsiteX22" fmla="*/ 3511435 w 7586097"/>
                <a:gd name="connsiteY22" fmla="*/ 3391894 h 3569344"/>
                <a:gd name="connsiteX23" fmla="*/ 2852335 w 7586097"/>
                <a:gd name="connsiteY23" fmla="*/ 3158807 h 3569344"/>
                <a:gd name="connsiteX24" fmla="*/ 2434370 w 7586097"/>
                <a:gd name="connsiteY24" fmla="*/ 2925719 h 3569344"/>
                <a:gd name="connsiteX25" fmla="*/ 2281652 w 7586097"/>
                <a:gd name="connsiteY25" fmla="*/ 2732819 h 3569344"/>
                <a:gd name="connsiteX26" fmla="*/ 2008367 w 7586097"/>
                <a:gd name="connsiteY26" fmla="*/ 2491694 h 3569344"/>
                <a:gd name="connsiteX27" fmla="*/ 1791346 w 7586097"/>
                <a:gd name="connsiteY27" fmla="*/ 2202344 h 3569344"/>
                <a:gd name="connsiteX28" fmla="*/ 1413570 w 7586097"/>
                <a:gd name="connsiteY28" fmla="*/ 2065706 h 3569344"/>
                <a:gd name="connsiteX29" fmla="*/ 770546 w 7586097"/>
                <a:gd name="connsiteY29" fmla="*/ 2057669 h 3569344"/>
                <a:gd name="connsiteX30" fmla="*/ 352580 w 7586097"/>
                <a:gd name="connsiteY30" fmla="*/ 1985331 h 3569344"/>
                <a:gd name="connsiteX31" fmla="*/ 127522 w 7586097"/>
                <a:gd name="connsiteY31" fmla="*/ 1872806 h 3569344"/>
                <a:gd name="connsiteX32" fmla="*/ 63220 w 7586097"/>
                <a:gd name="connsiteY32" fmla="*/ 1784394 h 3569344"/>
                <a:gd name="connsiteX33" fmla="*/ 14993 w 7586097"/>
                <a:gd name="connsiteY33" fmla="*/ 1671868 h 3569344"/>
                <a:gd name="connsiteX34" fmla="*/ 344542 w 7586097"/>
                <a:gd name="connsiteY34" fmla="*/ 1430743 h 3569344"/>
                <a:gd name="connsiteX0" fmla="*/ 256127 w 7705837"/>
                <a:gd name="connsiteY0" fmla="*/ 1495043 h 3569344"/>
                <a:gd name="connsiteX1" fmla="*/ 529412 w 7705837"/>
                <a:gd name="connsiteY1" fmla="*/ 1342331 h 3569344"/>
                <a:gd name="connsiteX2" fmla="*/ 1011680 w 7705837"/>
                <a:gd name="connsiteY2" fmla="*/ 1374481 h 3569344"/>
                <a:gd name="connsiteX3" fmla="*/ 1887800 w 7705837"/>
                <a:gd name="connsiteY3" fmla="*/ 1213731 h 3569344"/>
                <a:gd name="connsiteX4" fmla="*/ 2036740 w 7705837"/>
                <a:gd name="connsiteY4" fmla="*/ 1046919 h 3569344"/>
                <a:gd name="connsiteX5" fmla="*/ 2266412 w 7705837"/>
                <a:gd name="connsiteY5" fmla="*/ 935433 h 3569344"/>
                <a:gd name="connsiteX6" fmla="*/ 2233267 w 7705837"/>
                <a:gd name="connsiteY6" fmla="*/ 798638 h 3569344"/>
                <a:gd name="connsiteX7" fmla="*/ 2940751 w 7705837"/>
                <a:gd name="connsiteY7" fmla="*/ 369793 h 3569344"/>
                <a:gd name="connsiteX8" fmla="*/ 4033892 w 7705837"/>
                <a:gd name="connsiteY8" fmla="*/ 64368 h 3569344"/>
                <a:gd name="connsiteX9" fmla="*/ 4910012 w 7705837"/>
                <a:gd name="connsiteY9" fmla="*/ 32218 h 3569344"/>
                <a:gd name="connsiteX10" fmla="*/ 5416393 w 7705837"/>
                <a:gd name="connsiteY10" fmla="*/ 8105 h 3569344"/>
                <a:gd name="connsiteX11" fmla="*/ 5911082 w 7705837"/>
                <a:gd name="connsiteY11" fmla="*/ 184192 h 3569344"/>
                <a:gd name="connsiteX12" fmla="*/ 6614025 w 7705837"/>
                <a:gd name="connsiteY12" fmla="*/ 297455 h 3569344"/>
                <a:gd name="connsiteX13" fmla="*/ 7379586 w 7705837"/>
                <a:gd name="connsiteY13" fmla="*/ 617043 h 3569344"/>
                <a:gd name="connsiteX14" fmla="*/ 7705662 w 7705837"/>
                <a:gd name="connsiteY14" fmla="*/ 1676651 h 3569344"/>
                <a:gd name="connsiteX15" fmla="*/ 7416865 w 7705837"/>
                <a:gd name="connsiteY15" fmla="*/ 2836451 h 3569344"/>
                <a:gd name="connsiteX16" fmla="*/ 6895348 w 7705837"/>
                <a:gd name="connsiteY16" fmla="*/ 3223107 h 3569344"/>
                <a:gd name="connsiteX17" fmla="*/ 6340740 w 7705837"/>
                <a:gd name="connsiteY17" fmla="*/ 3279369 h 3569344"/>
                <a:gd name="connsiteX18" fmla="*/ 6043341 w 7705837"/>
                <a:gd name="connsiteY18" fmla="*/ 3303482 h 3569344"/>
                <a:gd name="connsiteX19" fmla="*/ 5834631 w 7705837"/>
                <a:gd name="connsiteY19" fmla="*/ 3396559 h 3569344"/>
                <a:gd name="connsiteX20" fmla="*/ 5399565 w 7705837"/>
                <a:gd name="connsiteY20" fmla="*/ 3448710 h 3569344"/>
                <a:gd name="connsiteX21" fmla="*/ 4725142 w 7705837"/>
                <a:gd name="connsiteY21" fmla="*/ 3568719 h 3569344"/>
                <a:gd name="connsiteX22" fmla="*/ 3511435 w 7705837"/>
                <a:gd name="connsiteY22" fmla="*/ 3391894 h 3569344"/>
                <a:gd name="connsiteX23" fmla="*/ 2852335 w 7705837"/>
                <a:gd name="connsiteY23" fmla="*/ 3158807 h 3569344"/>
                <a:gd name="connsiteX24" fmla="*/ 2434370 w 7705837"/>
                <a:gd name="connsiteY24" fmla="*/ 2925719 h 3569344"/>
                <a:gd name="connsiteX25" fmla="*/ 2281652 w 7705837"/>
                <a:gd name="connsiteY25" fmla="*/ 2732819 h 3569344"/>
                <a:gd name="connsiteX26" fmla="*/ 2008367 w 7705837"/>
                <a:gd name="connsiteY26" fmla="*/ 2491694 h 3569344"/>
                <a:gd name="connsiteX27" fmla="*/ 1791346 w 7705837"/>
                <a:gd name="connsiteY27" fmla="*/ 2202344 h 3569344"/>
                <a:gd name="connsiteX28" fmla="*/ 1413570 w 7705837"/>
                <a:gd name="connsiteY28" fmla="*/ 2065706 h 3569344"/>
                <a:gd name="connsiteX29" fmla="*/ 770546 w 7705837"/>
                <a:gd name="connsiteY29" fmla="*/ 2057669 h 3569344"/>
                <a:gd name="connsiteX30" fmla="*/ 352580 w 7705837"/>
                <a:gd name="connsiteY30" fmla="*/ 1985331 h 3569344"/>
                <a:gd name="connsiteX31" fmla="*/ 127522 w 7705837"/>
                <a:gd name="connsiteY31" fmla="*/ 1872806 h 3569344"/>
                <a:gd name="connsiteX32" fmla="*/ 63220 w 7705837"/>
                <a:gd name="connsiteY32" fmla="*/ 1784394 h 3569344"/>
                <a:gd name="connsiteX33" fmla="*/ 14993 w 7705837"/>
                <a:gd name="connsiteY33" fmla="*/ 1671868 h 3569344"/>
                <a:gd name="connsiteX34" fmla="*/ 344542 w 7705837"/>
                <a:gd name="connsiteY34" fmla="*/ 1430743 h 3569344"/>
                <a:gd name="connsiteX0" fmla="*/ 256127 w 7705667"/>
                <a:gd name="connsiteY0" fmla="*/ 1495043 h 3569344"/>
                <a:gd name="connsiteX1" fmla="*/ 529412 w 7705667"/>
                <a:gd name="connsiteY1" fmla="*/ 1342331 h 3569344"/>
                <a:gd name="connsiteX2" fmla="*/ 1011680 w 7705667"/>
                <a:gd name="connsiteY2" fmla="*/ 1374481 h 3569344"/>
                <a:gd name="connsiteX3" fmla="*/ 1887800 w 7705667"/>
                <a:gd name="connsiteY3" fmla="*/ 1213731 h 3569344"/>
                <a:gd name="connsiteX4" fmla="*/ 2036740 w 7705667"/>
                <a:gd name="connsiteY4" fmla="*/ 1046919 h 3569344"/>
                <a:gd name="connsiteX5" fmla="*/ 2266412 w 7705667"/>
                <a:gd name="connsiteY5" fmla="*/ 935433 h 3569344"/>
                <a:gd name="connsiteX6" fmla="*/ 2233267 w 7705667"/>
                <a:gd name="connsiteY6" fmla="*/ 798638 h 3569344"/>
                <a:gd name="connsiteX7" fmla="*/ 2940751 w 7705667"/>
                <a:gd name="connsiteY7" fmla="*/ 369793 h 3569344"/>
                <a:gd name="connsiteX8" fmla="*/ 4033892 w 7705667"/>
                <a:gd name="connsiteY8" fmla="*/ 64368 h 3569344"/>
                <a:gd name="connsiteX9" fmla="*/ 4910012 w 7705667"/>
                <a:gd name="connsiteY9" fmla="*/ 32218 h 3569344"/>
                <a:gd name="connsiteX10" fmla="*/ 5416393 w 7705667"/>
                <a:gd name="connsiteY10" fmla="*/ 8105 h 3569344"/>
                <a:gd name="connsiteX11" fmla="*/ 5911082 w 7705667"/>
                <a:gd name="connsiteY11" fmla="*/ 184192 h 3569344"/>
                <a:gd name="connsiteX12" fmla="*/ 6614025 w 7705667"/>
                <a:gd name="connsiteY12" fmla="*/ 297455 h 3569344"/>
                <a:gd name="connsiteX13" fmla="*/ 7379586 w 7705667"/>
                <a:gd name="connsiteY13" fmla="*/ 617043 h 3569344"/>
                <a:gd name="connsiteX14" fmla="*/ 7705662 w 7705667"/>
                <a:gd name="connsiteY14" fmla="*/ 1676651 h 3569344"/>
                <a:gd name="connsiteX15" fmla="*/ 7386864 w 7705667"/>
                <a:gd name="connsiteY15" fmla="*/ 2786448 h 3569344"/>
                <a:gd name="connsiteX16" fmla="*/ 6895348 w 7705667"/>
                <a:gd name="connsiteY16" fmla="*/ 3223107 h 3569344"/>
                <a:gd name="connsiteX17" fmla="*/ 6340740 w 7705667"/>
                <a:gd name="connsiteY17" fmla="*/ 3279369 h 3569344"/>
                <a:gd name="connsiteX18" fmla="*/ 6043341 w 7705667"/>
                <a:gd name="connsiteY18" fmla="*/ 3303482 h 3569344"/>
                <a:gd name="connsiteX19" fmla="*/ 5834631 w 7705667"/>
                <a:gd name="connsiteY19" fmla="*/ 3396559 h 3569344"/>
                <a:gd name="connsiteX20" fmla="*/ 5399565 w 7705667"/>
                <a:gd name="connsiteY20" fmla="*/ 3448710 h 3569344"/>
                <a:gd name="connsiteX21" fmla="*/ 4725142 w 7705667"/>
                <a:gd name="connsiteY21" fmla="*/ 3568719 h 3569344"/>
                <a:gd name="connsiteX22" fmla="*/ 3511435 w 7705667"/>
                <a:gd name="connsiteY22" fmla="*/ 3391894 h 3569344"/>
                <a:gd name="connsiteX23" fmla="*/ 2852335 w 7705667"/>
                <a:gd name="connsiteY23" fmla="*/ 3158807 h 3569344"/>
                <a:gd name="connsiteX24" fmla="*/ 2434370 w 7705667"/>
                <a:gd name="connsiteY24" fmla="*/ 2925719 h 3569344"/>
                <a:gd name="connsiteX25" fmla="*/ 2281652 w 7705667"/>
                <a:gd name="connsiteY25" fmla="*/ 2732819 h 3569344"/>
                <a:gd name="connsiteX26" fmla="*/ 2008367 w 7705667"/>
                <a:gd name="connsiteY26" fmla="*/ 2491694 h 3569344"/>
                <a:gd name="connsiteX27" fmla="*/ 1791346 w 7705667"/>
                <a:gd name="connsiteY27" fmla="*/ 2202344 h 3569344"/>
                <a:gd name="connsiteX28" fmla="*/ 1413570 w 7705667"/>
                <a:gd name="connsiteY28" fmla="*/ 2065706 h 3569344"/>
                <a:gd name="connsiteX29" fmla="*/ 770546 w 7705667"/>
                <a:gd name="connsiteY29" fmla="*/ 2057669 h 3569344"/>
                <a:gd name="connsiteX30" fmla="*/ 352580 w 7705667"/>
                <a:gd name="connsiteY30" fmla="*/ 1985331 h 3569344"/>
                <a:gd name="connsiteX31" fmla="*/ 127522 w 7705667"/>
                <a:gd name="connsiteY31" fmla="*/ 1872806 h 3569344"/>
                <a:gd name="connsiteX32" fmla="*/ 63220 w 7705667"/>
                <a:gd name="connsiteY32" fmla="*/ 1784394 h 3569344"/>
                <a:gd name="connsiteX33" fmla="*/ 14993 w 7705667"/>
                <a:gd name="connsiteY33" fmla="*/ 1671868 h 3569344"/>
                <a:gd name="connsiteX34" fmla="*/ 344542 w 770566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81652 w 7705897"/>
                <a:gd name="connsiteY25" fmla="*/ 2732819 h 3569344"/>
                <a:gd name="connsiteX26" fmla="*/ 2008367 w 7705897"/>
                <a:gd name="connsiteY26" fmla="*/ 2491694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08367 w 7705897"/>
                <a:gd name="connsiteY26" fmla="*/ 2491694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17988 w 7705897"/>
                <a:gd name="connsiteY26" fmla="*/ 2462830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108125 w 7705897"/>
                <a:gd name="connsiteY26" fmla="*/ 2618645 h 3569344"/>
                <a:gd name="connsiteX27" fmla="*/ 2017988 w 7705897"/>
                <a:gd name="connsiteY27" fmla="*/ 2462830 h 3569344"/>
                <a:gd name="connsiteX28" fmla="*/ 1791346 w 7705897"/>
                <a:gd name="connsiteY28" fmla="*/ 2202344 h 3569344"/>
                <a:gd name="connsiteX29" fmla="*/ 1413570 w 7705897"/>
                <a:gd name="connsiteY29" fmla="*/ 2065706 h 3569344"/>
                <a:gd name="connsiteX30" fmla="*/ 770546 w 7705897"/>
                <a:gd name="connsiteY30" fmla="*/ 2057669 h 3569344"/>
                <a:gd name="connsiteX31" fmla="*/ 352580 w 7705897"/>
                <a:gd name="connsiteY31" fmla="*/ 1985331 h 3569344"/>
                <a:gd name="connsiteX32" fmla="*/ 127522 w 7705897"/>
                <a:gd name="connsiteY32" fmla="*/ 1872806 h 3569344"/>
                <a:gd name="connsiteX33" fmla="*/ 63220 w 7705897"/>
                <a:gd name="connsiteY33" fmla="*/ 1784394 h 3569344"/>
                <a:gd name="connsiteX34" fmla="*/ 14993 w 7705897"/>
                <a:gd name="connsiteY34" fmla="*/ 1671868 h 3569344"/>
                <a:gd name="connsiteX35" fmla="*/ 344542 w 7705897"/>
                <a:gd name="connsiteY35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37571 w 7705897"/>
                <a:gd name="connsiteY26" fmla="*/ 2525639 h 3569344"/>
                <a:gd name="connsiteX27" fmla="*/ 2017988 w 7705897"/>
                <a:gd name="connsiteY27" fmla="*/ 2462830 h 3569344"/>
                <a:gd name="connsiteX28" fmla="*/ 1791346 w 7705897"/>
                <a:gd name="connsiteY28" fmla="*/ 2202344 h 3569344"/>
                <a:gd name="connsiteX29" fmla="*/ 1413570 w 7705897"/>
                <a:gd name="connsiteY29" fmla="*/ 2065706 h 3569344"/>
                <a:gd name="connsiteX30" fmla="*/ 770546 w 7705897"/>
                <a:gd name="connsiteY30" fmla="*/ 2057669 h 3569344"/>
                <a:gd name="connsiteX31" fmla="*/ 352580 w 7705897"/>
                <a:gd name="connsiteY31" fmla="*/ 1985331 h 3569344"/>
                <a:gd name="connsiteX32" fmla="*/ 127522 w 7705897"/>
                <a:gd name="connsiteY32" fmla="*/ 1872806 h 3569344"/>
                <a:gd name="connsiteX33" fmla="*/ 63220 w 7705897"/>
                <a:gd name="connsiteY33" fmla="*/ 1784394 h 3569344"/>
                <a:gd name="connsiteX34" fmla="*/ 14993 w 7705897"/>
                <a:gd name="connsiteY34" fmla="*/ 1671868 h 3569344"/>
                <a:gd name="connsiteX35" fmla="*/ 344542 w 7705897"/>
                <a:gd name="connsiteY35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114539 w 7705897"/>
                <a:gd name="connsiteY26" fmla="*/ 2634680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91856 w 7705897"/>
                <a:gd name="connsiteY25" fmla="*/ 2710369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331760 w 7705897"/>
                <a:gd name="connsiteY26" fmla="*/ 2620398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339915 w 7705897"/>
                <a:gd name="connsiteY5" fmla="*/ 951768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331760 w 7705897"/>
                <a:gd name="connsiteY26" fmla="*/ 2620398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20832"/>
                <a:gd name="connsiteY0" fmla="*/ 1495043 h 3569344"/>
                <a:gd name="connsiteX1" fmla="*/ 529412 w 7720832"/>
                <a:gd name="connsiteY1" fmla="*/ 1342331 h 3569344"/>
                <a:gd name="connsiteX2" fmla="*/ 1011680 w 7720832"/>
                <a:gd name="connsiteY2" fmla="*/ 1374481 h 3569344"/>
                <a:gd name="connsiteX3" fmla="*/ 1887800 w 7720832"/>
                <a:gd name="connsiteY3" fmla="*/ 1213731 h 3569344"/>
                <a:gd name="connsiteX4" fmla="*/ 2036740 w 7720832"/>
                <a:gd name="connsiteY4" fmla="*/ 1046919 h 3569344"/>
                <a:gd name="connsiteX5" fmla="*/ 2339915 w 7720832"/>
                <a:gd name="connsiteY5" fmla="*/ 951768 h 3569344"/>
                <a:gd name="connsiteX6" fmla="*/ 2233267 w 7720832"/>
                <a:gd name="connsiteY6" fmla="*/ 798638 h 3569344"/>
                <a:gd name="connsiteX7" fmla="*/ 2940751 w 7720832"/>
                <a:gd name="connsiteY7" fmla="*/ 369793 h 3569344"/>
                <a:gd name="connsiteX8" fmla="*/ 4033892 w 7720832"/>
                <a:gd name="connsiteY8" fmla="*/ 64368 h 3569344"/>
                <a:gd name="connsiteX9" fmla="*/ 4910012 w 7720832"/>
                <a:gd name="connsiteY9" fmla="*/ 32218 h 3569344"/>
                <a:gd name="connsiteX10" fmla="*/ 5416393 w 7720832"/>
                <a:gd name="connsiteY10" fmla="*/ 8105 h 3569344"/>
                <a:gd name="connsiteX11" fmla="*/ 5911082 w 7720832"/>
                <a:gd name="connsiteY11" fmla="*/ 184192 h 3569344"/>
                <a:gd name="connsiteX12" fmla="*/ 6614025 w 7720832"/>
                <a:gd name="connsiteY12" fmla="*/ 297455 h 3569344"/>
                <a:gd name="connsiteX13" fmla="*/ 6899573 w 7720832"/>
                <a:gd name="connsiteY13" fmla="*/ 777055 h 3569344"/>
                <a:gd name="connsiteX14" fmla="*/ 7705662 w 7720832"/>
                <a:gd name="connsiteY14" fmla="*/ 1676651 h 3569344"/>
                <a:gd name="connsiteX15" fmla="*/ 7386864 w 7720832"/>
                <a:gd name="connsiteY15" fmla="*/ 2786448 h 3569344"/>
                <a:gd name="connsiteX16" fmla="*/ 6895348 w 7720832"/>
                <a:gd name="connsiteY16" fmla="*/ 3223107 h 3569344"/>
                <a:gd name="connsiteX17" fmla="*/ 6340740 w 7720832"/>
                <a:gd name="connsiteY17" fmla="*/ 3279369 h 3569344"/>
                <a:gd name="connsiteX18" fmla="*/ 6043341 w 7720832"/>
                <a:gd name="connsiteY18" fmla="*/ 3303482 h 3569344"/>
                <a:gd name="connsiteX19" fmla="*/ 5834631 w 7720832"/>
                <a:gd name="connsiteY19" fmla="*/ 3396559 h 3569344"/>
                <a:gd name="connsiteX20" fmla="*/ 5399565 w 7720832"/>
                <a:gd name="connsiteY20" fmla="*/ 3448710 h 3569344"/>
                <a:gd name="connsiteX21" fmla="*/ 4725142 w 7720832"/>
                <a:gd name="connsiteY21" fmla="*/ 3568719 h 3569344"/>
                <a:gd name="connsiteX22" fmla="*/ 3511435 w 7720832"/>
                <a:gd name="connsiteY22" fmla="*/ 3391894 h 3569344"/>
                <a:gd name="connsiteX23" fmla="*/ 2852335 w 7720832"/>
                <a:gd name="connsiteY23" fmla="*/ 3158807 h 3569344"/>
                <a:gd name="connsiteX24" fmla="*/ 2434370 w 7720832"/>
                <a:gd name="connsiteY24" fmla="*/ 2925719 h 3569344"/>
                <a:gd name="connsiteX25" fmla="*/ 2236774 w 7720832"/>
                <a:gd name="connsiteY25" fmla="*/ 2738955 h 3569344"/>
                <a:gd name="connsiteX26" fmla="*/ 2331760 w 7720832"/>
                <a:gd name="connsiteY26" fmla="*/ 2620398 h 3569344"/>
                <a:gd name="connsiteX27" fmla="*/ 2037571 w 7720832"/>
                <a:gd name="connsiteY27" fmla="*/ 2525639 h 3569344"/>
                <a:gd name="connsiteX28" fmla="*/ 2017988 w 7720832"/>
                <a:gd name="connsiteY28" fmla="*/ 2462830 h 3569344"/>
                <a:gd name="connsiteX29" fmla="*/ 1791346 w 7720832"/>
                <a:gd name="connsiteY29" fmla="*/ 2202344 h 3569344"/>
                <a:gd name="connsiteX30" fmla="*/ 1413570 w 7720832"/>
                <a:gd name="connsiteY30" fmla="*/ 2065706 h 3569344"/>
                <a:gd name="connsiteX31" fmla="*/ 770546 w 7720832"/>
                <a:gd name="connsiteY31" fmla="*/ 2057669 h 3569344"/>
                <a:gd name="connsiteX32" fmla="*/ 352580 w 7720832"/>
                <a:gd name="connsiteY32" fmla="*/ 1985331 h 3569344"/>
                <a:gd name="connsiteX33" fmla="*/ 127522 w 7720832"/>
                <a:gd name="connsiteY33" fmla="*/ 1872806 h 3569344"/>
                <a:gd name="connsiteX34" fmla="*/ 63220 w 7720832"/>
                <a:gd name="connsiteY34" fmla="*/ 1784394 h 3569344"/>
                <a:gd name="connsiteX35" fmla="*/ 14993 w 7720832"/>
                <a:gd name="connsiteY35" fmla="*/ 1671868 h 3569344"/>
                <a:gd name="connsiteX36" fmla="*/ 344542 w 7720832"/>
                <a:gd name="connsiteY36" fmla="*/ 1430743 h 3569344"/>
                <a:gd name="connsiteX0" fmla="*/ 256127 w 7720832"/>
                <a:gd name="connsiteY0" fmla="*/ 1495043 h 3569344"/>
                <a:gd name="connsiteX1" fmla="*/ 529412 w 7720832"/>
                <a:gd name="connsiteY1" fmla="*/ 1342331 h 3569344"/>
                <a:gd name="connsiteX2" fmla="*/ 1011680 w 7720832"/>
                <a:gd name="connsiteY2" fmla="*/ 1374481 h 3569344"/>
                <a:gd name="connsiteX3" fmla="*/ 1887800 w 7720832"/>
                <a:gd name="connsiteY3" fmla="*/ 1213731 h 3569344"/>
                <a:gd name="connsiteX4" fmla="*/ 2036740 w 7720832"/>
                <a:gd name="connsiteY4" fmla="*/ 1046919 h 3569344"/>
                <a:gd name="connsiteX5" fmla="*/ 2339915 w 7720832"/>
                <a:gd name="connsiteY5" fmla="*/ 951768 h 3569344"/>
                <a:gd name="connsiteX6" fmla="*/ 2233267 w 7720832"/>
                <a:gd name="connsiteY6" fmla="*/ 798638 h 3569344"/>
                <a:gd name="connsiteX7" fmla="*/ 2940751 w 7720832"/>
                <a:gd name="connsiteY7" fmla="*/ 369793 h 3569344"/>
                <a:gd name="connsiteX8" fmla="*/ 4033892 w 7720832"/>
                <a:gd name="connsiteY8" fmla="*/ 64368 h 3569344"/>
                <a:gd name="connsiteX9" fmla="*/ 4910012 w 7720832"/>
                <a:gd name="connsiteY9" fmla="*/ 32218 h 3569344"/>
                <a:gd name="connsiteX10" fmla="*/ 5416393 w 7720832"/>
                <a:gd name="connsiteY10" fmla="*/ 8105 h 3569344"/>
                <a:gd name="connsiteX11" fmla="*/ 5911082 w 7720832"/>
                <a:gd name="connsiteY11" fmla="*/ 184192 h 3569344"/>
                <a:gd name="connsiteX12" fmla="*/ 6484022 w 7720832"/>
                <a:gd name="connsiteY12" fmla="*/ 437465 h 3569344"/>
                <a:gd name="connsiteX13" fmla="*/ 6899573 w 7720832"/>
                <a:gd name="connsiteY13" fmla="*/ 777055 h 3569344"/>
                <a:gd name="connsiteX14" fmla="*/ 7705662 w 7720832"/>
                <a:gd name="connsiteY14" fmla="*/ 1676651 h 3569344"/>
                <a:gd name="connsiteX15" fmla="*/ 7386864 w 7720832"/>
                <a:gd name="connsiteY15" fmla="*/ 2786448 h 3569344"/>
                <a:gd name="connsiteX16" fmla="*/ 6895348 w 7720832"/>
                <a:gd name="connsiteY16" fmla="*/ 3223107 h 3569344"/>
                <a:gd name="connsiteX17" fmla="*/ 6340740 w 7720832"/>
                <a:gd name="connsiteY17" fmla="*/ 3279369 h 3569344"/>
                <a:gd name="connsiteX18" fmla="*/ 6043341 w 7720832"/>
                <a:gd name="connsiteY18" fmla="*/ 3303482 h 3569344"/>
                <a:gd name="connsiteX19" fmla="*/ 5834631 w 7720832"/>
                <a:gd name="connsiteY19" fmla="*/ 3396559 h 3569344"/>
                <a:gd name="connsiteX20" fmla="*/ 5399565 w 7720832"/>
                <a:gd name="connsiteY20" fmla="*/ 3448710 h 3569344"/>
                <a:gd name="connsiteX21" fmla="*/ 4725142 w 7720832"/>
                <a:gd name="connsiteY21" fmla="*/ 3568719 h 3569344"/>
                <a:gd name="connsiteX22" fmla="*/ 3511435 w 7720832"/>
                <a:gd name="connsiteY22" fmla="*/ 3391894 h 3569344"/>
                <a:gd name="connsiteX23" fmla="*/ 2852335 w 7720832"/>
                <a:gd name="connsiteY23" fmla="*/ 3158807 h 3569344"/>
                <a:gd name="connsiteX24" fmla="*/ 2434370 w 7720832"/>
                <a:gd name="connsiteY24" fmla="*/ 2925719 h 3569344"/>
                <a:gd name="connsiteX25" fmla="*/ 2236774 w 7720832"/>
                <a:gd name="connsiteY25" fmla="*/ 2738955 h 3569344"/>
                <a:gd name="connsiteX26" fmla="*/ 2331760 w 7720832"/>
                <a:gd name="connsiteY26" fmla="*/ 2620398 h 3569344"/>
                <a:gd name="connsiteX27" fmla="*/ 2037571 w 7720832"/>
                <a:gd name="connsiteY27" fmla="*/ 2525639 h 3569344"/>
                <a:gd name="connsiteX28" fmla="*/ 2017988 w 7720832"/>
                <a:gd name="connsiteY28" fmla="*/ 2462830 h 3569344"/>
                <a:gd name="connsiteX29" fmla="*/ 1791346 w 7720832"/>
                <a:gd name="connsiteY29" fmla="*/ 2202344 h 3569344"/>
                <a:gd name="connsiteX30" fmla="*/ 1413570 w 7720832"/>
                <a:gd name="connsiteY30" fmla="*/ 2065706 h 3569344"/>
                <a:gd name="connsiteX31" fmla="*/ 770546 w 7720832"/>
                <a:gd name="connsiteY31" fmla="*/ 2057669 h 3569344"/>
                <a:gd name="connsiteX32" fmla="*/ 352580 w 7720832"/>
                <a:gd name="connsiteY32" fmla="*/ 1985331 h 3569344"/>
                <a:gd name="connsiteX33" fmla="*/ 127522 w 7720832"/>
                <a:gd name="connsiteY33" fmla="*/ 1872806 h 3569344"/>
                <a:gd name="connsiteX34" fmla="*/ 63220 w 7720832"/>
                <a:gd name="connsiteY34" fmla="*/ 1784394 h 3569344"/>
                <a:gd name="connsiteX35" fmla="*/ 14993 w 7720832"/>
                <a:gd name="connsiteY35" fmla="*/ 1671868 h 3569344"/>
                <a:gd name="connsiteX36" fmla="*/ 344542 w 7720832"/>
                <a:gd name="connsiteY36" fmla="*/ 1430743 h 3569344"/>
                <a:gd name="connsiteX0" fmla="*/ 256127 w 7720548"/>
                <a:gd name="connsiteY0" fmla="*/ 1495043 h 3569344"/>
                <a:gd name="connsiteX1" fmla="*/ 529412 w 7720548"/>
                <a:gd name="connsiteY1" fmla="*/ 1342331 h 3569344"/>
                <a:gd name="connsiteX2" fmla="*/ 1011680 w 7720548"/>
                <a:gd name="connsiteY2" fmla="*/ 1374481 h 3569344"/>
                <a:gd name="connsiteX3" fmla="*/ 1887800 w 7720548"/>
                <a:gd name="connsiteY3" fmla="*/ 1213731 h 3569344"/>
                <a:gd name="connsiteX4" fmla="*/ 2036740 w 7720548"/>
                <a:gd name="connsiteY4" fmla="*/ 1046919 h 3569344"/>
                <a:gd name="connsiteX5" fmla="*/ 2339915 w 7720548"/>
                <a:gd name="connsiteY5" fmla="*/ 951768 h 3569344"/>
                <a:gd name="connsiteX6" fmla="*/ 2233267 w 7720548"/>
                <a:gd name="connsiteY6" fmla="*/ 798638 h 3569344"/>
                <a:gd name="connsiteX7" fmla="*/ 2940751 w 7720548"/>
                <a:gd name="connsiteY7" fmla="*/ 369793 h 3569344"/>
                <a:gd name="connsiteX8" fmla="*/ 4033892 w 7720548"/>
                <a:gd name="connsiteY8" fmla="*/ 64368 h 3569344"/>
                <a:gd name="connsiteX9" fmla="*/ 4910012 w 7720548"/>
                <a:gd name="connsiteY9" fmla="*/ 32218 h 3569344"/>
                <a:gd name="connsiteX10" fmla="*/ 5416393 w 7720548"/>
                <a:gd name="connsiteY10" fmla="*/ 8105 h 3569344"/>
                <a:gd name="connsiteX11" fmla="*/ 5911082 w 7720548"/>
                <a:gd name="connsiteY11" fmla="*/ 184192 h 3569344"/>
                <a:gd name="connsiteX12" fmla="*/ 6484022 w 7720548"/>
                <a:gd name="connsiteY12" fmla="*/ 437465 h 3569344"/>
                <a:gd name="connsiteX13" fmla="*/ 6899573 w 7720548"/>
                <a:gd name="connsiteY13" fmla="*/ 777055 h 3569344"/>
                <a:gd name="connsiteX14" fmla="*/ 7705662 w 7720548"/>
                <a:gd name="connsiteY14" fmla="*/ 1676651 h 3569344"/>
                <a:gd name="connsiteX15" fmla="*/ 7386864 w 7720548"/>
                <a:gd name="connsiteY15" fmla="*/ 2786448 h 3569344"/>
                <a:gd name="connsiteX16" fmla="*/ 6935349 w 7720548"/>
                <a:gd name="connsiteY16" fmla="*/ 2823078 h 3569344"/>
                <a:gd name="connsiteX17" fmla="*/ 6340740 w 7720548"/>
                <a:gd name="connsiteY17" fmla="*/ 3279369 h 3569344"/>
                <a:gd name="connsiteX18" fmla="*/ 6043341 w 7720548"/>
                <a:gd name="connsiteY18" fmla="*/ 3303482 h 3569344"/>
                <a:gd name="connsiteX19" fmla="*/ 5834631 w 7720548"/>
                <a:gd name="connsiteY19" fmla="*/ 3396559 h 3569344"/>
                <a:gd name="connsiteX20" fmla="*/ 5399565 w 7720548"/>
                <a:gd name="connsiteY20" fmla="*/ 3448710 h 3569344"/>
                <a:gd name="connsiteX21" fmla="*/ 4725142 w 7720548"/>
                <a:gd name="connsiteY21" fmla="*/ 3568719 h 3569344"/>
                <a:gd name="connsiteX22" fmla="*/ 3511435 w 7720548"/>
                <a:gd name="connsiteY22" fmla="*/ 3391894 h 3569344"/>
                <a:gd name="connsiteX23" fmla="*/ 2852335 w 7720548"/>
                <a:gd name="connsiteY23" fmla="*/ 3158807 h 3569344"/>
                <a:gd name="connsiteX24" fmla="*/ 2434370 w 7720548"/>
                <a:gd name="connsiteY24" fmla="*/ 2925719 h 3569344"/>
                <a:gd name="connsiteX25" fmla="*/ 2236774 w 7720548"/>
                <a:gd name="connsiteY25" fmla="*/ 2738955 h 3569344"/>
                <a:gd name="connsiteX26" fmla="*/ 2331760 w 7720548"/>
                <a:gd name="connsiteY26" fmla="*/ 2620398 h 3569344"/>
                <a:gd name="connsiteX27" fmla="*/ 2037571 w 7720548"/>
                <a:gd name="connsiteY27" fmla="*/ 2525639 h 3569344"/>
                <a:gd name="connsiteX28" fmla="*/ 2017988 w 7720548"/>
                <a:gd name="connsiteY28" fmla="*/ 2462830 h 3569344"/>
                <a:gd name="connsiteX29" fmla="*/ 1791346 w 7720548"/>
                <a:gd name="connsiteY29" fmla="*/ 2202344 h 3569344"/>
                <a:gd name="connsiteX30" fmla="*/ 1413570 w 7720548"/>
                <a:gd name="connsiteY30" fmla="*/ 2065706 h 3569344"/>
                <a:gd name="connsiteX31" fmla="*/ 770546 w 7720548"/>
                <a:gd name="connsiteY31" fmla="*/ 2057669 h 3569344"/>
                <a:gd name="connsiteX32" fmla="*/ 352580 w 7720548"/>
                <a:gd name="connsiteY32" fmla="*/ 1985331 h 3569344"/>
                <a:gd name="connsiteX33" fmla="*/ 127522 w 7720548"/>
                <a:gd name="connsiteY33" fmla="*/ 1872806 h 3569344"/>
                <a:gd name="connsiteX34" fmla="*/ 63220 w 7720548"/>
                <a:gd name="connsiteY34" fmla="*/ 1784394 h 3569344"/>
                <a:gd name="connsiteX35" fmla="*/ 14993 w 7720548"/>
                <a:gd name="connsiteY35" fmla="*/ 1671868 h 3569344"/>
                <a:gd name="connsiteX36" fmla="*/ 344542 w 7720548"/>
                <a:gd name="connsiteY36" fmla="*/ 1430743 h 3569344"/>
                <a:gd name="connsiteX0" fmla="*/ 256127 w 7720548"/>
                <a:gd name="connsiteY0" fmla="*/ 1495043 h 3569344"/>
                <a:gd name="connsiteX1" fmla="*/ 529412 w 7720548"/>
                <a:gd name="connsiteY1" fmla="*/ 1342331 h 3569344"/>
                <a:gd name="connsiteX2" fmla="*/ 1011680 w 7720548"/>
                <a:gd name="connsiteY2" fmla="*/ 1374481 h 3569344"/>
                <a:gd name="connsiteX3" fmla="*/ 1887800 w 7720548"/>
                <a:gd name="connsiteY3" fmla="*/ 1213731 h 3569344"/>
                <a:gd name="connsiteX4" fmla="*/ 2036740 w 7720548"/>
                <a:gd name="connsiteY4" fmla="*/ 1046919 h 3569344"/>
                <a:gd name="connsiteX5" fmla="*/ 2339915 w 7720548"/>
                <a:gd name="connsiteY5" fmla="*/ 951768 h 3569344"/>
                <a:gd name="connsiteX6" fmla="*/ 2233267 w 7720548"/>
                <a:gd name="connsiteY6" fmla="*/ 798638 h 3569344"/>
                <a:gd name="connsiteX7" fmla="*/ 2940751 w 7720548"/>
                <a:gd name="connsiteY7" fmla="*/ 369793 h 3569344"/>
                <a:gd name="connsiteX8" fmla="*/ 4033892 w 7720548"/>
                <a:gd name="connsiteY8" fmla="*/ 64368 h 3569344"/>
                <a:gd name="connsiteX9" fmla="*/ 4910012 w 7720548"/>
                <a:gd name="connsiteY9" fmla="*/ 32218 h 3569344"/>
                <a:gd name="connsiteX10" fmla="*/ 5416393 w 7720548"/>
                <a:gd name="connsiteY10" fmla="*/ 8105 h 3569344"/>
                <a:gd name="connsiteX11" fmla="*/ 5911082 w 7720548"/>
                <a:gd name="connsiteY11" fmla="*/ 184192 h 3569344"/>
                <a:gd name="connsiteX12" fmla="*/ 6484022 w 7720548"/>
                <a:gd name="connsiteY12" fmla="*/ 437465 h 3569344"/>
                <a:gd name="connsiteX13" fmla="*/ 6899573 w 7720548"/>
                <a:gd name="connsiteY13" fmla="*/ 777055 h 3569344"/>
                <a:gd name="connsiteX14" fmla="*/ 7705662 w 7720548"/>
                <a:gd name="connsiteY14" fmla="*/ 1676651 h 3569344"/>
                <a:gd name="connsiteX15" fmla="*/ 7386864 w 7720548"/>
                <a:gd name="connsiteY15" fmla="*/ 2266410 h 3569344"/>
                <a:gd name="connsiteX16" fmla="*/ 6935349 w 7720548"/>
                <a:gd name="connsiteY16" fmla="*/ 2823078 h 3569344"/>
                <a:gd name="connsiteX17" fmla="*/ 6340740 w 7720548"/>
                <a:gd name="connsiteY17" fmla="*/ 3279369 h 3569344"/>
                <a:gd name="connsiteX18" fmla="*/ 6043341 w 7720548"/>
                <a:gd name="connsiteY18" fmla="*/ 3303482 h 3569344"/>
                <a:gd name="connsiteX19" fmla="*/ 5834631 w 7720548"/>
                <a:gd name="connsiteY19" fmla="*/ 3396559 h 3569344"/>
                <a:gd name="connsiteX20" fmla="*/ 5399565 w 7720548"/>
                <a:gd name="connsiteY20" fmla="*/ 3448710 h 3569344"/>
                <a:gd name="connsiteX21" fmla="*/ 4725142 w 7720548"/>
                <a:gd name="connsiteY21" fmla="*/ 3568719 h 3569344"/>
                <a:gd name="connsiteX22" fmla="*/ 3511435 w 7720548"/>
                <a:gd name="connsiteY22" fmla="*/ 3391894 h 3569344"/>
                <a:gd name="connsiteX23" fmla="*/ 2852335 w 7720548"/>
                <a:gd name="connsiteY23" fmla="*/ 3158807 h 3569344"/>
                <a:gd name="connsiteX24" fmla="*/ 2434370 w 7720548"/>
                <a:gd name="connsiteY24" fmla="*/ 2925719 h 3569344"/>
                <a:gd name="connsiteX25" fmla="*/ 2236774 w 7720548"/>
                <a:gd name="connsiteY25" fmla="*/ 2738955 h 3569344"/>
                <a:gd name="connsiteX26" fmla="*/ 2331760 w 7720548"/>
                <a:gd name="connsiteY26" fmla="*/ 2620398 h 3569344"/>
                <a:gd name="connsiteX27" fmla="*/ 2037571 w 7720548"/>
                <a:gd name="connsiteY27" fmla="*/ 2525639 h 3569344"/>
                <a:gd name="connsiteX28" fmla="*/ 2017988 w 7720548"/>
                <a:gd name="connsiteY28" fmla="*/ 2462830 h 3569344"/>
                <a:gd name="connsiteX29" fmla="*/ 1791346 w 7720548"/>
                <a:gd name="connsiteY29" fmla="*/ 2202344 h 3569344"/>
                <a:gd name="connsiteX30" fmla="*/ 1413570 w 7720548"/>
                <a:gd name="connsiteY30" fmla="*/ 2065706 h 3569344"/>
                <a:gd name="connsiteX31" fmla="*/ 770546 w 7720548"/>
                <a:gd name="connsiteY31" fmla="*/ 2057669 h 3569344"/>
                <a:gd name="connsiteX32" fmla="*/ 352580 w 7720548"/>
                <a:gd name="connsiteY32" fmla="*/ 1985331 h 3569344"/>
                <a:gd name="connsiteX33" fmla="*/ 127522 w 7720548"/>
                <a:gd name="connsiteY33" fmla="*/ 1872806 h 3569344"/>
                <a:gd name="connsiteX34" fmla="*/ 63220 w 7720548"/>
                <a:gd name="connsiteY34" fmla="*/ 1784394 h 3569344"/>
                <a:gd name="connsiteX35" fmla="*/ 14993 w 7720548"/>
                <a:gd name="connsiteY35" fmla="*/ 1671868 h 3569344"/>
                <a:gd name="connsiteX36" fmla="*/ 344542 w 7720548"/>
                <a:gd name="connsiteY36" fmla="*/ 1430743 h 3569344"/>
                <a:gd name="connsiteX0" fmla="*/ 256127 w 7463695"/>
                <a:gd name="connsiteY0" fmla="*/ 1495043 h 3569344"/>
                <a:gd name="connsiteX1" fmla="*/ 529412 w 7463695"/>
                <a:gd name="connsiteY1" fmla="*/ 1342331 h 3569344"/>
                <a:gd name="connsiteX2" fmla="*/ 1011680 w 7463695"/>
                <a:gd name="connsiteY2" fmla="*/ 1374481 h 3569344"/>
                <a:gd name="connsiteX3" fmla="*/ 1887800 w 7463695"/>
                <a:gd name="connsiteY3" fmla="*/ 1213731 h 3569344"/>
                <a:gd name="connsiteX4" fmla="*/ 2036740 w 7463695"/>
                <a:gd name="connsiteY4" fmla="*/ 1046919 h 3569344"/>
                <a:gd name="connsiteX5" fmla="*/ 2339915 w 7463695"/>
                <a:gd name="connsiteY5" fmla="*/ 951768 h 3569344"/>
                <a:gd name="connsiteX6" fmla="*/ 2233267 w 7463695"/>
                <a:gd name="connsiteY6" fmla="*/ 798638 h 3569344"/>
                <a:gd name="connsiteX7" fmla="*/ 2940751 w 7463695"/>
                <a:gd name="connsiteY7" fmla="*/ 369793 h 3569344"/>
                <a:gd name="connsiteX8" fmla="*/ 4033892 w 7463695"/>
                <a:gd name="connsiteY8" fmla="*/ 64368 h 3569344"/>
                <a:gd name="connsiteX9" fmla="*/ 4910012 w 7463695"/>
                <a:gd name="connsiteY9" fmla="*/ 32218 h 3569344"/>
                <a:gd name="connsiteX10" fmla="*/ 5416393 w 7463695"/>
                <a:gd name="connsiteY10" fmla="*/ 8105 h 3569344"/>
                <a:gd name="connsiteX11" fmla="*/ 5911082 w 7463695"/>
                <a:gd name="connsiteY11" fmla="*/ 184192 h 3569344"/>
                <a:gd name="connsiteX12" fmla="*/ 6484022 w 7463695"/>
                <a:gd name="connsiteY12" fmla="*/ 437465 h 3569344"/>
                <a:gd name="connsiteX13" fmla="*/ 6899573 w 7463695"/>
                <a:gd name="connsiteY13" fmla="*/ 777055 h 3569344"/>
                <a:gd name="connsiteX14" fmla="*/ 7415654 w 7463695"/>
                <a:gd name="connsiteY14" fmla="*/ 1346627 h 3569344"/>
                <a:gd name="connsiteX15" fmla="*/ 7386864 w 7463695"/>
                <a:gd name="connsiteY15" fmla="*/ 2266410 h 3569344"/>
                <a:gd name="connsiteX16" fmla="*/ 6935349 w 7463695"/>
                <a:gd name="connsiteY16" fmla="*/ 2823078 h 3569344"/>
                <a:gd name="connsiteX17" fmla="*/ 6340740 w 7463695"/>
                <a:gd name="connsiteY17" fmla="*/ 3279369 h 3569344"/>
                <a:gd name="connsiteX18" fmla="*/ 6043341 w 7463695"/>
                <a:gd name="connsiteY18" fmla="*/ 3303482 h 3569344"/>
                <a:gd name="connsiteX19" fmla="*/ 5834631 w 7463695"/>
                <a:gd name="connsiteY19" fmla="*/ 3396559 h 3569344"/>
                <a:gd name="connsiteX20" fmla="*/ 5399565 w 7463695"/>
                <a:gd name="connsiteY20" fmla="*/ 3448710 h 3569344"/>
                <a:gd name="connsiteX21" fmla="*/ 4725142 w 7463695"/>
                <a:gd name="connsiteY21" fmla="*/ 3568719 h 3569344"/>
                <a:gd name="connsiteX22" fmla="*/ 3511435 w 7463695"/>
                <a:gd name="connsiteY22" fmla="*/ 3391894 h 3569344"/>
                <a:gd name="connsiteX23" fmla="*/ 2852335 w 7463695"/>
                <a:gd name="connsiteY23" fmla="*/ 3158807 h 3569344"/>
                <a:gd name="connsiteX24" fmla="*/ 2434370 w 7463695"/>
                <a:gd name="connsiteY24" fmla="*/ 2925719 h 3569344"/>
                <a:gd name="connsiteX25" fmla="*/ 2236774 w 7463695"/>
                <a:gd name="connsiteY25" fmla="*/ 2738955 h 3569344"/>
                <a:gd name="connsiteX26" fmla="*/ 2331760 w 7463695"/>
                <a:gd name="connsiteY26" fmla="*/ 2620398 h 3569344"/>
                <a:gd name="connsiteX27" fmla="*/ 2037571 w 7463695"/>
                <a:gd name="connsiteY27" fmla="*/ 2525639 h 3569344"/>
                <a:gd name="connsiteX28" fmla="*/ 2017988 w 7463695"/>
                <a:gd name="connsiteY28" fmla="*/ 2462830 h 3569344"/>
                <a:gd name="connsiteX29" fmla="*/ 1791346 w 7463695"/>
                <a:gd name="connsiteY29" fmla="*/ 2202344 h 3569344"/>
                <a:gd name="connsiteX30" fmla="*/ 1413570 w 7463695"/>
                <a:gd name="connsiteY30" fmla="*/ 2065706 h 3569344"/>
                <a:gd name="connsiteX31" fmla="*/ 770546 w 7463695"/>
                <a:gd name="connsiteY31" fmla="*/ 2057669 h 3569344"/>
                <a:gd name="connsiteX32" fmla="*/ 352580 w 7463695"/>
                <a:gd name="connsiteY32" fmla="*/ 1985331 h 3569344"/>
                <a:gd name="connsiteX33" fmla="*/ 127522 w 7463695"/>
                <a:gd name="connsiteY33" fmla="*/ 1872806 h 3569344"/>
                <a:gd name="connsiteX34" fmla="*/ 63220 w 7463695"/>
                <a:gd name="connsiteY34" fmla="*/ 1784394 h 3569344"/>
                <a:gd name="connsiteX35" fmla="*/ 14993 w 7463695"/>
                <a:gd name="connsiteY35" fmla="*/ 1671868 h 3569344"/>
                <a:gd name="connsiteX36" fmla="*/ 344542 w 7463695"/>
                <a:gd name="connsiteY36" fmla="*/ 1430743 h 3569344"/>
                <a:gd name="connsiteX0" fmla="*/ 256127 w 7458735"/>
                <a:gd name="connsiteY0" fmla="*/ 1495043 h 3569344"/>
                <a:gd name="connsiteX1" fmla="*/ 529412 w 7458735"/>
                <a:gd name="connsiteY1" fmla="*/ 1342331 h 3569344"/>
                <a:gd name="connsiteX2" fmla="*/ 1011680 w 7458735"/>
                <a:gd name="connsiteY2" fmla="*/ 1374481 h 3569344"/>
                <a:gd name="connsiteX3" fmla="*/ 1887800 w 7458735"/>
                <a:gd name="connsiteY3" fmla="*/ 1213731 h 3569344"/>
                <a:gd name="connsiteX4" fmla="*/ 2036740 w 7458735"/>
                <a:gd name="connsiteY4" fmla="*/ 1046919 h 3569344"/>
                <a:gd name="connsiteX5" fmla="*/ 2339915 w 7458735"/>
                <a:gd name="connsiteY5" fmla="*/ 951768 h 3569344"/>
                <a:gd name="connsiteX6" fmla="*/ 2233267 w 7458735"/>
                <a:gd name="connsiteY6" fmla="*/ 798638 h 3569344"/>
                <a:gd name="connsiteX7" fmla="*/ 2940751 w 7458735"/>
                <a:gd name="connsiteY7" fmla="*/ 369793 h 3569344"/>
                <a:gd name="connsiteX8" fmla="*/ 4033892 w 7458735"/>
                <a:gd name="connsiteY8" fmla="*/ 64368 h 3569344"/>
                <a:gd name="connsiteX9" fmla="*/ 4910012 w 7458735"/>
                <a:gd name="connsiteY9" fmla="*/ 32218 h 3569344"/>
                <a:gd name="connsiteX10" fmla="*/ 5416393 w 7458735"/>
                <a:gd name="connsiteY10" fmla="*/ 8105 h 3569344"/>
                <a:gd name="connsiteX11" fmla="*/ 5911082 w 7458735"/>
                <a:gd name="connsiteY11" fmla="*/ 184192 h 3569344"/>
                <a:gd name="connsiteX12" fmla="*/ 6484022 w 7458735"/>
                <a:gd name="connsiteY12" fmla="*/ 437465 h 3569344"/>
                <a:gd name="connsiteX13" fmla="*/ 6969575 w 7458735"/>
                <a:gd name="connsiteY13" fmla="*/ 777055 h 3569344"/>
                <a:gd name="connsiteX14" fmla="*/ 7415654 w 7458735"/>
                <a:gd name="connsiteY14" fmla="*/ 1346627 h 3569344"/>
                <a:gd name="connsiteX15" fmla="*/ 7386864 w 7458735"/>
                <a:gd name="connsiteY15" fmla="*/ 2266410 h 3569344"/>
                <a:gd name="connsiteX16" fmla="*/ 6935349 w 7458735"/>
                <a:gd name="connsiteY16" fmla="*/ 2823078 h 3569344"/>
                <a:gd name="connsiteX17" fmla="*/ 6340740 w 7458735"/>
                <a:gd name="connsiteY17" fmla="*/ 3279369 h 3569344"/>
                <a:gd name="connsiteX18" fmla="*/ 6043341 w 7458735"/>
                <a:gd name="connsiteY18" fmla="*/ 3303482 h 3569344"/>
                <a:gd name="connsiteX19" fmla="*/ 5834631 w 7458735"/>
                <a:gd name="connsiteY19" fmla="*/ 3396559 h 3569344"/>
                <a:gd name="connsiteX20" fmla="*/ 5399565 w 7458735"/>
                <a:gd name="connsiteY20" fmla="*/ 3448710 h 3569344"/>
                <a:gd name="connsiteX21" fmla="*/ 4725142 w 7458735"/>
                <a:gd name="connsiteY21" fmla="*/ 3568719 h 3569344"/>
                <a:gd name="connsiteX22" fmla="*/ 3511435 w 7458735"/>
                <a:gd name="connsiteY22" fmla="*/ 3391894 h 3569344"/>
                <a:gd name="connsiteX23" fmla="*/ 2852335 w 7458735"/>
                <a:gd name="connsiteY23" fmla="*/ 3158807 h 3569344"/>
                <a:gd name="connsiteX24" fmla="*/ 2434370 w 7458735"/>
                <a:gd name="connsiteY24" fmla="*/ 2925719 h 3569344"/>
                <a:gd name="connsiteX25" fmla="*/ 2236774 w 7458735"/>
                <a:gd name="connsiteY25" fmla="*/ 2738955 h 3569344"/>
                <a:gd name="connsiteX26" fmla="*/ 2331760 w 7458735"/>
                <a:gd name="connsiteY26" fmla="*/ 2620398 h 3569344"/>
                <a:gd name="connsiteX27" fmla="*/ 2037571 w 7458735"/>
                <a:gd name="connsiteY27" fmla="*/ 2525639 h 3569344"/>
                <a:gd name="connsiteX28" fmla="*/ 2017988 w 7458735"/>
                <a:gd name="connsiteY28" fmla="*/ 2462830 h 3569344"/>
                <a:gd name="connsiteX29" fmla="*/ 1791346 w 7458735"/>
                <a:gd name="connsiteY29" fmla="*/ 2202344 h 3569344"/>
                <a:gd name="connsiteX30" fmla="*/ 1413570 w 7458735"/>
                <a:gd name="connsiteY30" fmla="*/ 2065706 h 3569344"/>
                <a:gd name="connsiteX31" fmla="*/ 770546 w 7458735"/>
                <a:gd name="connsiteY31" fmla="*/ 2057669 h 3569344"/>
                <a:gd name="connsiteX32" fmla="*/ 352580 w 7458735"/>
                <a:gd name="connsiteY32" fmla="*/ 1985331 h 3569344"/>
                <a:gd name="connsiteX33" fmla="*/ 127522 w 7458735"/>
                <a:gd name="connsiteY33" fmla="*/ 1872806 h 3569344"/>
                <a:gd name="connsiteX34" fmla="*/ 63220 w 7458735"/>
                <a:gd name="connsiteY34" fmla="*/ 1784394 h 3569344"/>
                <a:gd name="connsiteX35" fmla="*/ 14993 w 7458735"/>
                <a:gd name="connsiteY35" fmla="*/ 1671868 h 3569344"/>
                <a:gd name="connsiteX36" fmla="*/ 344542 w 7458735"/>
                <a:gd name="connsiteY36" fmla="*/ 1430743 h 356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458735" h="3569344">
                  <a:moveTo>
                    <a:pt x="256127" y="1495043"/>
                  </a:moveTo>
                  <a:cubicBezTo>
                    <a:pt x="329807" y="1428734"/>
                    <a:pt x="403487" y="1362425"/>
                    <a:pt x="529412" y="1342331"/>
                  </a:cubicBezTo>
                  <a:cubicBezTo>
                    <a:pt x="655337" y="1322237"/>
                    <a:pt x="785282" y="1395914"/>
                    <a:pt x="1011680" y="1374481"/>
                  </a:cubicBezTo>
                  <a:cubicBezTo>
                    <a:pt x="1238078" y="1353048"/>
                    <a:pt x="1716957" y="1268325"/>
                    <a:pt x="1887800" y="1213731"/>
                  </a:cubicBezTo>
                  <a:cubicBezTo>
                    <a:pt x="2058643" y="1159137"/>
                    <a:pt x="2003271" y="1095948"/>
                    <a:pt x="2036740" y="1046919"/>
                  </a:cubicBezTo>
                  <a:cubicBezTo>
                    <a:pt x="2070209" y="997890"/>
                    <a:pt x="2317744" y="980448"/>
                    <a:pt x="2339915" y="951768"/>
                  </a:cubicBezTo>
                  <a:cubicBezTo>
                    <a:pt x="2362086" y="923088"/>
                    <a:pt x="2091244" y="890265"/>
                    <a:pt x="2233267" y="798638"/>
                  </a:cubicBezTo>
                  <a:cubicBezTo>
                    <a:pt x="2375290" y="707011"/>
                    <a:pt x="2640647" y="492171"/>
                    <a:pt x="2940751" y="369793"/>
                  </a:cubicBezTo>
                  <a:cubicBezTo>
                    <a:pt x="3240855" y="247415"/>
                    <a:pt x="3705682" y="120630"/>
                    <a:pt x="4033892" y="64368"/>
                  </a:cubicBezTo>
                  <a:cubicBezTo>
                    <a:pt x="4362102" y="8106"/>
                    <a:pt x="4910012" y="32218"/>
                    <a:pt x="4910012" y="32218"/>
                  </a:cubicBezTo>
                  <a:cubicBezTo>
                    <a:pt x="5078806" y="24180"/>
                    <a:pt x="5249548" y="-17224"/>
                    <a:pt x="5416393" y="8105"/>
                  </a:cubicBezTo>
                  <a:cubicBezTo>
                    <a:pt x="5583238" y="33434"/>
                    <a:pt x="5733144" y="112632"/>
                    <a:pt x="5911082" y="184192"/>
                  </a:cubicBezTo>
                  <a:cubicBezTo>
                    <a:pt x="6089020" y="255752"/>
                    <a:pt x="6307607" y="338655"/>
                    <a:pt x="6484022" y="437465"/>
                  </a:cubicBezTo>
                  <a:cubicBezTo>
                    <a:pt x="6660438" y="536276"/>
                    <a:pt x="6807636" y="580525"/>
                    <a:pt x="6969575" y="777055"/>
                  </a:cubicBezTo>
                  <a:cubicBezTo>
                    <a:pt x="7131514" y="973585"/>
                    <a:pt x="7346106" y="1098401"/>
                    <a:pt x="7415654" y="1346627"/>
                  </a:cubicBezTo>
                  <a:cubicBezTo>
                    <a:pt x="7485202" y="1594853"/>
                    <a:pt x="7466915" y="2020335"/>
                    <a:pt x="7386864" y="2266410"/>
                  </a:cubicBezTo>
                  <a:cubicBezTo>
                    <a:pt x="7306813" y="2512485"/>
                    <a:pt x="7109703" y="2654252"/>
                    <a:pt x="6935349" y="2823078"/>
                  </a:cubicBezTo>
                  <a:cubicBezTo>
                    <a:pt x="6760995" y="2991904"/>
                    <a:pt x="6489408" y="3199302"/>
                    <a:pt x="6340740" y="3279369"/>
                  </a:cubicBezTo>
                  <a:cubicBezTo>
                    <a:pt x="6192072" y="3359436"/>
                    <a:pt x="6127692" y="3283950"/>
                    <a:pt x="6043341" y="3303482"/>
                  </a:cubicBezTo>
                  <a:cubicBezTo>
                    <a:pt x="5958990" y="3323014"/>
                    <a:pt x="5941927" y="3372354"/>
                    <a:pt x="5834631" y="3396559"/>
                  </a:cubicBezTo>
                  <a:cubicBezTo>
                    <a:pt x="5727335" y="3420764"/>
                    <a:pt x="5584480" y="3420017"/>
                    <a:pt x="5399565" y="3448710"/>
                  </a:cubicBezTo>
                  <a:cubicBezTo>
                    <a:pt x="5214650" y="3477403"/>
                    <a:pt x="5039830" y="3578188"/>
                    <a:pt x="4725142" y="3568719"/>
                  </a:cubicBezTo>
                  <a:cubicBezTo>
                    <a:pt x="4410454" y="3559250"/>
                    <a:pt x="3823569" y="3460213"/>
                    <a:pt x="3511435" y="3391894"/>
                  </a:cubicBezTo>
                  <a:cubicBezTo>
                    <a:pt x="3199301" y="3323575"/>
                    <a:pt x="3031846" y="3236503"/>
                    <a:pt x="2852335" y="3158807"/>
                  </a:cubicBezTo>
                  <a:cubicBezTo>
                    <a:pt x="2672824" y="3081111"/>
                    <a:pt x="2536963" y="2995694"/>
                    <a:pt x="2434370" y="2925719"/>
                  </a:cubicBezTo>
                  <a:cubicBezTo>
                    <a:pt x="2331777" y="2855744"/>
                    <a:pt x="2253876" y="2789842"/>
                    <a:pt x="2236774" y="2738955"/>
                  </a:cubicBezTo>
                  <a:cubicBezTo>
                    <a:pt x="2219672" y="2688068"/>
                    <a:pt x="2355336" y="2650652"/>
                    <a:pt x="2331760" y="2620398"/>
                  </a:cubicBezTo>
                  <a:cubicBezTo>
                    <a:pt x="2308184" y="2590144"/>
                    <a:pt x="2053663" y="2554281"/>
                    <a:pt x="2037571" y="2525639"/>
                  </a:cubicBezTo>
                  <a:cubicBezTo>
                    <a:pt x="2021479" y="2496997"/>
                    <a:pt x="2059026" y="2516713"/>
                    <a:pt x="2017988" y="2462830"/>
                  </a:cubicBezTo>
                  <a:cubicBezTo>
                    <a:pt x="1976950" y="2408947"/>
                    <a:pt x="1892082" y="2268531"/>
                    <a:pt x="1791346" y="2202344"/>
                  </a:cubicBezTo>
                  <a:cubicBezTo>
                    <a:pt x="1690610" y="2136157"/>
                    <a:pt x="1583703" y="2089819"/>
                    <a:pt x="1413570" y="2065706"/>
                  </a:cubicBezTo>
                  <a:cubicBezTo>
                    <a:pt x="1243437" y="2041594"/>
                    <a:pt x="947378" y="2071065"/>
                    <a:pt x="770546" y="2057669"/>
                  </a:cubicBezTo>
                  <a:cubicBezTo>
                    <a:pt x="593714" y="2044273"/>
                    <a:pt x="459751" y="2016141"/>
                    <a:pt x="352580" y="1985331"/>
                  </a:cubicBezTo>
                  <a:cubicBezTo>
                    <a:pt x="245409" y="1954521"/>
                    <a:pt x="175749" y="1906295"/>
                    <a:pt x="127522" y="1872806"/>
                  </a:cubicBezTo>
                  <a:cubicBezTo>
                    <a:pt x="79295" y="1839317"/>
                    <a:pt x="81975" y="1817884"/>
                    <a:pt x="63220" y="1784394"/>
                  </a:cubicBezTo>
                  <a:cubicBezTo>
                    <a:pt x="44465" y="1750904"/>
                    <a:pt x="-31894" y="1730810"/>
                    <a:pt x="14993" y="1671868"/>
                  </a:cubicBezTo>
                  <a:cubicBezTo>
                    <a:pt x="61880" y="1612926"/>
                    <a:pt x="344542" y="1430743"/>
                    <a:pt x="344542" y="1430743"/>
                  </a:cubicBezTo>
                </a:path>
              </a:pathLst>
            </a:custGeom>
            <a:solidFill>
              <a:schemeClr val="accent2">
                <a:lumMod val="20000"/>
                <a:lumOff val="80000"/>
                <a:alpha val="22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 1"/>
            <p:cNvSpPr/>
            <p:nvPr/>
          </p:nvSpPr>
          <p:spPr>
            <a:xfrm>
              <a:off x="3583561" y="1673141"/>
              <a:ext cx="2938187" cy="736497"/>
            </a:xfrm>
            <a:custGeom>
              <a:avLst/>
              <a:gdLst>
                <a:gd name="connsiteX0" fmla="*/ 29715 w 2643555"/>
                <a:gd name="connsiteY0" fmla="*/ 736497 h 962818"/>
                <a:gd name="connsiteX1" fmla="*/ 53828 w 2643555"/>
                <a:gd name="connsiteY1" fmla="*/ 535560 h 962818"/>
                <a:gd name="connsiteX2" fmla="*/ 367302 w 2643555"/>
                <a:gd name="connsiteY2" fmla="*/ 318547 h 962818"/>
                <a:gd name="connsiteX3" fmla="*/ 1058553 w 2643555"/>
                <a:gd name="connsiteY3" fmla="*/ 133684 h 962818"/>
                <a:gd name="connsiteX4" fmla="*/ 1669425 w 2643555"/>
                <a:gd name="connsiteY4" fmla="*/ 5084 h 962818"/>
                <a:gd name="connsiteX5" fmla="*/ 2071315 w 2643555"/>
                <a:gd name="connsiteY5" fmla="*/ 29197 h 962818"/>
                <a:gd name="connsiteX6" fmla="*/ 2336563 w 2643555"/>
                <a:gd name="connsiteY6" fmla="*/ 61347 h 962818"/>
                <a:gd name="connsiteX7" fmla="*/ 2641999 w 2643555"/>
                <a:gd name="connsiteY7" fmla="*/ 189947 h 962818"/>
                <a:gd name="connsiteX8" fmla="*/ 2199920 w 2643555"/>
                <a:gd name="connsiteY8" fmla="*/ 350697 h 962818"/>
                <a:gd name="connsiteX9" fmla="*/ 1677463 w 2643555"/>
                <a:gd name="connsiteY9" fmla="*/ 752572 h 962818"/>
                <a:gd name="connsiteX10" fmla="*/ 1171082 w 2643555"/>
                <a:gd name="connsiteY10" fmla="*/ 961547 h 962818"/>
                <a:gd name="connsiteX11" fmla="*/ 737041 w 2643555"/>
                <a:gd name="connsiteY11" fmla="*/ 840985 h 962818"/>
                <a:gd name="connsiteX12" fmla="*/ 230660 w 2643555"/>
                <a:gd name="connsiteY12" fmla="*/ 857060 h 962818"/>
                <a:gd name="connsiteX13" fmla="*/ 13639 w 2643555"/>
                <a:gd name="connsiteY13" fmla="*/ 800797 h 962818"/>
                <a:gd name="connsiteX14" fmla="*/ 21677 w 2643555"/>
                <a:gd name="connsiteY14" fmla="*/ 615935 h 962818"/>
                <a:gd name="connsiteX0" fmla="*/ 191039 w 2804879"/>
                <a:gd name="connsiteY0" fmla="*/ 736497 h 962818"/>
                <a:gd name="connsiteX1" fmla="*/ 61 w 2804879"/>
                <a:gd name="connsiteY1" fmla="*/ 694595 h 962818"/>
                <a:gd name="connsiteX2" fmla="*/ 215152 w 2804879"/>
                <a:gd name="connsiteY2" fmla="*/ 535560 h 962818"/>
                <a:gd name="connsiteX3" fmla="*/ 528626 w 2804879"/>
                <a:gd name="connsiteY3" fmla="*/ 318547 h 962818"/>
                <a:gd name="connsiteX4" fmla="*/ 1219877 w 2804879"/>
                <a:gd name="connsiteY4" fmla="*/ 133684 h 962818"/>
                <a:gd name="connsiteX5" fmla="*/ 1830749 w 2804879"/>
                <a:gd name="connsiteY5" fmla="*/ 5084 h 962818"/>
                <a:gd name="connsiteX6" fmla="*/ 2232639 w 2804879"/>
                <a:gd name="connsiteY6" fmla="*/ 29197 h 962818"/>
                <a:gd name="connsiteX7" fmla="*/ 2497887 w 2804879"/>
                <a:gd name="connsiteY7" fmla="*/ 61347 h 962818"/>
                <a:gd name="connsiteX8" fmla="*/ 2803323 w 2804879"/>
                <a:gd name="connsiteY8" fmla="*/ 189947 h 962818"/>
                <a:gd name="connsiteX9" fmla="*/ 2361244 w 2804879"/>
                <a:gd name="connsiteY9" fmla="*/ 350697 h 962818"/>
                <a:gd name="connsiteX10" fmla="*/ 1838787 w 2804879"/>
                <a:gd name="connsiteY10" fmla="*/ 752572 h 962818"/>
                <a:gd name="connsiteX11" fmla="*/ 1332406 w 2804879"/>
                <a:gd name="connsiteY11" fmla="*/ 961547 h 962818"/>
                <a:gd name="connsiteX12" fmla="*/ 898365 w 2804879"/>
                <a:gd name="connsiteY12" fmla="*/ 840985 h 962818"/>
                <a:gd name="connsiteX13" fmla="*/ 391984 w 2804879"/>
                <a:gd name="connsiteY13" fmla="*/ 857060 h 962818"/>
                <a:gd name="connsiteX14" fmla="*/ 174963 w 2804879"/>
                <a:gd name="connsiteY14" fmla="*/ 800797 h 962818"/>
                <a:gd name="connsiteX15" fmla="*/ 183001 w 2804879"/>
                <a:gd name="connsiteY15" fmla="*/ 615935 h 962818"/>
                <a:gd name="connsiteX0" fmla="*/ 0 w 2804818"/>
                <a:gd name="connsiteY0" fmla="*/ 694595 h 962818"/>
                <a:gd name="connsiteX1" fmla="*/ 215091 w 2804818"/>
                <a:gd name="connsiteY1" fmla="*/ 535560 h 962818"/>
                <a:gd name="connsiteX2" fmla="*/ 528565 w 2804818"/>
                <a:gd name="connsiteY2" fmla="*/ 318547 h 962818"/>
                <a:gd name="connsiteX3" fmla="*/ 1219816 w 2804818"/>
                <a:gd name="connsiteY3" fmla="*/ 133684 h 962818"/>
                <a:gd name="connsiteX4" fmla="*/ 1830688 w 2804818"/>
                <a:gd name="connsiteY4" fmla="*/ 5084 h 962818"/>
                <a:gd name="connsiteX5" fmla="*/ 2232578 w 2804818"/>
                <a:gd name="connsiteY5" fmla="*/ 29197 h 962818"/>
                <a:gd name="connsiteX6" fmla="*/ 2497826 w 2804818"/>
                <a:gd name="connsiteY6" fmla="*/ 61347 h 962818"/>
                <a:gd name="connsiteX7" fmla="*/ 2803262 w 2804818"/>
                <a:gd name="connsiteY7" fmla="*/ 189947 h 962818"/>
                <a:gd name="connsiteX8" fmla="*/ 2361183 w 2804818"/>
                <a:gd name="connsiteY8" fmla="*/ 350697 h 962818"/>
                <a:gd name="connsiteX9" fmla="*/ 1838726 w 2804818"/>
                <a:gd name="connsiteY9" fmla="*/ 752572 h 962818"/>
                <a:gd name="connsiteX10" fmla="*/ 1332345 w 2804818"/>
                <a:gd name="connsiteY10" fmla="*/ 961547 h 962818"/>
                <a:gd name="connsiteX11" fmla="*/ 898304 w 2804818"/>
                <a:gd name="connsiteY11" fmla="*/ 840985 h 962818"/>
                <a:gd name="connsiteX12" fmla="*/ 391923 w 2804818"/>
                <a:gd name="connsiteY12" fmla="*/ 857060 h 962818"/>
                <a:gd name="connsiteX13" fmla="*/ 174902 w 2804818"/>
                <a:gd name="connsiteY13" fmla="*/ 800797 h 962818"/>
                <a:gd name="connsiteX14" fmla="*/ 182940 w 2804818"/>
                <a:gd name="connsiteY14" fmla="*/ 615935 h 962818"/>
                <a:gd name="connsiteX0" fmla="*/ 8570 w 2813388"/>
                <a:gd name="connsiteY0" fmla="*/ 694595 h 962818"/>
                <a:gd name="connsiteX1" fmla="*/ 223661 w 2813388"/>
                <a:gd name="connsiteY1" fmla="*/ 535560 h 962818"/>
                <a:gd name="connsiteX2" fmla="*/ 537135 w 2813388"/>
                <a:gd name="connsiteY2" fmla="*/ 318547 h 962818"/>
                <a:gd name="connsiteX3" fmla="*/ 1228386 w 2813388"/>
                <a:gd name="connsiteY3" fmla="*/ 133684 h 962818"/>
                <a:gd name="connsiteX4" fmla="*/ 1839258 w 2813388"/>
                <a:gd name="connsiteY4" fmla="*/ 5084 h 962818"/>
                <a:gd name="connsiteX5" fmla="*/ 2241148 w 2813388"/>
                <a:gd name="connsiteY5" fmla="*/ 29197 h 962818"/>
                <a:gd name="connsiteX6" fmla="*/ 2506396 w 2813388"/>
                <a:gd name="connsiteY6" fmla="*/ 61347 h 962818"/>
                <a:gd name="connsiteX7" fmla="*/ 2811832 w 2813388"/>
                <a:gd name="connsiteY7" fmla="*/ 189947 h 962818"/>
                <a:gd name="connsiteX8" fmla="*/ 2369753 w 2813388"/>
                <a:gd name="connsiteY8" fmla="*/ 350697 h 962818"/>
                <a:gd name="connsiteX9" fmla="*/ 1847296 w 2813388"/>
                <a:gd name="connsiteY9" fmla="*/ 752572 h 962818"/>
                <a:gd name="connsiteX10" fmla="*/ 1340915 w 2813388"/>
                <a:gd name="connsiteY10" fmla="*/ 961547 h 962818"/>
                <a:gd name="connsiteX11" fmla="*/ 906874 w 2813388"/>
                <a:gd name="connsiteY11" fmla="*/ 840985 h 962818"/>
                <a:gd name="connsiteX12" fmla="*/ 400493 w 2813388"/>
                <a:gd name="connsiteY12" fmla="*/ 857060 h 962818"/>
                <a:gd name="connsiteX13" fmla="*/ 183472 w 2813388"/>
                <a:gd name="connsiteY13" fmla="*/ 800797 h 962818"/>
                <a:gd name="connsiteX14" fmla="*/ 0 w 2813388"/>
                <a:gd name="connsiteY14" fmla="*/ 707453 h 962818"/>
                <a:gd name="connsiteX0" fmla="*/ 8570 w 2813388"/>
                <a:gd name="connsiteY0" fmla="*/ 694595 h 962818"/>
                <a:gd name="connsiteX1" fmla="*/ 223661 w 2813388"/>
                <a:gd name="connsiteY1" fmla="*/ 535560 h 962818"/>
                <a:gd name="connsiteX2" fmla="*/ 537135 w 2813388"/>
                <a:gd name="connsiteY2" fmla="*/ 318547 h 962818"/>
                <a:gd name="connsiteX3" fmla="*/ 1228386 w 2813388"/>
                <a:gd name="connsiteY3" fmla="*/ 133684 h 962818"/>
                <a:gd name="connsiteX4" fmla="*/ 1839258 w 2813388"/>
                <a:gd name="connsiteY4" fmla="*/ 5084 h 962818"/>
                <a:gd name="connsiteX5" fmla="*/ 2241148 w 2813388"/>
                <a:gd name="connsiteY5" fmla="*/ 29197 h 962818"/>
                <a:gd name="connsiteX6" fmla="*/ 2506396 w 2813388"/>
                <a:gd name="connsiteY6" fmla="*/ 61347 h 962818"/>
                <a:gd name="connsiteX7" fmla="*/ 2811832 w 2813388"/>
                <a:gd name="connsiteY7" fmla="*/ 189947 h 962818"/>
                <a:gd name="connsiteX8" fmla="*/ 2369753 w 2813388"/>
                <a:gd name="connsiteY8" fmla="*/ 350697 h 962818"/>
                <a:gd name="connsiteX9" fmla="*/ 1847296 w 2813388"/>
                <a:gd name="connsiteY9" fmla="*/ 752572 h 962818"/>
                <a:gd name="connsiteX10" fmla="*/ 1340915 w 2813388"/>
                <a:gd name="connsiteY10" fmla="*/ 961547 h 962818"/>
                <a:gd name="connsiteX11" fmla="*/ 906874 w 2813388"/>
                <a:gd name="connsiteY11" fmla="*/ 840985 h 962818"/>
                <a:gd name="connsiteX12" fmla="*/ 400493 w 2813388"/>
                <a:gd name="connsiteY12" fmla="*/ 857060 h 962818"/>
                <a:gd name="connsiteX13" fmla="*/ 183472 w 2813388"/>
                <a:gd name="connsiteY13" fmla="*/ 800797 h 962818"/>
                <a:gd name="connsiteX14" fmla="*/ 0 w 2813388"/>
                <a:gd name="connsiteY14" fmla="*/ 707453 h 962818"/>
                <a:gd name="connsiteX15" fmla="*/ 8570 w 2813388"/>
                <a:gd name="connsiteY15" fmla="*/ 694595 h 9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13388" h="962818">
                  <a:moveTo>
                    <a:pt x="8570" y="694595"/>
                  </a:moveTo>
                  <a:cubicBezTo>
                    <a:pt x="12589" y="661106"/>
                    <a:pt x="135567" y="598235"/>
                    <a:pt x="223661" y="535560"/>
                  </a:cubicBezTo>
                  <a:cubicBezTo>
                    <a:pt x="311755" y="472885"/>
                    <a:pt x="369681" y="385526"/>
                    <a:pt x="537135" y="318547"/>
                  </a:cubicBezTo>
                  <a:cubicBezTo>
                    <a:pt x="704589" y="251568"/>
                    <a:pt x="1011365" y="185928"/>
                    <a:pt x="1228386" y="133684"/>
                  </a:cubicBezTo>
                  <a:cubicBezTo>
                    <a:pt x="1445407" y="81440"/>
                    <a:pt x="1670464" y="22498"/>
                    <a:pt x="1839258" y="5084"/>
                  </a:cubicBezTo>
                  <a:cubicBezTo>
                    <a:pt x="2008052" y="-12330"/>
                    <a:pt x="2129958" y="19820"/>
                    <a:pt x="2241148" y="29197"/>
                  </a:cubicBezTo>
                  <a:cubicBezTo>
                    <a:pt x="2352338" y="38574"/>
                    <a:pt x="2411282" y="34555"/>
                    <a:pt x="2506396" y="61347"/>
                  </a:cubicBezTo>
                  <a:cubicBezTo>
                    <a:pt x="2601510" y="88139"/>
                    <a:pt x="2834606" y="141722"/>
                    <a:pt x="2811832" y="189947"/>
                  </a:cubicBezTo>
                  <a:cubicBezTo>
                    <a:pt x="2789058" y="238172"/>
                    <a:pt x="2530509" y="256926"/>
                    <a:pt x="2369753" y="350697"/>
                  </a:cubicBezTo>
                  <a:cubicBezTo>
                    <a:pt x="2208997" y="444468"/>
                    <a:pt x="2018769" y="650764"/>
                    <a:pt x="1847296" y="752572"/>
                  </a:cubicBezTo>
                  <a:cubicBezTo>
                    <a:pt x="1675823" y="854380"/>
                    <a:pt x="1497652" y="946811"/>
                    <a:pt x="1340915" y="961547"/>
                  </a:cubicBezTo>
                  <a:cubicBezTo>
                    <a:pt x="1184178" y="976283"/>
                    <a:pt x="1063611" y="858400"/>
                    <a:pt x="906874" y="840985"/>
                  </a:cubicBezTo>
                  <a:cubicBezTo>
                    <a:pt x="750137" y="823570"/>
                    <a:pt x="521060" y="863758"/>
                    <a:pt x="400493" y="857060"/>
                  </a:cubicBezTo>
                  <a:cubicBezTo>
                    <a:pt x="279926" y="850362"/>
                    <a:pt x="250221" y="825731"/>
                    <a:pt x="183472" y="800797"/>
                  </a:cubicBezTo>
                  <a:cubicBezTo>
                    <a:pt x="116723" y="775863"/>
                    <a:pt x="0" y="707453"/>
                    <a:pt x="0" y="707453"/>
                  </a:cubicBezTo>
                  <a:lnTo>
                    <a:pt x="8570" y="694595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16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88"/>
            <p:cNvSpPr/>
            <p:nvPr/>
          </p:nvSpPr>
          <p:spPr>
            <a:xfrm rot="11740221">
              <a:off x="3567220" y="4097399"/>
              <a:ext cx="3142513" cy="945585"/>
            </a:xfrm>
            <a:custGeom>
              <a:avLst/>
              <a:gdLst>
                <a:gd name="connsiteX0" fmla="*/ 29715 w 2643555"/>
                <a:gd name="connsiteY0" fmla="*/ 736497 h 962818"/>
                <a:gd name="connsiteX1" fmla="*/ 53828 w 2643555"/>
                <a:gd name="connsiteY1" fmla="*/ 535560 h 962818"/>
                <a:gd name="connsiteX2" fmla="*/ 367302 w 2643555"/>
                <a:gd name="connsiteY2" fmla="*/ 318547 h 962818"/>
                <a:gd name="connsiteX3" fmla="*/ 1058553 w 2643555"/>
                <a:gd name="connsiteY3" fmla="*/ 133684 h 962818"/>
                <a:gd name="connsiteX4" fmla="*/ 1669425 w 2643555"/>
                <a:gd name="connsiteY4" fmla="*/ 5084 h 962818"/>
                <a:gd name="connsiteX5" fmla="*/ 2071315 w 2643555"/>
                <a:gd name="connsiteY5" fmla="*/ 29197 h 962818"/>
                <a:gd name="connsiteX6" fmla="*/ 2336563 w 2643555"/>
                <a:gd name="connsiteY6" fmla="*/ 61347 h 962818"/>
                <a:gd name="connsiteX7" fmla="*/ 2641999 w 2643555"/>
                <a:gd name="connsiteY7" fmla="*/ 189947 h 962818"/>
                <a:gd name="connsiteX8" fmla="*/ 2199920 w 2643555"/>
                <a:gd name="connsiteY8" fmla="*/ 350697 h 962818"/>
                <a:gd name="connsiteX9" fmla="*/ 1677463 w 2643555"/>
                <a:gd name="connsiteY9" fmla="*/ 752572 h 962818"/>
                <a:gd name="connsiteX10" fmla="*/ 1171082 w 2643555"/>
                <a:gd name="connsiteY10" fmla="*/ 961547 h 962818"/>
                <a:gd name="connsiteX11" fmla="*/ 737041 w 2643555"/>
                <a:gd name="connsiteY11" fmla="*/ 840985 h 962818"/>
                <a:gd name="connsiteX12" fmla="*/ 230660 w 2643555"/>
                <a:gd name="connsiteY12" fmla="*/ 857060 h 962818"/>
                <a:gd name="connsiteX13" fmla="*/ 13639 w 2643555"/>
                <a:gd name="connsiteY13" fmla="*/ 800797 h 962818"/>
                <a:gd name="connsiteX14" fmla="*/ 21677 w 2643555"/>
                <a:gd name="connsiteY14" fmla="*/ 615935 h 962818"/>
                <a:gd name="connsiteX0" fmla="*/ 395195 w 3009035"/>
                <a:gd name="connsiteY0" fmla="*/ 736497 h 1117100"/>
                <a:gd name="connsiteX1" fmla="*/ 419308 w 3009035"/>
                <a:gd name="connsiteY1" fmla="*/ 535560 h 1117100"/>
                <a:gd name="connsiteX2" fmla="*/ 732782 w 3009035"/>
                <a:gd name="connsiteY2" fmla="*/ 318547 h 1117100"/>
                <a:gd name="connsiteX3" fmla="*/ 1424033 w 3009035"/>
                <a:gd name="connsiteY3" fmla="*/ 133684 h 1117100"/>
                <a:gd name="connsiteX4" fmla="*/ 2034905 w 3009035"/>
                <a:gd name="connsiteY4" fmla="*/ 5084 h 1117100"/>
                <a:gd name="connsiteX5" fmla="*/ 2436795 w 3009035"/>
                <a:gd name="connsiteY5" fmla="*/ 29197 h 1117100"/>
                <a:gd name="connsiteX6" fmla="*/ 2702043 w 3009035"/>
                <a:gd name="connsiteY6" fmla="*/ 61347 h 1117100"/>
                <a:gd name="connsiteX7" fmla="*/ 3007479 w 3009035"/>
                <a:gd name="connsiteY7" fmla="*/ 189947 h 1117100"/>
                <a:gd name="connsiteX8" fmla="*/ 2565400 w 3009035"/>
                <a:gd name="connsiteY8" fmla="*/ 350697 h 1117100"/>
                <a:gd name="connsiteX9" fmla="*/ 2042943 w 3009035"/>
                <a:gd name="connsiteY9" fmla="*/ 752572 h 1117100"/>
                <a:gd name="connsiteX10" fmla="*/ 1536562 w 3009035"/>
                <a:gd name="connsiteY10" fmla="*/ 961547 h 1117100"/>
                <a:gd name="connsiteX11" fmla="*/ 1102521 w 3009035"/>
                <a:gd name="connsiteY11" fmla="*/ 840985 h 1117100"/>
                <a:gd name="connsiteX12" fmla="*/ 596140 w 3009035"/>
                <a:gd name="connsiteY12" fmla="*/ 857060 h 1117100"/>
                <a:gd name="connsiteX13" fmla="*/ 2052 w 3009035"/>
                <a:gd name="connsiteY13" fmla="*/ 1112754 h 1117100"/>
                <a:gd name="connsiteX14" fmla="*/ 387157 w 3009035"/>
                <a:gd name="connsiteY14" fmla="*/ 615935 h 1117100"/>
                <a:gd name="connsiteX0" fmla="*/ 419308 w 3009035"/>
                <a:gd name="connsiteY0" fmla="*/ 535560 h 1117099"/>
                <a:gd name="connsiteX1" fmla="*/ 732782 w 3009035"/>
                <a:gd name="connsiteY1" fmla="*/ 318547 h 1117099"/>
                <a:gd name="connsiteX2" fmla="*/ 1424033 w 3009035"/>
                <a:gd name="connsiteY2" fmla="*/ 133684 h 1117099"/>
                <a:gd name="connsiteX3" fmla="*/ 2034905 w 3009035"/>
                <a:gd name="connsiteY3" fmla="*/ 5084 h 1117099"/>
                <a:gd name="connsiteX4" fmla="*/ 2436795 w 3009035"/>
                <a:gd name="connsiteY4" fmla="*/ 29197 h 1117099"/>
                <a:gd name="connsiteX5" fmla="*/ 2702043 w 3009035"/>
                <a:gd name="connsiteY5" fmla="*/ 61347 h 1117099"/>
                <a:gd name="connsiteX6" fmla="*/ 3007479 w 3009035"/>
                <a:gd name="connsiteY6" fmla="*/ 189947 h 1117099"/>
                <a:gd name="connsiteX7" fmla="*/ 2565400 w 3009035"/>
                <a:gd name="connsiteY7" fmla="*/ 350697 h 1117099"/>
                <a:gd name="connsiteX8" fmla="*/ 2042943 w 3009035"/>
                <a:gd name="connsiteY8" fmla="*/ 752572 h 1117099"/>
                <a:gd name="connsiteX9" fmla="*/ 1536562 w 3009035"/>
                <a:gd name="connsiteY9" fmla="*/ 961547 h 1117099"/>
                <a:gd name="connsiteX10" fmla="*/ 1102521 w 3009035"/>
                <a:gd name="connsiteY10" fmla="*/ 840985 h 1117099"/>
                <a:gd name="connsiteX11" fmla="*/ 596140 w 3009035"/>
                <a:gd name="connsiteY11" fmla="*/ 857060 h 1117099"/>
                <a:gd name="connsiteX12" fmla="*/ 2052 w 3009035"/>
                <a:gd name="connsiteY12" fmla="*/ 1112754 h 1117099"/>
                <a:gd name="connsiteX13" fmla="*/ 387157 w 3009035"/>
                <a:gd name="connsiteY13" fmla="*/ 615935 h 1117099"/>
                <a:gd name="connsiteX0" fmla="*/ 419308 w 3009035"/>
                <a:gd name="connsiteY0" fmla="*/ 535560 h 1117099"/>
                <a:gd name="connsiteX1" fmla="*/ 732782 w 3009035"/>
                <a:gd name="connsiteY1" fmla="*/ 318547 h 1117099"/>
                <a:gd name="connsiteX2" fmla="*/ 1424033 w 3009035"/>
                <a:gd name="connsiteY2" fmla="*/ 133684 h 1117099"/>
                <a:gd name="connsiteX3" fmla="*/ 2034905 w 3009035"/>
                <a:gd name="connsiteY3" fmla="*/ 5084 h 1117099"/>
                <a:gd name="connsiteX4" fmla="*/ 2436795 w 3009035"/>
                <a:gd name="connsiteY4" fmla="*/ 29197 h 1117099"/>
                <a:gd name="connsiteX5" fmla="*/ 2702043 w 3009035"/>
                <a:gd name="connsiteY5" fmla="*/ 61347 h 1117099"/>
                <a:gd name="connsiteX6" fmla="*/ 3007479 w 3009035"/>
                <a:gd name="connsiteY6" fmla="*/ 189947 h 1117099"/>
                <a:gd name="connsiteX7" fmla="*/ 2565400 w 3009035"/>
                <a:gd name="connsiteY7" fmla="*/ 350697 h 1117099"/>
                <a:gd name="connsiteX8" fmla="*/ 2042943 w 3009035"/>
                <a:gd name="connsiteY8" fmla="*/ 752572 h 1117099"/>
                <a:gd name="connsiteX9" fmla="*/ 1536562 w 3009035"/>
                <a:gd name="connsiteY9" fmla="*/ 961547 h 1117099"/>
                <a:gd name="connsiteX10" fmla="*/ 1102521 w 3009035"/>
                <a:gd name="connsiteY10" fmla="*/ 840985 h 1117099"/>
                <a:gd name="connsiteX11" fmla="*/ 596140 w 3009035"/>
                <a:gd name="connsiteY11" fmla="*/ 857060 h 1117099"/>
                <a:gd name="connsiteX12" fmla="*/ 2052 w 3009035"/>
                <a:gd name="connsiteY12" fmla="*/ 1112754 h 1117099"/>
                <a:gd name="connsiteX13" fmla="*/ 387157 w 3009035"/>
                <a:gd name="connsiteY13" fmla="*/ 615935 h 1117099"/>
                <a:gd name="connsiteX14" fmla="*/ 419308 w 3009035"/>
                <a:gd name="connsiteY14" fmla="*/ 535560 h 1117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9035" h="1117099">
                  <a:moveTo>
                    <a:pt x="419308" y="535560"/>
                  </a:moveTo>
                  <a:cubicBezTo>
                    <a:pt x="475572" y="465902"/>
                    <a:pt x="565328" y="385526"/>
                    <a:pt x="732782" y="318547"/>
                  </a:cubicBezTo>
                  <a:cubicBezTo>
                    <a:pt x="900236" y="251568"/>
                    <a:pt x="1207012" y="185928"/>
                    <a:pt x="1424033" y="133684"/>
                  </a:cubicBezTo>
                  <a:cubicBezTo>
                    <a:pt x="1641054" y="81440"/>
                    <a:pt x="1866111" y="22498"/>
                    <a:pt x="2034905" y="5084"/>
                  </a:cubicBezTo>
                  <a:cubicBezTo>
                    <a:pt x="2203699" y="-12330"/>
                    <a:pt x="2325605" y="19820"/>
                    <a:pt x="2436795" y="29197"/>
                  </a:cubicBezTo>
                  <a:cubicBezTo>
                    <a:pt x="2547985" y="38574"/>
                    <a:pt x="2606929" y="34555"/>
                    <a:pt x="2702043" y="61347"/>
                  </a:cubicBezTo>
                  <a:cubicBezTo>
                    <a:pt x="2797157" y="88139"/>
                    <a:pt x="3030253" y="141722"/>
                    <a:pt x="3007479" y="189947"/>
                  </a:cubicBezTo>
                  <a:cubicBezTo>
                    <a:pt x="2984705" y="238172"/>
                    <a:pt x="2726156" y="256926"/>
                    <a:pt x="2565400" y="350697"/>
                  </a:cubicBezTo>
                  <a:cubicBezTo>
                    <a:pt x="2404644" y="444468"/>
                    <a:pt x="2214416" y="650764"/>
                    <a:pt x="2042943" y="752572"/>
                  </a:cubicBezTo>
                  <a:cubicBezTo>
                    <a:pt x="1871470" y="854380"/>
                    <a:pt x="1693299" y="946811"/>
                    <a:pt x="1536562" y="961547"/>
                  </a:cubicBezTo>
                  <a:cubicBezTo>
                    <a:pt x="1379825" y="976283"/>
                    <a:pt x="1259258" y="858400"/>
                    <a:pt x="1102521" y="840985"/>
                  </a:cubicBezTo>
                  <a:cubicBezTo>
                    <a:pt x="945784" y="823570"/>
                    <a:pt x="779551" y="811765"/>
                    <a:pt x="596140" y="857060"/>
                  </a:cubicBezTo>
                  <a:cubicBezTo>
                    <a:pt x="412729" y="902355"/>
                    <a:pt x="36883" y="1152942"/>
                    <a:pt x="2052" y="1112754"/>
                  </a:cubicBezTo>
                  <a:cubicBezTo>
                    <a:pt x="-32779" y="1072567"/>
                    <a:pt x="387157" y="615935"/>
                    <a:pt x="387157" y="615935"/>
                  </a:cubicBezTo>
                  <a:lnTo>
                    <a:pt x="419308" y="53556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16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 2"/>
            <p:cNvSpPr/>
            <p:nvPr/>
          </p:nvSpPr>
          <p:spPr>
            <a:xfrm>
              <a:off x="3431004" y="2119618"/>
              <a:ext cx="4373556" cy="997321"/>
            </a:xfrm>
            <a:custGeom>
              <a:avLst/>
              <a:gdLst>
                <a:gd name="connsiteX0" fmla="*/ 0 w 4324335"/>
                <a:gd name="connsiteY0" fmla="*/ 876088 h 876088"/>
                <a:gd name="connsiteX1" fmla="*/ 1486993 w 4324335"/>
                <a:gd name="connsiteY1" fmla="*/ 393838 h 876088"/>
                <a:gd name="connsiteX2" fmla="*/ 2097865 w 4324335"/>
                <a:gd name="connsiteY2" fmla="*/ 233088 h 876088"/>
                <a:gd name="connsiteX3" fmla="*/ 2837343 w 4324335"/>
                <a:gd name="connsiteY3" fmla="*/ 136638 h 876088"/>
                <a:gd name="connsiteX4" fmla="*/ 3600934 w 4324335"/>
                <a:gd name="connsiteY4" fmla="*/ 160750 h 876088"/>
                <a:gd name="connsiteX5" fmla="*/ 3994786 w 4324335"/>
                <a:gd name="connsiteY5" fmla="*/ 168788 h 876088"/>
                <a:gd name="connsiteX6" fmla="*/ 4324335 w 4324335"/>
                <a:gd name="connsiteY6" fmla="*/ 0 h 876088"/>
                <a:gd name="connsiteX0" fmla="*/ 0 w 3994786"/>
                <a:gd name="connsiteY0" fmla="*/ 741911 h 741911"/>
                <a:gd name="connsiteX1" fmla="*/ 1486993 w 3994786"/>
                <a:gd name="connsiteY1" fmla="*/ 259661 h 741911"/>
                <a:gd name="connsiteX2" fmla="*/ 2097865 w 3994786"/>
                <a:gd name="connsiteY2" fmla="*/ 98911 h 741911"/>
                <a:gd name="connsiteX3" fmla="*/ 2837343 w 3994786"/>
                <a:gd name="connsiteY3" fmla="*/ 2461 h 741911"/>
                <a:gd name="connsiteX4" fmla="*/ 3600934 w 3994786"/>
                <a:gd name="connsiteY4" fmla="*/ 26573 h 741911"/>
                <a:gd name="connsiteX5" fmla="*/ 3994786 w 3994786"/>
                <a:gd name="connsiteY5" fmla="*/ 34611 h 741911"/>
                <a:gd name="connsiteX0" fmla="*/ 0 w 3977021"/>
                <a:gd name="connsiteY0" fmla="*/ 997321 h 997321"/>
                <a:gd name="connsiteX1" fmla="*/ 1486993 w 3977021"/>
                <a:gd name="connsiteY1" fmla="*/ 515071 h 997321"/>
                <a:gd name="connsiteX2" fmla="*/ 2097865 w 3977021"/>
                <a:gd name="connsiteY2" fmla="*/ 354321 h 997321"/>
                <a:gd name="connsiteX3" fmla="*/ 2837343 w 3977021"/>
                <a:gd name="connsiteY3" fmla="*/ 257871 h 997321"/>
                <a:gd name="connsiteX4" fmla="*/ 3600934 w 3977021"/>
                <a:gd name="connsiteY4" fmla="*/ 281983 h 997321"/>
                <a:gd name="connsiteX5" fmla="*/ 3977021 w 3977021"/>
                <a:gd name="connsiteY5" fmla="*/ 0 h 997321"/>
                <a:gd name="connsiteX0" fmla="*/ 0 w 3914369"/>
                <a:gd name="connsiteY0" fmla="*/ 997321 h 997321"/>
                <a:gd name="connsiteX1" fmla="*/ 1486993 w 3914369"/>
                <a:gd name="connsiteY1" fmla="*/ 515071 h 997321"/>
                <a:gd name="connsiteX2" fmla="*/ 2097865 w 3914369"/>
                <a:gd name="connsiteY2" fmla="*/ 354321 h 997321"/>
                <a:gd name="connsiteX3" fmla="*/ 2837343 w 3914369"/>
                <a:gd name="connsiteY3" fmla="*/ 257871 h 997321"/>
                <a:gd name="connsiteX4" fmla="*/ 3600934 w 3914369"/>
                <a:gd name="connsiteY4" fmla="*/ 281983 h 997321"/>
                <a:gd name="connsiteX5" fmla="*/ 3914369 w 3914369"/>
                <a:gd name="connsiteY5" fmla="*/ 0 h 99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4369" h="997321">
                  <a:moveTo>
                    <a:pt x="0" y="997321"/>
                  </a:moveTo>
                  <a:lnTo>
                    <a:pt x="1486993" y="515071"/>
                  </a:lnTo>
                  <a:cubicBezTo>
                    <a:pt x="1836637" y="407904"/>
                    <a:pt x="1872807" y="397188"/>
                    <a:pt x="2097865" y="354321"/>
                  </a:cubicBezTo>
                  <a:cubicBezTo>
                    <a:pt x="2322923" y="311454"/>
                    <a:pt x="2586832" y="269927"/>
                    <a:pt x="2837343" y="257871"/>
                  </a:cubicBezTo>
                  <a:cubicBezTo>
                    <a:pt x="3087855" y="245815"/>
                    <a:pt x="3421430" y="324961"/>
                    <a:pt x="3600934" y="281983"/>
                  </a:cubicBezTo>
                  <a:cubicBezTo>
                    <a:pt x="3780438" y="239005"/>
                    <a:pt x="3793802" y="26792"/>
                    <a:pt x="3914369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3477745" y="3583115"/>
              <a:ext cx="4462948" cy="875385"/>
            </a:xfrm>
            <a:custGeom>
              <a:avLst/>
              <a:gdLst>
                <a:gd name="connsiteX0" fmla="*/ 0 w 4404713"/>
                <a:gd name="connsiteY0" fmla="*/ 0 h 860013"/>
                <a:gd name="connsiteX1" fmla="*/ 618910 w 4404713"/>
                <a:gd name="connsiteY1" fmla="*/ 104488 h 860013"/>
                <a:gd name="connsiteX2" fmla="*/ 1125292 w 4404713"/>
                <a:gd name="connsiteY2" fmla="*/ 305425 h 860013"/>
                <a:gd name="connsiteX3" fmla="*/ 1462879 w 4404713"/>
                <a:gd name="connsiteY3" fmla="*/ 434025 h 860013"/>
                <a:gd name="connsiteX4" fmla="*/ 2033563 w 4404713"/>
                <a:gd name="connsiteY4" fmla="*/ 570663 h 860013"/>
                <a:gd name="connsiteX5" fmla="*/ 2612284 w 4404713"/>
                <a:gd name="connsiteY5" fmla="*/ 683188 h 860013"/>
                <a:gd name="connsiteX6" fmla="*/ 3335686 w 4404713"/>
                <a:gd name="connsiteY6" fmla="*/ 683188 h 860013"/>
                <a:gd name="connsiteX7" fmla="*/ 4203768 w 4404713"/>
                <a:gd name="connsiteY7" fmla="*/ 659075 h 860013"/>
                <a:gd name="connsiteX8" fmla="*/ 4404713 w 4404713"/>
                <a:gd name="connsiteY8" fmla="*/ 860013 h 860013"/>
                <a:gd name="connsiteX0" fmla="*/ 0 w 4203768"/>
                <a:gd name="connsiteY0" fmla="*/ 0 h 692490"/>
                <a:gd name="connsiteX1" fmla="*/ 618910 w 4203768"/>
                <a:gd name="connsiteY1" fmla="*/ 104488 h 692490"/>
                <a:gd name="connsiteX2" fmla="*/ 1125292 w 4203768"/>
                <a:gd name="connsiteY2" fmla="*/ 305425 h 692490"/>
                <a:gd name="connsiteX3" fmla="*/ 1462879 w 4203768"/>
                <a:gd name="connsiteY3" fmla="*/ 434025 h 692490"/>
                <a:gd name="connsiteX4" fmla="*/ 2033563 w 4203768"/>
                <a:gd name="connsiteY4" fmla="*/ 570663 h 692490"/>
                <a:gd name="connsiteX5" fmla="*/ 2612284 w 4203768"/>
                <a:gd name="connsiteY5" fmla="*/ 683188 h 692490"/>
                <a:gd name="connsiteX6" fmla="*/ 3335686 w 4203768"/>
                <a:gd name="connsiteY6" fmla="*/ 683188 h 692490"/>
                <a:gd name="connsiteX7" fmla="*/ 4203768 w 4203768"/>
                <a:gd name="connsiteY7" fmla="*/ 659075 h 692490"/>
                <a:gd name="connsiteX0" fmla="*/ 0 w 4092051"/>
                <a:gd name="connsiteY0" fmla="*/ 0 h 691828"/>
                <a:gd name="connsiteX1" fmla="*/ 618910 w 4092051"/>
                <a:gd name="connsiteY1" fmla="*/ 104488 h 691828"/>
                <a:gd name="connsiteX2" fmla="*/ 1125292 w 4092051"/>
                <a:gd name="connsiteY2" fmla="*/ 305425 h 691828"/>
                <a:gd name="connsiteX3" fmla="*/ 1462879 w 4092051"/>
                <a:gd name="connsiteY3" fmla="*/ 434025 h 691828"/>
                <a:gd name="connsiteX4" fmla="*/ 2033563 w 4092051"/>
                <a:gd name="connsiteY4" fmla="*/ 570663 h 691828"/>
                <a:gd name="connsiteX5" fmla="*/ 2612284 w 4092051"/>
                <a:gd name="connsiteY5" fmla="*/ 683188 h 691828"/>
                <a:gd name="connsiteX6" fmla="*/ 3335686 w 4092051"/>
                <a:gd name="connsiteY6" fmla="*/ 683188 h 691828"/>
                <a:gd name="connsiteX7" fmla="*/ 4092051 w 4092051"/>
                <a:gd name="connsiteY7" fmla="*/ 675150 h 691828"/>
                <a:gd name="connsiteX0" fmla="*/ 0 w 4151054"/>
                <a:gd name="connsiteY0" fmla="*/ 0 h 691828"/>
                <a:gd name="connsiteX1" fmla="*/ 618910 w 4151054"/>
                <a:gd name="connsiteY1" fmla="*/ 104488 h 691828"/>
                <a:gd name="connsiteX2" fmla="*/ 1125292 w 4151054"/>
                <a:gd name="connsiteY2" fmla="*/ 305425 h 691828"/>
                <a:gd name="connsiteX3" fmla="*/ 1462879 w 4151054"/>
                <a:gd name="connsiteY3" fmla="*/ 434025 h 691828"/>
                <a:gd name="connsiteX4" fmla="*/ 2033563 w 4151054"/>
                <a:gd name="connsiteY4" fmla="*/ 570663 h 691828"/>
                <a:gd name="connsiteX5" fmla="*/ 2612284 w 4151054"/>
                <a:gd name="connsiteY5" fmla="*/ 683188 h 691828"/>
                <a:gd name="connsiteX6" fmla="*/ 3335686 w 4151054"/>
                <a:gd name="connsiteY6" fmla="*/ 683188 h 691828"/>
                <a:gd name="connsiteX7" fmla="*/ 4092051 w 4151054"/>
                <a:gd name="connsiteY7" fmla="*/ 675150 h 691828"/>
                <a:gd name="connsiteX8" fmla="*/ 4102117 w 4151054"/>
                <a:gd name="connsiteY8" fmla="*/ 674631 h 691828"/>
                <a:gd name="connsiteX0" fmla="*/ 0 w 4318103"/>
                <a:gd name="connsiteY0" fmla="*/ 0 h 819307"/>
                <a:gd name="connsiteX1" fmla="*/ 618910 w 4318103"/>
                <a:gd name="connsiteY1" fmla="*/ 104488 h 819307"/>
                <a:gd name="connsiteX2" fmla="*/ 1125292 w 4318103"/>
                <a:gd name="connsiteY2" fmla="*/ 305425 h 819307"/>
                <a:gd name="connsiteX3" fmla="*/ 1462879 w 4318103"/>
                <a:gd name="connsiteY3" fmla="*/ 434025 h 819307"/>
                <a:gd name="connsiteX4" fmla="*/ 2033563 w 4318103"/>
                <a:gd name="connsiteY4" fmla="*/ 570663 h 819307"/>
                <a:gd name="connsiteX5" fmla="*/ 2612284 w 4318103"/>
                <a:gd name="connsiteY5" fmla="*/ 683188 h 819307"/>
                <a:gd name="connsiteX6" fmla="*/ 3335686 w 4318103"/>
                <a:gd name="connsiteY6" fmla="*/ 683188 h 819307"/>
                <a:gd name="connsiteX7" fmla="*/ 4092051 w 4318103"/>
                <a:gd name="connsiteY7" fmla="*/ 675150 h 819307"/>
                <a:gd name="connsiteX8" fmla="*/ 4318103 w 4318103"/>
                <a:gd name="connsiteY8" fmla="*/ 819307 h 819307"/>
                <a:gd name="connsiteX0" fmla="*/ 0 w 4318103"/>
                <a:gd name="connsiteY0" fmla="*/ 0 h 819307"/>
                <a:gd name="connsiteX1" fmla="*/ 618910 w 4318103"/>
                <a:gd name="connsiteY1" fmla="*/ 104488 h 819307"/>
                <a:gd name="connsiteX2" fmla="*/ 1125292 w 4318103"/>
                <a:gd name="connsiteY2" fmla="*/ 305425 h 819307"/>
                <a:gd name="connsiteX3" fmla="*/ 1462879 w 4318103"/>
                <a:gd name="connsiteY3" fmla="*/ 434025 h 819307"/>
                <a:gd name="connsiteX4" fmla="*/ 2033563 w 4318103"/>
                <a:gd name="connsiteY4" fmla="*/ 570663 h 819307"/>
                <a:gd name="connsiteX5" fmla="*/ 2612284 w 4318103"/>
                <a:gd name="connsiteY5" fmla="*/ 683188 h 819307"/>
                <a:gd name="connsiteX6" fmla="*/ 3335686 w 4318103"/>
                <a:gd name="connsiteY6" fmla="*/ 683188 h 819307"/>
                <a:gd name="connsiteX7" fmla="*/ 3898410 w 4318103"/>
                <a:gd name="connsiteY7" fmla="*/ 643000 h 819307"/>
                <a:gd name="connsiteX8" fmla="*/ 4318103 w 4318103"/>
                <a:gd name="connsiteY8" fmla="*/ 819307 h 819307"/>
                <a:gd name="connsiteX0" fmla="*/ 0 w 4243625"/>
                <a:gd name="connsiteY0" fmla="*/ 0 h 835382"/>
                <a:gd name="connsiteX1" fmla="*/ 618910 w 4243625"/>
                <a:gd name="connsiteY1" fmla="*/ 104488 h 835382"/>
                <a:gd name="connsiteX2" fmla="*/ 1125292 w 4243625"/>
                <a:gd name="connsiteY2" fmla="*/ 305425 h 835382"/>
                <a:gd name="connsiteX3" fmla="*/ 1462879 w 4243625"/>
                <a:gd name="connsiteY3" fmla="*/ 434025 h 835382"/>
                <a:gd name="connsiteX4" fmla="*/ 2033563 w 4243625"/>
                <a:gd name="connsiteY4" fmla="*/ 570663 h 835382"/>
                <a:gd name="connsiteX5" fmla="*/ 2612284 w 4243625"/>
                <a:gd name="connsiteY5" fmla="*/ 683188 h 835382"/>
                <a:gd name="connsiteX6" fmla="*/ 3335686 w 4243625"/>
                <a:gd name="connsiteY6" fmla="*/ 683188 h 835382"/>
                <a:gd name="connsiteX7" fmla="*/ 3898410 w 4243625"/>
                <a:gd name="connsiteY7" fmla="*/ 643000 h 835382"/>
                <a:gd name="connsiteX8" fmla="*/ 4243625 w 4243625"/>
                <a:gd name="connsiteY8" fmla="*/ 835382 h 835382"/>
                <a:gd name="connsiteX0" fmla="*/ 0 w 3967534"/>
                <a:gd name="connsiteY0" fmla="*/ 0 h 875385"/>
                <a:gd name="connsiteX1" fmla="*/ 618910 w 3967534"/>
                <a:gd name="connsiteY1" fmla="*/ 104488 h 875385"/>
                <a:gd name="connsiteX2" fmla="*/ 1125292 w 3967534"/>
                <a:gd name="connsiteY2" fmla="*/ 305425 h 875385"/>
                <a:gd name="connsiteX3" fmla="*/ 1462879 w 3967534"/>
                <a:gd name="connsiteY3" fmla="*/ 434025 h 875385"/>
                <a:gd name="connsiteX4" fmla="*/ 2033563 w 3967534"/>
                <a:gd name="connsiteY4" fmla="*/ 570663 h 875385"/>
                <a:gd name="connsiteX5" fmla="*/ 2612284 w 3967534"/>
                <a:gd name="connsiteY5" fmla="*/ 683188 h 875385"/>
                <a:gd name="connsiteX6" fmla="*/ 3335686 w 3967534"/>
                <a:gd name="connsiteY6" fmla="*/ 683188 h 875385"/>
                <a:gd name="connsiteX7" fmla="*/ 3898410 w 3967534"/>
                <a:gd name="connsiteY7" fmla="*/ 643000 h 875385"/>
                <a:gd name="connsiteX8" fmla="*/ 3959701 w 3967534"/>
                <a:gd name="connsiteY8" fmla="*/ 875385 h 875385"/>
                <a:gd name="connsiteX0" fmla="*/ 0 w 3959701"/>
                <a:gd name="connsiteY0" fmla="*/ 0 h 875385"/>
                <a:gd name="connsiteX1" fmla="*/ 618910 w 3959701"/>
                <a:gd name="connsiteY1" fmla="*/ 104488 h 875385"/>
                <a:gd name="connsiteX2" fmla="*/ 1125292 w 3959701"/>
                <a:gd name="connsiteY2" fmla="*/ 305425 h 875385"/>
                <a:gd name="connsiteX3" fmla="*/ 1462879 w 3959701"/>
                <a:gd name="connsiteY3" fmla="*/ 434025 h 875385"/>
                <a:gd name="connsiteX4" fmla="*/ 2033563 w 3959701"/>
                <a:gd name="connsiteY4" fmla="*/ 570663 h 875385"/>
                <a:gd name="connsiteX5" fmla="*/ 2612284 w 3959701"/>
                <a:gd name="connsiteY5" fmla="*/ 683188 h 875385"/>
                <a:gd name="connsiteX6" fmla="*/ 3335686 w 3959701"/>
                <a:gd name="connsiteY6" fmla="*/ 683188 h 875385"/>
                <a:gd name="connsiteX7" fmla="*/ 3685467 w 3959701"/>
                <a:gd name="connsiteY7" fmla="*/ 783010 h 875385"/>
                <a:gd name="connsiteX8" fmla="*/ 3959701 w 3959701"/>
                <a:gd name="connsiteY8" fmla="*/ 875385 h 875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59701" h="875385">
                  <a:moveTo>
                    <a:pt x="0" y="0"/>
                  </a:moveTo>
                  <a:cubicBezTo>
                    <a:pt x="215681" y="26792"/>
                    <a:pt x="431362" y="53584"/>
                    <a:pt x="618910" y="104488"/>
                  </a:cubicBezTo>
                  <a:cubicBezTo>
                    <a:pt x="806458" y="155392"/>
                    <a:pt x="1125292" y="305425"/>
                    <a:pt x="1125292" y="305425"/>
                  </a:cubicBezTo>
                  <a:cubicBezTo>
                    <a:pt x="1265954" y="360348"/>
                    <a:pt x="1311501" y="389819"/>
                    <a:pt x="1462879" y="434025"/>
                  </a:cubicBezTo>
                  <a:cubicBezTo>
                    <a:pt x="1614258" y="478231"/>
                    <a:pt x="1841996" y="529136"/>
                    <a:pt x="2033563" y="570663"/>
                  </a:cubicBezTo>
                  <a:cubicBezTo>
                    <a:pt x="2225131" y="612190"/>
                    <a:pt x="2395264" y="664434"/>
                    <a:pt x="2612284" y="683188"/>
                  </a:cubicBezTo>
                  <a:cubicBezTo>
                    <a:pt x="2829305" y="701942"/>
                    <a:pt x="3156822" y="666551"/>
                    <a:pt x="3335686" y="683188"/>
                  </a:cubicBezTo>
                  <a:cubicBezTo>
                    <a:pt x="3514550" y="699825"/>
                    <a:pt x="3581465" y="750977"/>
                    <a:pt x="3685467" y="783010"/>
                  </a:cubicBezTo>
                  <a:cubicBezTo>
                    <a:pt x="3789470" y="815043"/>
                    <a:pt x="3957604" y="875493"/>
                    <a:pt x="3959701" y="87538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497919" y="2516587"/>
              <a:ext cx="3122859" cy="1636115"/>
              <a:chOff x="3340671" y="1505993"/>
              <a:chExt cx="2990216" cy="1636115"/>
            </a:xfrm>
          </p:grpSpPr>
          <p:sp>
            <p:nvSpPr>
              <p:cNvPr id="5" name="Freeform 4"/>
              <p:cNvSpPr/>
              <p:nvPr/>
            </p:nvSpPr>
            <p:spPr>
              <a:xfrm>
                <a:off x="5358388" y="1505993"/>
                <a:ext cx="225059" cy="1636115"/>
              </a:xfrm>
              <a:custGeom>
                <a:avLst/>
                <a:gdLst>
                  <a:gd name="connsiteX0" fmla="*/ 16076 w 329557"/>
                  <a:gd name="connsiteY0" fmla="*/ 0 h 1318151"/>
                  <a:gd name="connsiteX1" fmla="*/ 144681 w 329557"/>
                  <a:gd name="connsiteY1" fmla="*/ 56263 h 1318151"/>
                  <a:gd name="connsiteX2" fmla="*/ 0 w 329557"/>
                  <a:gd name="connsiteY2" fmla="*/ 104488 h 1318151"/>
                  <a:gd name="connsiteX3" fmla="*/ 144681 w 329557"/>
                  <a:gd name="connsiteY3" fmla="*/ 168788 h 1318151"/>
                  <a:gd name="connsiteX4" fmla="*/ 225059 w 329557"/>
                  <a:gd name="connsiteY4" fmla="*/ 225050 h 1318151"/>
                  <a:gd name="connsiteX5" fmla="*/ 184870 w 329557"/>
                  <a:gd name="connsiteY5" fmla="*/ 305425 h 1318151"/>
                  <a:gd name="connsiteX6" fmla="*/ 249172 w 329557"/>
                  <a:gd name="connsiteY6" fmla="*/ 353650 h 1318151"/>
                  <a:gd name="connsiteX7" fmla="*/ 208983 w 329557"/>
                  <a:gd name="connsiteY7" fmla="*/ 434025 h 1318151"/>
                  <a:gd name="connsiteX8" fmla="*/ 321512 w 329557"/>
                  <a:gd name="connsiteY8" fmla="*/ 506363 h 1318151"/>
                  <a:gd name="connsiteX9" fmla="*/ 305437 w 329557"/>
                  <a:gd name="connsiteY9" fmla="*/ 522438 h 1318151"/>
                  <a:gd name="connsiteX10" fmla="*/ 184870 w 329557"/>
                  <a:gd name="connsiteY10" fmla="*/ 570663 h 1318151"/>
                  <a:gd name="connsiteX11" fmla="*/ 265248 w 329557"/>
                  <a:gd name="connsiteY11" fmla="*/ 570663 h 1318151"/>
                  <a:gd name="connsiteX12" fmla="*/ 217021 w 329557"/>
                  <a:gd name="connsiteY12" fmla="*/ 602813 h 1318151"/>
                  <a:gd name="connsiteX13" fmla="*/ 305437 w 329557"/>
                  <a:gd name="connsiteY13" fmla="*/ 651038 h 1318151"/>
                  <a:gd name="connsiteX14" fmla="*/ 241134 w 329557"/>
                  <a:gd name="connsiteY14" fmla="*/ 731413 h 1318151"/>
                  <a:gd name="connsiteX15" fmla="*/ 281323 w 329557"/>
                  <a:gd name="connsiteY15" fmla="*/ 755526 h 1318151"/>
                  <a:gd name="connsiteX16" fmla="*/ 241134 w 329557"/>
                  <a:gd name="connsiteY16" fmla="*/ 771601 h 1318151"/>
                  <a:gd name="connsiteX17" fmla="*/ 281323 w 329557"/>
                  <a:gd name="connsiteY17" fmla="*/ 843938 h 1318151"/>
                  <a:gd name="connsiteX18" fmla="*/ 208983 w 329557"/>
                  <a:gd name="connsiteY18" fmla="*/ 892163 h 1318151"/>
                  <a:gd name="connsiteX19" fmla="*/ 281323 w 329557"/>
                  <a:gd name="connsiteY19" fmla="*/ 956463 h 1318151"/>
                  <a:gd name="connsiteX20" fmla="*/ 217021 w 329557"/>
                  <a:gd name="connsiteY20" fmla="*/ 980576 h 1318151"/>
                  <a:gd name="connsiteX21" fmla="*/ 160756 w 329557"/>
                  <a:gd name="connsiteY21" fmla="*/ 1020763 h 1318151"/>
                  <a:gd name="connsiteX22" fmla="*/ 257210 w 329557"/>
                  <a:gd name="connsiteY22" fmla="*/ 1101138 h 1318151"/>
                  <a:gd name="connsiteX23" fmla="*/ 136643 w 329557"/>
                  <a:gd name="connsiteY23" fmla="*/ 1133288 h 1318151"/>
                  <a:gd name="connsiteX24" fmla="*/ 241134 w 329557"/>
                  <a:gd name="connsiteY24" fmla="*/ 1173476 h 1318151"/>
                  <a:gd name="connsiteX25" fmla="*/ 168794 w 329557"/>
                  <a:gd name="connsiteY25" fmla="*/ 1213663 h 1318151"/>
                  <a:gd name="connsiteX26" fmla="*/ 176832 w 329557"/>
                  <a:gd name="connsiteY26" fmla="*/ 1318151 h 1318151"/>
                  <a:gd name="connsiteX0" fmla="*/ 33117 w 329557"/>
                  <a:gd name="connsiteY0" fmla="*/ 0 h 1333404"/>
                  <a:gd name="connsiteX1" fmla="*/ 144681 w 329557"/>
                  <a:gd name="connsiteY1" fmla="*/ 71516 h 1333404"/>
                  <a:gd name="connsiteX2" fmla="*/ 0 w 329557"/>
                  <a:gd name="connsiteY2" fmla="*/ 119741 h 1333404"/>
                  <a:gd name="connsiteX3" fmla="*/ 144681 w 329557"/>
                  <a:gd name="connsiteY3" fmla="*/ 184041 h 1333404"/>
                  <a:gd name="connsiteX4" fmla="*/ 225059 w 329557"/>
                  <a:gd name="connsiteY4" fmla="*/ 240303 h 1333404"/>
                  <a:gd name="connsiteX5" fmla="*/ 184870 w 329557"/>
                  <a:gd name="connsiteY5" fmla="*/ 320678 h 1333404"/>
                  <a:gd name="connsiteX6" fmla="*/ 249172 w 329557"/>
                  <a:gd name="connsiteY6" fmla="*/ 368903 h 1333404"/>
                  <a:gd name="connsiteX7" fmla="*/ 208983 w 329557"/>
                  <a:gd name="connsiteY7" fmla="*/ 449278 h 1333404"/>
                  <a:gd name="connsiteX8" fmla="*/ 321512 w 329557"/>
                  <a:gd name="connsiteY8" fmla="*/ 521616 h 1333404"/>
                  <a:gd name="connsiteX9" fmla="*/ 305437 w 329557"/>
                  <a:gd name="connsiteY9" fmla="*/ 537691 h 1333404"/>
                  <a:gd name="connsiteX10" fmla="*/ 184870 w 329557"/>
                  <a:gd name="connsiteY10" fmla="*/ 585916 h 1333404"/>
                  <a:gd name="connsiteX11" fmla="*/ 265248 w 329557"/>
                  <a:gd name="connsiteY11" fmla="*/ 585916 h 1333404"/>
                  <a:gd name="connsiteX12" fmla="*/ 217021 w 329557"/>
                  <a:gd name="connsiteY12" fmla="*/ 618066 h 1333404"/>
                  <a:gd name="connsiteX13" fmla="*/ 305437 w 329557"/>
                  <a:gd name="connsiteY13" fmla="*/ 666291 h 1333404"/>
                  <a:gd name="connsiteX14" fmla="*/ 241134 w 329557"/>
                  <a:gd name="connsiteY14" fmla="*/ 746666 h 1333404"/>
                  <a:gd name="connsiteX15" fmla="*/ 281323 w 329557"/>
                  <a:gd name="connsiteY15" fmla="*/ 770779 h 1333404"/>
                  <a:gd name="connsiteX16" fmla="*/ 241134 w 329557"/>
                  <a:gd name="connsiteY16" fmla="*/ 786854 h 1333404"/>
                  <a:gd name="connsiteX17" fmla="*/ 281323 w 329557"/>
                  <a:gd name="connsiteY17" fmla="*/ 859191 h 1333404"/>
                  <a:gd name="connsiteX18" fmla="*/ 208983 w 329557"/>
                  <a:gd name="connsiteY18" fmla="*/ 907416 h 1333404"/>
                  <a:gd name="connsiteX19" fmla="*/ 281323 w 329557"/>
                  <a:gd name="connsiteY19" fmla="*/ 971716 h 1333404"/>
                  <a:gd name="connsiteX20" fmla="*/ 217021 w 329557"/>
                  <a:gd name="connsiteY20" fmla="*/ 995829 h 1333404"/>
                  <a:gd name="connsiteX21" fmla="*/ 160756 w 329557"/>
                  <a:gd name="connsiteY21" fmla="*/ 1036016 h 1333404"/>
                  <a:gd name="connsiteX22" fmla="*/ 257210 w 329557"/>
                  <a:gd name="connsiteY22" fmla="*/ 1116391 h 1333404"/>
                  <a:gd name="connsiteX23" fmla="*/ 136643 w 329557"/>
                  <a:gd name="connsiteY23" fmla="*/ 1148541 h 1333404"/>
                  <a:gd name="connsiteX24" fmla="*/ 241134 w 329557"/>
                  <a:gd name="connsiteY24" fmla="*/ 1188729 h 1333404"/>
                  <a:gd name="connsiteX25" fmla="*/ 168794 w 329557"/>
                  <a:gd name="connsiteY25" fmla="*/ 1228916 h 1333404"/>
                  <a:gd name="connsiteX26" fmla="*/ 176832 w 329557"/>
                  <a:gd name="connsiteY26" fmla="*/ 1333404 h 1333404"/>
                  <a:gd name="connsiteX0" fmla="*/ 33117 w 329557"/>
                  <a:gd name="connsiteY0" fmla="*/ 0 h 1368995"/>
                  <a:gd name="connsiteX1" fmla="*/ 144681 w 329557"/>
                  <a:gd name="connsiteY1" fmla="*/ 71516 h 1368995"/>
                  <a:gd name="connsiteX2" fmla="*/ 0 w 329557"/>
                  <a:gd name="connsiteY2" fmla="*/ 119741 h 1368995"/>
                  <a:gd name="connsiteX3" fmla="*/ 144681 w 329557"/>
                  <a:gd name="connsiteY3" fmla="*/ 184041 h 1368995"/>
                  <a:gd name="connsiteX4" fmla="*/ 225059 w 329557"/>
                  <a:gd name="connsiteY4" fmla="*/ 240303 h 1368995"/>
                  <a:gd name="connsiteX5" fmla="*/ 184870 w 329557"/>
                  <a:gd name="connsiteY5" fmla="*/ 320678 h 1368995"/>
                  <a:gd name="connsiteX6" fmla="*/ 249172 w 329557"/>
                  <a:gd name="connsiteY6" fmla="*/ 368903 h 1368995"/>
                  <a:gd name="connsiteX7" fmla="*/ 208983 w 329557"/>
                  <a:gd name="connsiteY7" fmla="*/ 449278 h 1368995"/>
                  <a:gd name="connsiteX8" fmla="*/ 321512 w 329557"/>
                  <a:gd name="connsiteY8" fmla="*/ 521616 h 1368995"/>
                  <a:gd name="connsiteX9" fmla="*/ 305437 w 329557"/>
                  <a:gd name="connsiteY9" fmla="*/ 537691 h 1368995"/>
                  <a:gd name="connsiteX10" fmla="*/ 184870 w 329557"/>
                  <a:gd name="connsiteY10" fmla="*/ 585916 h 1368995"/>
                  <a:gd name="connsiteX11" fmla="*/ 265248 w 329557"/>
                  <a:gd name="connsiteY11" fmla="*/ 585916 h 1368995"/>
                  <a:gd name="connsiteX12" fmla="*/ 217021 w 329557"/>
                  <a:gd name="connsiteY12" fmla="*/ 618066 h 1368995"/>
                  <a:gd name="connsiteX13" fmla="*/ 305437 w 329557"/>
                  <a:gd name="connsiteY13" fmla="*/ 666291 h 1368995"/>
                  <a:gd name="connsiteX14" fmla="*/ 241134 w 329557"/>
                  <a:gd name="connsiteY14" fmla="*/ 746666 h 1368995"/>
                  <a:gd name="connsiteX15" fmla="*/ 281323 w 329557"/>
                  <a:gd name="connsiteY15" fmla="*/ 770779 h 1368995"/>
                  <a:gd name="connsiteX16" fmla="*/ 241134 w 329557"/>
                  <a:gd name="connsiteY16" fmla="*/ 786854 h 1368995"/>
                  <a:gd name="connsiteX17" fmla="*/ 281323 w 329557"/>
                  <a:gd name="connsiteY17" fmla="*/ 859191 h 1368995"/>
                  <a:gd name="connsiteX18" fmla="*/ 208983 w 329557"/>
                  <a:gd name="connsiteY18" fmla="*/ 907416 h 1368995"/>
                  <a:gd name="connsiteX19" fmla="*/ 281323 w 329557"/>
                  <a:gd name="connsiteY19" fmla="*/ 971716 h 1368995"/>
                  <a:gd name="connsiteX20" fmla="*/ 217021 w 329557"/>
                  <a:gd name="connsiteY20" fmla="*/ 995829 h 1368995"/>
                  <a:gd name="connsiteX21" fmla="*/ 160756 w 329557"/>
                  <a:gd name="connsiteY21" fmla="*/ 1036016 h 1368995"/>
                  <a:gd name="connsiteX22" fmla="*/ 257210 w 329557"/>
                  <a:gd name="connsiteY22" fmla="*/ 1116391 h 1368995"/>
                  <a:gd name="connsiteX23" fmla="*/ 136643 w 329557"/>
                  <a:gd name="connsiteY23" fmla="*/ 1148541 h 1368995"/>
                  <a:gd name="connsiteX24" fmla="*/ 241134 w 329557"/>
                  <a:gd name="connsiteY24" fmla="*/ 1188729 h 1368995"/>
                  <a:gd name="connsiteX25" fmla="*/ 168794 w 329557"/>
                  <a:gd name="connsiteY25" fmla="*/ 1228916 h 1368995"/>
                  <a:gd name="connsiteX26" fmla="*/ 168312 w 329557"/>
                  <a:gd name="connsiteY26" fmla="*/ 1368995 h 136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9557" h="1368995">
                    <a:moveTo>
                      <a:pt x="33117" y="0"/>
                    </a:moveTo>
                    <a:cubicBezTo>
                      <a:pt x="98759" y="19424"/>
                      <a:pt x="150201" y="51559"/>
                      <a:pt x="144681" y="71516"/>
                    </a:cubicBezTo>
                    <a:cubicBezTo>
                      <a:pt x="139162" y="91473"/>
                      <a:pt x="0" y="100987"/>
                      <a:pt x="0" y="119741"/>
                    </a:cubicBezTo>
                    <a:cubicBezTo>
                      <a:pt x="0" y="138495"/>
                      <a:pt x="107171" y="163947"/>
                      <a:pt x="144681" y="184041"/>
                    </a:cubicBezTo>
                    <a:cubicBezTo>
                      <a:pt x="182191" y="204135"/>
                      <a:pt x="218361" y="217530"/>
                      <a:pt x="225059" y="240303"/>
                    </a:cubicBezTo>
                    <a:cubicBezTo>
                      <a:pt x="231757" y="263076"/>
                      <a:pt x="180851" y="299245"/>
                      <a:pt x="184870" y="320678"/>
                    </a:cubicBezTo>
                    <a:cubicBezTo>
                      <a:pt x="188889" y="342111"/>
                      <a:pt x="245153" y="347470"/>
                      <a:pt x="249172" y="368903"/>
                    </a:cubicBezTo>
                    <a:cubicBezTo>
                      <a:pt x="253191" y="390336"/>
                      <a:pt x="196926" y="423826"/>
                      <a:pt x="208983" y="449278"/>
                    </a:cubicBezTo>
                    <a:cubicBezTo>
                      <a:pt x="221040" y="474730"/>
                      <a:pt x="305436" y="506881"/>
                      <a:pt x="321512" y="521616"/>
                    </a:cubicBezTo>
                    <a:cubicBezTo>
                      <a:pt x="337588" y="536351"/>
                      <a:pt x="328211" y="526974"/>
                      <a:pt x="305437" y="537691"/>
                    </a:cubicBezTo>
                    <a:cubicBezTo>
                      <a:pt x="282663" y="548408"/>
                      <a:pt x="191568" y="577878"/>
                      <a:pt x="184870" y="585916"/>
                    </a:cubicBezTo>
                    <a:cubicBezTo>
                      <a:pt x="178172" y="593954"/>
                      <a:pt x="259890" y="580558"/>
                      <a:pt x="265248" y="585916"/>
                    </a:cubicBezTo>
                    <a:cubicBezTo>
                      <a:pt x="270607" y="591274"/>
                      <a:pt x="210323" y="604670"/>
                      <a:pt x="217021" y="618066"/>
                    </a:cubicBezTo>
                    <a:cubicBezTo>
                      <a:pt x="223719" y="631462"/>
                      <a:pt x="301418" y="644858"/>
                      <a:pt x="305437" y="666291"/>
                    </a:cubicBezTo>
                    <a:cubicBezTo>
                      <a:pt x="309456" y="687724"/>
                      <a:pt x="245153" y="729251"/>
                      <a:pt x="241134" y="746666"/>
                    </a:cubicBezTo>
                    <a:cubicBezTo>
                      <a:pt x="237115" y="764081"/>
                      <a:pt x="281323" y="764081"/>
                      <a:pt x="281323" y="770779"/>
                    </a:cubicBezTo>
                    <a:cubicBezTo>
                      <a:pt x="281323" y="777477"/>
                      <a:pt x="241134" y="772119"/>
                      <a:pt x="241134" y="786854"/>
                    </a:cubicBezTo>
                    <a:cubicBezTo>
                      <a:pt x="241134" y="801589"/>
                      <a:pt x="286681" y="839097"/>
                      <a:pt x="281323" y="859191"/>
                    </a:cubicBezTo>
                    <a:cubicBezTo>
                      <a:pt x="275965" y="879285"/>
                      <a:pt x="208983" y="888662"/>
                      <a:pt x="208983" y="907416"/>
                    </a:cubicBezTo>
                    <a:cubicBezTo>
                      <a:pt x="208983" y="926170"/>
                      <a:pt x="279983" y="956981"/>
                      <a:pt x="281323" y="971716"/>
                    </a:cubicBezTo>
                    <a:cubicBezTo>
                      <a:pt x="282663" y="986451"/>
                      <a:pt x="237115" y="985112"/>
                      <a:pt x="217021" y="995829"/>
                    </a:cubicBezTo>
                    <a:cubicBezTo>
                      <a:pt x="196927" y="1006546"/>
                      <a:pt x="154058" y="1015922"/>
                      <a:pt x="160756" y="1036016"/>
                    </a:cubicBezTo>
                    <a:cubicBezTo>
                      <a:pt x="167454" y="1056110"/>
                      <a:pt x="261229" y="1097637"/>
                      <a:pt x="257210" y="1116391"/>
                    </a:cubicBezTo>
                    <a:cubicBezTo>
                      <a:pt x="253191" y="1135145"/>
                      <a:pt x="139322" y="1136485"/>
                      <a:pt x="136643" y="1148541"/>
                    </a:cubicBezTo>
                    <a:cubicBezTo>
                      <a:pt x="133964" y="1160597"/>
                      <a:pt x="235776" y="1175333"/>
                      <a:pt x="241134" y="1188729"/>
                    </a:cubicBezTo>
                    <a:cubicBezTo>
                      <a:pt x="246493" y="1202125"/>
                      <a:pt x="180931" y="1198872"/>
                      <a:pt x="168794" y="1228916"/>
                    </a:cubicBezTo>
                    <a:cubicBezTo>
                      <a:pt x="156657" y="1258960"/>
                      <a:pt x="168312" y="1368995"/>
                      <a:pt x="168312" y="1368995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5529082" y="2264128"/>
                <a:ext cx="801805" cy="45719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22690"/>
                  <a:gd name="connsiteY0" fmla="*/ 24113 h 68478"/>
                  <a:gd name="connsiteX1" fmla="*/ 120567 w 1422690"/>
                  <a:gd name="connsiteY1" fmla="*/ 16075 h 68478"/>
                  <a:gd name="connsiteX2" fmla="*/ 257209 w 1422690"/>
                  <a:gd name="connsiteY2" fmla="*/ 32150 h 68478"/>
                  <a:gd name="connsiteX3" fmla="*/ 369738 w 1422690"/>
                  <a:gd name="connsiteY3" fmla="*/ 0 h 68478"/>
                  <a:gd name="connsiteX4" fmla="*/ 570683 w 1422690"/>
                  <a:gd name="connsiteY4" fmla="*/ 32150 h 68478"/>
                  <a:gd name="connsiteX5" fmla="*/ 819855 w 1422690"/>
                  <a:gd name="connsiteY5" fmla="*/ 8038 h 68478"/>
                  <a:gd name="connsiteX6" fmla="*/ 1060989 w 1422690"/>
                  <a:gd name="connsiteY6" fmla="*/ 40188 h 68478"/>
                  <a:gd name="connsiteX7" fmla="*/ 1294085 w 1422690"/>
                  <a:gd name="connsiteY7" fmla="*/ 40188 h 68478"/>
                  <a:gd name="connsiteX8" fmla="*/ 1422690 w 1422690"/>
                  <a:gd name="connsiteY8" fmla="*/ 68478 h 68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2690" h="68478">
                    <a:moveTo>
                      <a:pt x="0" y="24113"/>
                    </a:moveTo>
                    <a:cubicBezTo>
                      <a:pt x="38849" y="19424"/>
                      <a:pt x="77699" y="14736"/>
                      <a:pt x="120567" y="16075"/>
                    </a:cubicBezTo>
                    <a:cubicBezTo>
                      <a:pt x="163435" y="17414"/>
                      <a:pt x="215681" y="34829"/>
                      <a:pt x="257209" y="32150"/>
                    </a:cubicBezTo>
                    <a:cubicBezTo>
                      <a:pt x="298737" y="29471"/>
                      <a:pt x="317492" y="0"/>
                      <a:pt x="369738" y="0"/>
                    </a:cubicBezTo>
                    <a:cubicBezTo>
                      <a:pt x="421984" y="0"/>
                      <a:pt x="495664" y="30810"/>
                      <a:pt x="570683" y="32150"/>
                    </a:cubicBezTo>
                    <a:cubicBezTo>
                      <a:pt x="645703" y="33490"/>
                      <a:pt x="738137" y="6698"/>
                      <a:pt x="819855" y="8038"/>
                    </a:cubicBezTo>
                    <a:cubicBezTo>
                      <a:pt x="901573" y="9378"/>
                      <a:pt x="981951" y="34830"/>
                      <a:pt x="1060989" y="40188"/>
                    </a:cubicBezTo>
                    <a:cubicBezTo>
                      <a:pt x="1140027" y="45546"/>
                      <a:pt x="1233802" y="35473"/>
                      <a:pt x="1294085" y="40188"/>
                    </a:cubicBezTo>
                    <a:cubicBezTo>
                      <a:pt x="1354368" y="44903"/>
                      <a:pt x="1422690" y="68478"/>
                      <a:pt x="1422690" y="68478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>
              <a:xfrm>
                <a:off x="3340671" y="2290209"/>
                <a:ext cx="2194230" cy="45719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2690" h="44722">
                    <a:moveTo>
                      <a:pt x="0" y="24113"/>
                    </a:moveTo>
                    <a:cubicBezTo>
                      <a:pt x="38849" y="19424"/>
                      <a:pt x="77699" y="14736"/>
                      <a:pt x="120567" y="16075"/>
                    </a:cubicBezTo>
                    <a:cubicBezTo>
                      <a:pt x="163435" y="17414"/>
                      <a:pt x="215681" y="34829"/>
                      <a:pt x="257209" y="32150"/>
                    </a:cubicBezTo>
                    <a:cubicBezTo>
                      <a:pt x="298737" y="29471"/>
                      <a:pt x="317492" y="0"/>
                      <a:pt x="369738" y="0"/>
                    </a:cubicBezTo>
                    <a:cubicBezTo>
                      <a:pt x="421984" y="0"/>
                      <a:pt x="495664" y="30810"/>
                      <a:pt x="570683" y="32150"/>
                    </a:cubicBezTo>
                    <a:cubicBezTo>
                      <a:pt x="645703" y="33490"/>
                      <a:pt x="738137" y="6698"/>
                      <a:pt x="819855" y="8038"/>
                    </a:cubicBezTo>
                    <a:cubicBezTo>
                      <a:pt x="901573" y="9378"/>
                      <a:pt x="981951" y="34830"/>
                      <a:pt x="1060989" y="40188"/>
                    </a:cubicBezTo>
                    <a:cubicBezTo>
                      <a:pt x="1140027" y="45546"/>
                      <a:pt x="1233801" y="46886"/>
                      <a:pt x="1294085" y="40188"/>
                    </a:cubicBezTo>
                    <a:cubicBezTo>
                      <a:pt x="1354369" y="33490"/>
                      <a:pt x="1422690" y="0"/>
                      <a:pt x="1422690" y="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" name="Freeform 92"/>
            <p:cNvSpPr/>
            <p:nvPr/>
          </p:nvSpPr>
          <p:spPr>
            <a:xfrm>
              <a:off x="794845" y="3255212"/>
              <a:ext cx="2556532" cy="85782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  <a:gd name="connsiteX0" fmla="*/ 0 w 1481046"/>
                <a:gd name="connsiteY0" fmla="*/ 294 h 83800"/>
                <a:gd name="connsiteX1" fmla="*/ 178923 w 1481046"/>
                <a:gd name="connsiteY1" fmla="*/ 55153 h 83800"/>
                <a:gd name="connsiteX2" fmla="*/ 286387 w 1481046"/>
                <a:gd name="connsiteY2" fmla="*/ 39779 h 83800"/>
                <a:gd name="connsiteX3" fmla="*/ 428094 w 1481046"/>
                <a:gd name="connsiteY3" fmla="*/ 39078 h 83800"/>
                <a:gd name="connsiteX4" fmla="*/ 629039 w 1481046"/>
                <a:gd name="connsiteY4" fmla="*/ 71228 h 83800"/>
                <a:gd name="connsiteX5" fmla="*/ 878211 w 1481046"/>
                <a:gd name="connsiteY5" fmla="*/ 47116 h 83800"/>
                <a:gd name="connsiteX6" fmla="*/ 1119345 w 1481046"/>
                <a:gd name="connsiteY6" fmla="*/ 79266 h 83800"/>
                <a:gd name="connsiteX7" fmla="*/ 1352441 w 1481046"/>
                <a:gd name="connsiteY7" fmla="*/ 79266 h 83800"/>
                <a:gd name="connsiteX8" fmla="*/ 1481046 w 1481046"/>
                <a:gd name="connsiteY8" fmla="*/ 39078 h 83800"/>
                <a:gd name="connsiteX0" fmla="*/ 0 w 1481046"/>
                <a:gd name="connsiteY0" fmla="*/ 406 h 83912"/>
                <a:gd name="connsiteX1" fmla="*/ 149745 w 1481046"/>
                <a:gd name="connsiteY1" fmla="*/ 39540 h 83912"/>
                <a:gd name="connsiteX2" fmla="*/ 286387 w 1481046"/>
                <a:gd name="connsiteY2" fmla="*/ 39891 h 83912"/>
                <a:gd name="connsiteX3" fmla="*/ 428094 w 1481046"/>
                <a:gd name="connsiteY3" fmla="*/ 39190 h 83912"/>
                <a:gd name="connsiteX4" fmla="*/ 629039 w 1481046"/>
                <a:gd name="connsiteY4" fmla="*/ 71340 h 83912"/>
                <a:gd name="connsiteX5" fmla="*/ 878211 w 1481046"/>
                <a:gd name="connsiteY5" fmla="*/ 47228 h 83912"/>
                <a:gd name="connsiteX6" fmla="*/ 1119345 w 1481046"/>
                <a:gd name="connsiteY6" fmla="*/ 79378 h 83912"/>
                <a:gd name="connsiteX7" fmla="*/ 1352441 w 1481046"/>
                <a:gd name="connsiteY7" fmla="*/ 79378 h 83912"/>
                <a:gd name="connsiteX8" fmla="*/ 1481046 w 1481046"/>
                <a:gd name="connsiteY8" fmla="*/ 39190 h 8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912">
                  <a:moveTo>
                    <a:pt x="0" y="406"/>
                  </a:moveTo>
                  <a:cubicBezTo>
                    <a:pt x="38849" y="-4283"/>
                    <a:pt x="102014" y="32959"/>
                    <a:pt x="149745" y="39540"/>
                  </a:cubicBezTo>
                  <a:cubicBezTo>
                    <a:pt x="197476" y="46121"/>
                    <a:pt x="239996" y="39949"/>
                    <a:pt x="286387" y="39891"/>
                  </a:cubicBezTo>
                  <a:cubicBezTo>
                    <a:pt x="332778" y="39833"/>
                    <a:pt x="370985" y="33949"/>
                    <a:pt x="428094" y="39190"/>
                  </a:cubicBezTo>
                  <a:cubicBezTo>
                    <a:pt x="485203" y="44431"/>
                    <a:pt x="554020" y="70000"/>
                    <a:pt x="629039" y="71340"/>
                  </a:cubicBezTo>
                  <a:cubicBezTo>
                    <a:pt x="704059" y="72680"/>
                    <a:pt x="796493" y="45888"/>
                    <a:pt x="878211" y="47228"/>
                  </a:cubicBezTo>
                  <a:cubicBezTo>
                    <a:pt x="959929" y="48568"/>
                    <a:pt x="1040307" y="74020"/>
                    <a:pt x="1119345" y="79378"/>
                  </a:cubicBezTo>
                  <a:cubicBezTo>
                    <a:pt x="1198383" y="84736"/>
                    <a:pt x="1292157" y="86076"/>
                    <a:pt x="1352441" y="79378"/>
                  </a:cubicBezTo>
                  <a:cubicBezTo>
                    <a:pt x="1412725" y="72680"/>
                    <a:pt x="1481046" y="39190"/>
                    <a:pt x="1481046" y="3919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309405" y="3124978"/>
              <a:ext cx="162443" cy="466175"/>
            </a:xfrm>
            <a:custGeom>
              <a:avLst/>
              <a:gdLst>
                <a:gd name="connsiteX0" fmla="*/ 16076 w 329557"/>
                <a:gd name="connsiteY0" fmla="*/ 0 h 1318151"/>
                <a:gd name="connsiteX1" fmla="*/ 144681 w 329557"/>
                <a:gd name="connsiteY1" fmla="*/ 56263 h 1318151"/>
                <a:gd name="connsiteX2" fmla="*/ 0 w 329557"/>
                <a:gd name="connsiteY2" fmla="*/ 104488 h 1318151"/>
                <a:gd name="connsiteX3" fmla="*/ 144681 w 329557"/>
                <a:gd name="connsiteY3" fmla="*/ 168788 h 1318151"/>
                <a:gd name="connsiteX4" fmla="*/ 225059 w 329557"/>
                <a:gd name="connsiteY4" fmla="*/ 225050 h 1318151"/>
                <a:gd name="connsiteX5" fmla="*/ 184870 w 329557"/>
                <a:gd name="connsiteY5" fmla="*/ 305425 h 1318151"/>
                <a:gd name="connsiteX6" fmla="*/ 249172 w 329557"/>
                <a:gd name="connsiteY6" fmla="*/ 353650 h 1318151"/>
                <a:gd name="connsiteX7" fmla="*/ 208983 w 329557"/>
                <a:gd name="connsiteY7" fmla="*/ 434025 h 1318151"/>
                <a:gd name="connsiteX8" fmla="*/ 321512 w 329557"/>
                <a:gd name="connsiteY8" fmla="*/ 506363 h 1318151"/>
                <a:gd name="connsiteX9" fmla="*/ 305437 w 329557"/>
                <a:gd name="connsiteY9" fmla="*/ 522438 h 1318151"/>
                <a:gd name="connsiteX10" fmla="*/ 184870 w 329557"/>
                <a:gd name="connsiteY10" fmla="*/ 570663 h 1318151"/>
                <a:gd name="connsiteX11" fmla="*/ 265248 w 329557"/>
                <a:gd name="connsiteY11" fmla="*/ 570663 h 1318151"/>
                <a:gd name="connsiteX12" fmla="*/ 217021 w 329557"/>
                <a:gd name="connsiteY12" fmla="*/ 602813 h 1318151"/>
                <a:gd name="connsiteX13" fmla="*/ 305437 w 329557"/>
                <a:gd name="connsiteY13" fmla="*/ 651038 h 1318151"/>
                <a:gd name="connsiteX14" fmla="*/ 241134 w 329557"/>
                <a:gd name="connsiteY14" fmla="*/ 731413 h 1318151"/>
                <a:gd name="connsiteX15" fmla="*/ 281323 w 329557"/>
                <a:gd name="connsiteY15" fmla="*/ 755526 h 1318151"/>
                <a:gd name="connsiteX16" fmla="*/ 241134 w 329557"/>
                <a:gd name="connsiteY16" fmla="*/ 771601 h 1318151"/>
                <a:gd name="connsiteX17" fmla="*/ 281323 w 329557"/>
                <a:gd name="connsiteY17" fmla="*/ 843938 h 1318151"/>
                <a:gd name="connsiteX18" fmla="*/ 208983 w 329557"/>
                <a:gd name="connsiteY18" fmla="*/ 892163 h 1318151"/>
                <a:gd name="connsiteX19" fmla="*/ 281323 w 329557"/>
                <a:gd name="connsiteY19" fmla="*/ 956463 h 1318151"/>
                <a:gd name="connsiteX20" fmla="*/ 217021 w 329557"/>
                <a:gd name="connsiteY20" fmla="*/ 980576 h 1318151"/>
                <a:gd name="connsiteX21" fmla="*/ 160756 w 329557"/>
                <a:gd name="connsiteY21" fmla="*/ 1020763 h 1318151"/>
                <a:gd name="connsiteX22" fmla="*/ 257210 w 329557"/>
                <a:gd name="connsiteY22" fmla="*/ 1101138 h 1318151"/>
                <a:gd name="connsiteX23" fmla="*/ 136643 w 329557"/>
                <a:gd name="connsiteY23" fmla="*/ 1133288 h 1318151"/>
                <a:gd name="connsiteX24" fmla="*/ 241134 w 329557"/>
                <a:gd name="connsiteY24" fmla="*/ 1173476 h 1318151"/>
                <a:gd name="connsiteX25" fmla="*/ 168794 w 329557"/>
                <a:gd name="connsiteY25" fmla="*/ 1213663 h 1318151"/>
                <a:gd name="connsiteX26" fmla="*/ 176832 w 329557"/>
                <a:gd name="connsiteY26" fmla="*/ 1318151 h 131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9557" h="1318151">
                  <a:moveTo>
                    <a:pt x="16076" y="0"/>
                  </a:moveTo>
                  <a:cubicBezTo>
                    <a:pt x="81718" y="19424"/>
                    <a:pt x="147360" y="38848"/>
                    <a:pt x="144681" y="56263"/>
                  </a:cubicBezTo>
                  <a:cubicBezTo>
                    <a:pt x="142002" y="73678"/>
                    <a:pt x="0" y="85734"/>
                    <a:pt x="0" y="104488"/>
                  </a:cubicBezTo>
                  <a:cubicBezTo>
                    <a:pt x="0" y="123242"/>
                    <a:pt x="107171" y="148694"/>
                    <a:pt x="144681" y="168788"/>
                  </a:cubicBezTo>
                  <a:cubicBezTo>
                    <a:pt x="182191" y="188882"/>
                    <a:pt x="218361" y="202277"/>
                    <a:pt x="225059" y="225050"/>
                  </a:cubicBezTo>
                  <a:cubicBezTo>
                    <a:pt x="231757" y="247823"/>
                    <a:pt x="180851" y="283992"/>
                    <a:pt x="184870" y="305425"/>
                  </a:cubicBezTo>
                  <a:cubicBezTo>
                    <a:pt x="188889" y="326858"/>
                    <a:pt x="245153" y="332217"/>
                    <a:pt x="249172" y="353650"/>
                  </a:cubicBezTo>
                  <a:cubicBezTo>
                    <a:pt x="253191" y="375083"/>
                    <a:pt x="196926" y="408573"/>
                    <a:pt x="208983" y="434025"/>
                  </a:cubicBezTo>
                  <a:cubicBezTo>
                    <a:pt x="221040" y="459477"/>
                    <a:pt x="305436" y="491628"/>
                    <a:pt x="321512" y="506363"/>
                  </a:cubicBezTo>
                  <a:cubicBezTo>
                    <a:pt x="337588" y="521098"/>
                    <a:pt x="328211" y="511721"/>
                    <a:pt x="305437" y="522438"/>
                  </a:cubicBezTo>
                  <a:cubicBezTo>
                    <a:pt x="282663" y="533155"/>
                    <a:pt x="191568" y="562625"/>
                    <a:pt x="184870" y="570663"/>
                  </a:cubicBezTo>
                  <a:cubicBezTo>
                    <a:pt x="178172" y="578701"/>
                    <a:pt x="259890" y="565305"/>
                    <a:pt x="265248" y="570663"/>
                  </a:cubicBezTo>
                  <a:cubicBezTo>
                    <a:pt x="270607" y="576021"/>
                    <a:pt x="210323" y="589417"/>
                    <a:pt x="217021" y="602813"/>
                  </a:cubicBezTo>
                  <a:cubicBezTo>
                    <a:pt x="223719" y="616209"/>
                    <a:pt x="301418" y="629605"/>
                    <a:pt x="305437" y="651038"/>
                  </a:cubicBezTo>
                  <a:cubicBezTo>
                    <a:pt x="309456" y="672471"/>
                    <a:pt x="245153" y="713998"/>
                    <a:pt x="241134" y="731413"/>
                  </a:cubicBezTo>
                  <a:cubicBezTo>
                    <a:pt x="237115" y="748828"/>
                    <a:pt x="281323" y="748828"/>
                    <a:pt x="281323" y="755526"/>
                  </a:cubicBezTo>
                  <a:cubicBezTo>
                    <a:pt x="281323" y="762224"/>
                    <a:pt x="241134" y="756866"/>
                    <a:pt x="241134" y="771601"/>
                  </a:cubicBezTo>
                  <a:cubicBezTo>
                    <a:pt x="241134" y="786336"/>
                    <a:pt x="286681" y="823844"/>
                    <a:pt x="281323" y="843938"/>
                  </a:cubicBezTo>
                  <a:cubicBezTo>
                    <a:pt x="275965" y="864032"/>
                    <a:pt x="208983" y="873409"/>
                    <a:pt x="208983" y="892163"/>
                  </a:cubicBezTo>
                  <a:cubicBezTo>
                    <a:pt x="208983" y="910917"/>
                    <a:pt x="279983" y="941728"/>
                    <a:pt x="281323" y="956463"/>
                  </a:cubicBezTo>
                  <a:cubicBezTo>
                    <a:pt x="282663" y="971198"/>
                    <a:pt x="237115" y="969859"/>
                    <a:pt x="217021" y="980576"/>
                  </a:cubicBezTo>
                  <a:cubicBezTo>
                    <a:pt x="196927" y="991293"/>
                    <a:pt x="154058" y="1000669"/>
                    <a:pt x="160756" y="1020763"/>
                  </a:cubicBezTo>
                  <a:cubicBezTo>
                    <a:pt x="167454" y="1040857"/>
                    <a:pt x="261229" y="1082384"/>
                    <a:pt x="257210" y="1101138"/>
                  </a:cubicBezTo>
                  <a:cubicBezTo>
                    <a:pt x="253191" y="1119892"/>
                    <a:pt x="139322" y="1121232"/>
                    <a:pt x="136643" y="1133288"/>
                  </a:cubicBezTo>
                  <a:cubicBezTo>
                    <a:pt x="133964" y="1145344"/>
                    <a:pt x="235776" y="1160080"/>
                    <a:pt x="241134" y="1173476"/>
                  </a:cubicBezTo>
                  <a:cubicBezTo>
                    <a:pt x="246493" y="1186872"/>
                    <a:pt x="179511" y="1189551"/>
                    <a:pt x="168794" y="1213663"/>
                  </a:cubicBezTo>
                  <a:cubicBezTo>
                    <a:pt x="158077" y="1237776"/>
                    <a:pt x="176832" y="1318151"/>
                    <a:pt x="176832" y="1318151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829887" y="3348451"/>
              <a:ext cx="2479517" cy="145187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828">
                  <a:moveTo>
                    <a:pt x="0" y="322"/>
                  </a:moveTo>
                  <a:cubicBezTo>
                    <a:pt x="38849" y="-4367"/>
                    <a:pt x="126329" y="43359"/>
                    <a:pt x="178923" y="55181"/>
                  </a:cubicBezTo>
                  <a:cubicBezTo>
                    <a:pt x="231517" y="67003"/>
                    <a:pt x="274037" y="73935"/>
                    <a:pt x="315565" y="71256"/>
                  </a:cubicBezTo>
                  <a:cubicBezTo>
                    <a:pt x="357093" y="68577"/>
                    <a:pt x="375848" y="39106"/>
                    <a:pt x="428094" y="39106"/>
                  </a:cubicBezTo>
                  <a:cubicBezTo>
                    <a:pt x="480340" y="39106"/>
                    <a:pt x="554020" y="69916"/>
                    <a:pt x="629039" y="71256"/>
                  </a:cubicBezTo>
                  <a:cubicBezTo>
                    <a:pt x="704059" y="72596"/>
                    <a:pt x="796493" y="45804"/>
                    <a:pt x="878211" y="47144"/>
                  </a:cubicBezTo>
                  <a:cubicBezTo>
                    <a:pt x="959929" y="48484"/>
                    <a:pt x="1040307" y="73936"/>
                    <a:pt x="1119345" y="79294"/>
                  </a:cubicBezTo>
                  <a:cubicBezTo>
                    <a:pt x="1198383" y="84652"/>
                    <a:pt x="1292157" y="85992"/>
                    <a:pt x="1352441" y="79294"/>
                  </a:cubicBezTo>
                  <a:cubicBezTo>
                    <a:pt x="1412725" y="72596"/>
                    <a:pt x="1481046" y="39106"/>
                    <a:pt x="1481046" y="39106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645589">
              <a:off x="830322" y="3106367"/>
              <a:ext cx="2359757" cy="69374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828">
                  <a:moveTo>
                    <a:pt x="0" y="322"/>
                  </a:moveTo>
                  <a:cubicBezTo>
                    <a:pt x="38849" y="-4367"/>
                    <a:pt x="126329" y="43359"/>
                    <a:pt x="178923" y="55181"/>
                  </a:cubicBezTo>
                  <a:cubicBezTo>
                    <a:pt x="231517" y="67003"/>
                    <a:pt x="274037" y="73935"/>
                    <a:pt x="315565" y="71256"/>
                  </a:cubicBezTo>
                  <a:cubicBezTo>
                    <a:pt x="357093" y="68577"/>
                    <a:pt x="375848" y="39106"/>
                    <a:pt x="428094" y="39106"/>
                  </a:cubicBezTo>
                  <a:cubicBezTo>
                    <a:pt x="480340" y="39106"/>
                    <a:pt x="554020" y="69916"/>
                    <a:pt x="629039" y="71256"/>
                  </a:cubicBezTo>
                  <a:cubicBezTo>
                    <a:pt x="704059" y="72596"/>
                    <a:pt x="796493" y="45804"/>
                    <a:pt x="878211" y="47144"/>
                  </a:cubicBezTo>
                  <a:cubicBezTo>
                    <a:pt x="959929" y="48484"/>
                    <a:pt x="1040307" y="73936"/>
                    <a:pt x="1119345" y="79294"/>
                  </a:cubicBezTo>
                  <a:cubicBezTo>
                    <a:pt x="1198383" y="84652"/>
                    <a:pt x="1292157" y="85992"/>
                    <a:pt x="1352441" y="79294"/>
                  </a:cubicBezTo>
                  <a:cubicBezTo>
                    <a:pt x="1412725" y="72596"/>
                    <a:pt x="1481046" y="39106"/>
                    <a:pt x="1481046" y="39106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620777" y="2402639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08624" y="3320178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620578" y="317468"/>
              <a:ext cx="8199908" cy="6340465"/>
              <a:chOff x="1336032" y="952598"/>
              <a:chExt cx="5825132" cy="5086732"/>
            </a:xfrm>
            <a:effectLst/>
          </p:grpSpPr>
          <p:sp>
            <p:nvSpPr>
              <p:cNvPr id="32" name="Freeform 31"/>
              <p:cNvSpPr/>
              <p:nvPr/>
            </p:nvSpPr>
            <p:spPr>
              <a:xfrm>
                <a:off x="1336032" y="952598"/>
                <a:ext cx="5825132" cy="2608735"/>
              </a:xfrm>
              <a:custGeom>
                <a:avLst/>
                <a:gdLst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062649 w 5803543"/>
                  <a:gd name="connsiteY10" fmla="*/ 1103484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752613 w 5803543"/>
                  <a:gd name="connsiteY13" fmla="*/ 1683526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752613 w 5803543"/>
                  <a:gd name="connsiteY13" fmla="*/ 1683526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24776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24776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9973 w 5803543"/>
                  <a:gd name="connsiteY15" fmla="*/ 2192340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7634 w 5808455"/>
                  <a:gd name="connsiteY0" fmla="*/ 1023478 h 2613594"/>
                  <a:gd name="connsiteX1" fmla="*/ 5247647 w 5808455"/>
                  <a:gd name="connsiteY1" fmla="*/ 713455 h 2613594"/>
                  <a:gd name="connsiteX2" fmla="*/ 5527655 w 5808455"/>
                  <a:gd name="connsiteY2" fmla="*/ 403433 h 2613594"/>
                  <a:gd name="connsiteX3" fmla="*/ 5807663 w 5808455"/>
                  <a:gd name="connsiteY3" fmla="*/ 13404 h 2613594"/>
                  <a:gd name="connsiteX4" fmla="*/ 5437653 w 5808455"/>
                  <a:gd name="connsiteY4" fmla="*/ 103411 h 2613594"/>
                  <a:gd name="connsiteX5" fmla="*/ 4627630 w 5808455"/>
                  <a:gd name="connsiteY5" fmla="*/ 233420 h 2613594"/>
                  <a:gd name="connsiteX6" fmla="*/ 4327622 w 5808455"/>
                  <a:gd name="connsiteY6" fmla="*/ 463437 h 2613594"/>
                  <a:gd name="connsiteX7" fmla="*/ 4097616 w 5808455"/>
                  <a:gd name="connsiteY7" fmla="*/ 693454 h 2613594"/>
                  <a:gd name="connsiteX8" fmla="*/ 3127589 w 5808455"/>
                  <a:gd name="connsiteY8" fmla="*/ 793461 h 2613594"/>
                  <a:gd name="connsiteX9" fmla="*/ 2667577 w 5808455"/>
                  <a:gd name="connsiteY9" fmla="*/ 933471 h 2613594"/>
                  <a:gd name="connsiteX10" fmla="*/ 2227565 w 5808455"/>
                  <a:gd name="connsiteY10" fmla="*/ 1023479 h 2613594"/>
                  <a:gd name="connsiteX11" fmla="*/ 1929688 w 5808455"/>
                  <a:gd name="connsiteY11" fmla="*/ 1133486 h 2613594"/>
                  <a:gd name="connsiteX12" fmla="*/ 1418363 w 5808455"/>
                  <a:gd name="connsiteY12" fmla="*/ 1573518 h 2613594"/>
                  <a:gd name="connsiteX13" fmla="*/ 941957 w 5808455"/>
                  <a:gd name="connsiteY13" fmla="*/ 1737101 h 2613594"/>
                  <a:gd name="connsiteX14" fmla="*/ 277512 w 5808455"/>
                  <a:gd name="connsiteY14" fmla="*/ 2043552 h 2613594"/>
                  <a:gd name="connsiteX15" fmla="*/ 134885 w 5808455"/>
                  <a:gd name="connsiteY15" fmla="*/ 2192340 h 2613594"/>
                  <a:gd name="connsiteX16" fmla="*/ 10618 w 5808455"/>
                  <a:gd name="connsiteY16" fmla="*/ 2251732 h 2613594"/>
                  <a:gd name="connsiteX17" fmla="*/ 7504 w 5808455"/>
                  <a:gd name="connsiteY17" fmla="*/ 2413579 h 2613594"/>
                  <a:gd name="connsiteX18" fmla="*/ 17504 w 5808455"/>
                  <a:gd name="connsiteY18" fmla="*/ 2503586 h 2613594"/>
                  <a:gd name="connsiteX19" fmla="*/ 87506 w 5808455"/>
                  <a:gd name="connsiteY19" fmla="*/ 2593592 h 2613594"/>
                  <a:gd name="connsiteX20" fmla="*/ 187509 w 5808455"/>
                  <a:gd name="connsiteY20" fmla="*/ 2613594 h 2613594"/>
                  <a:gd name="connsiteX0" fmla="*/ 4747634 w 5808455"/>
                  <a:gd name="connsiteY0" fmla="*/ 1023478 h 2598396"/>
                  <a:gd name="connsiteX1" fmla="*/ 5247647 w 5808455"/>
                  <a:gd name="connsiteY1" fmla="*/ 713455 h 2598396"/>
                  <a:gd name="connsiteX2" fmla="*/ 5527655 w 5808455"/>
                  <a:gd name="connsiteY2" fmla="*/ 403433 h 2598396"/>
                  <a:gd name="connsiteX3" fmla="*/ 5807663 w 5808455"/>
                  <a:gd name="connsiteY3" fmla="*/ 13404 h 2598396"/>
                  <a:gd name="connsiteX4" fmla="*/ 5437653 w 5808455"/>
                  <a:gd name="connsiteY4" fmla="*/ 103411 h 2598396"/>
                  <a:gd name="connsiteX5" fmla="*/ 4627630 w 5808455"/>
                  <a:gd name="connsiteY5" fmla="*/ 233420 h 2598396"/>
                  <a:gd name="connsiteX6" fmla="*/ 4327622 w 5808455"/>
                  <a:gd name="connsiteY6" fmla="*/ 463437 h 2598396"/>
                  <a:gd name="connsiteX7" fmla="*/ 4097616 w 5808455"/>
                  <a:gd name="connsiteY7" fmla="*/ 693454 h 2598396"/>
                  <a:gd name="connsiteX8" fmla="*/ 3127589 w 5808455"/>
                  <a:gd name="connsiteY8" fmla="*/ 793461 h 2598396"/>
                  <a:gd name="connsiteX9" fmla="*/ 2667577 w 5808455"/>
                  <a:gd name="connsiteY9" fmla="*/ 933471 h 2598396"/>
                  <a:gd name="connsiteX10" fmla="*/ 2227565 w 5808455"/>
                  <a:gd name="connsiteY10" fmla="*/ 1023479 h 2598396"/>
                  <a:gd name="connsiteX11" fmla="*/ 1929688 w 5808455"/>
                  <a:gd name="connsiteY11" fmla="*/ 1133486 h 2598396"/>
                  <a:gd name="connsiteX12" fmla="*/ 1418363 w 5808455"/>
                  <a:gd name="connsiteY12" fmla="*/ 1573518 h 2598396"/>
                  <a:gd name="connsiteX13" fmla="*/ 941957 w 5808455"/>
                  <a:gd name="connsiteY13" fmla="*/ 1737101 h 2598396"/>
                  <a:gd name="connsiteX14" fmla="*/ 277512 w 5808455"/>
                  <a:gd name="connsiteY14" fmla="*/ 2043552 h 2598396"/>
                  <a:gd name="connsiteX15" fmla="*/ 134885 w 5808455"/>
                  <a:gd name="connsiteY15" fmla="*/ 2192340 h 2598396"/>
                  <a:gd name="connsiteX16" fmla="*/ 10618 w 5808455"/>
                  <a:gd name="connsiteY16" fmla="*/ 2251732 h 2598396"/>
                  <a:gd name="connsiteX17" fmla="*/ 7504 w 5808455"/>
                  <a:gd name="connsiteY17" fmla="*/ 2413579 h 2598396"/>
                  <a:gd name="connsiteX18" fmla="*/ 17504 w 5808455"/>
                  <a:gd name="connsiteY18" fmla="*/ 2503586 h 2598396"/>
                  <a:gd name="connsiteX19" fmla="*/ 87506 w 5808455"/>
                  <a:gd name="connsiteY19" fmla="*/ 2593592 h 2598396"/>
                  <a:gd name="connsiteX20" fmla="*/ 133638 w 5808455"/>
                  <a:gd name="connsiteY20" fmla="*/ 2586866 h 2598396"/>
                  <a:gd name="connsiteX0" fmla="*/ 4747634 w 5808455"/>
                  <a:gd name="connsiteY0" fmla="*/ 1023478 h 2587285"/>
                  <a:gd name="connsiteX1" fmla="*/ 5247647 w 5808455"/>
                  <a:gd name="connsiteY1" fmla="*/ 713455 h 2587285"/>
                  <a:gd name="connsiteX2" fmla="*/ 5527655 w 5808455"/>
                  <a:gd name="connsiteY2" fmla="*/ 403433 h 2587285"/>
                  <a:gd name="connsiteX3" fmla="*/ 5807663 w 5808455"/>
                  <a:gd name="connsiteY3" fmla="*/ 13404 h 2587285"/>
                  <a:gd name="connsiteX4" fmla="*/ 5437653 w 5808455"/>
                  <a:gd name="connsiteY4" fmla="*/ 103411 h 2587285"/>
                  <a:gd name="connsiteX5" fmla="*/ 4627630 w 5808455"/>
                  <a:gd name="connsiteY5" fmla="*/ 233420 h 2587285"/>
                  <a:gd name="connsiteX6" fmla="*/ 4327622 w 5808455"/>
                  <a:gd name="connsiteY6" fmla="*/ 463437 h 2587285"/>
                  <a:gd name="connsiteX7" fmla="*/ 4097616 w 5808455"/>
                  <a:gd name="connsiteY7" fmla="*/ 693454 h 2587285"/>
                  <a:gd name="connsiteX8" fmla="*/ 3127589 w 5808455"/>
                  <a:gd name="connsiteY8" fmla="*/ 793461 h 2587285"/>
                  <a:gd name="connsiteX9" fmla="*/ 2667577 w 5808455"/>
                  <a:gd name="connsiteY9" fmla="*/ 933471 h 2587285"/>
                  <a:gd name="connsiteX10" fmla="*/ 2227565 w 5808455"/>
                  <a:gd name="connsiteY10" fmla="*/ 1023479 h 2587285"/>
                  <a:gd name="connsiteX11" fmla="*/ 1929688 w 5808455"/>
                  <a:gd name="connsiteY11" fmla="*/ 1133486 h 2587285"/>
                  <a:gd name="connsiteX12" fmla="*/ 1418363 w 5808455"/>
                  <a:gd name="connsiteY12" fmla="*/ 1573518 h 2587285"/>
                  <a:gd name="connsiteX13" fmla="*/ 941957 w 5808455"/>
                  <a:gd name="connsiteY13" fmla="*/ 1737101 h 2587285"/>
                  <a:gd name="connsiteX14" fmla="*/ 277512 w 5808455"/>
                  <a:gd name="connsiteY14" fmla="*/ 2043552 h 2587285"/>
                  <a:gd name="connsiteX15" fmla="*/ 134885 w 5808455"/>
                  <a:gd name="connsiteY15" fmla="*/ 2192340 h 2587285"/>
                  <a:gd name="connsiteX16" fmla="*/ 10618 w 5808455"/>
                  <a:gd name="connsiteY16" fmla="*/ 2251732 h 2587285"/>
                  <a:gd name="connsiteX17" fmla="*/ 7504 w 5808455"/>
                  <a:gd name="connsiteY17" fmla="*/ 2413579 h 2587285"/>
                  <a:gd name="connsiteX18" fmla="*/ 17504 w 5808455"/>
                  <a:gd name="connsiteY18" fmla="*/ 2503586 h 2587285"/>
                  <a:gd name="connsiteX19" fmla="*/ 87506 w 5808455"/>
                  <a:gd name="connsiteY19" fmla="*/ 2576584 h 2587285"/>
                  <a:gd name="connsiteX20" fmla="*/ 133638 w 5808455"/>
                  <a:gd name="connsiteY20" fmla="*/ 2586866 h 2587285"/>
                  <a:gd name="connsiteX0" fmla="*/ 4744917 w 5805738"/>
                  <a:gd name="connsiteY0" fmla="*/ 1023478 h 2587285"/>
                  <a:gd name="connsiteX1" fmla="*/ 5244930 w 5805738"/>
                  <a:gd name="connsiteY1" fmla="*/ 713455 h 2587285"/>
                  <a:gd name="connsiteX2" fmla="*/ 5524938 w 5805738"/>
                  <a:gd name="connsiteY2" fmla="*/ 403433 h 2587285"/>
                  <a:gd name="connsiteX3" fmla="*/ 5804946 w 5805738"/>
                  <a:gd name="connsiteY3" fmla="*/ 13404 h 2587285"/>
                  <a:gd name="connsiteX4" fmla="*/ 5434936 w 5805738"/>
                  <a:gd name="connsiteY4" fmla="*/ 103411 h 2587285"/>
                  <a:gd name="connsiteX5" fmla="*/ 4624913 w 5805738"/>
                  <a:gd name="connsiteY5" fmla="*/ 233420 h 2587285"/>
                  <a:gd name="connsiteX6" fmla="*/ 4324905 w 5805738"/>
                  <a:gd name="connsiteY6" fmla="*/ 463437 h 2587285"/>
                  <a:gd name="connsiteX7" fmla="*/ 4094899 w 5805738"/>
                  <a:gd name="connsiteY7" fmla="*/ 693454 h 2587285"/>
                  <a:gd name="connsiteX8" fmla="*/ 3124872 w 5805738"/>
                  <a:gd name="connsiteY8" fmla="*/ 793461 h 2587285"/>
                  <a:gd name="connsiteX9" fmla="*/ 2664860 w 5805738"/>
                  <a:gd name="connsiteY9" fmla="*/ 933471 h 2587285"/>
                  <a:gd name="connsiteX10" fmla="*/ 2224848 w 5805738"/>
                  <a:gd name="connsiteY10" fmla="*/ 1023479 h 2587285"/>
                  <a:gd name="connsiteX11" fmla="*/ 1926971 w 5805738"/>
                  <a:gd name="connsiteY11" fmla="*/ 1133486 h 2587285"/>
                  <a:gd name="connsiteX12" fmla="*/ 1415646 w 5805738"/>
                  <a:gd name="connsiteY12" fmla="*/ 1573518 h 2587285"/>
                  <a:gd name="connsiteX13" fmla="*/ 939240 w 5805738"/>
                  <a:gd name="connsiteY13" fmla="*/ 1737101 h 2587285"/>
                  <a:gd name="connsiteX14" fmla="*/ 274795 w 5805738"/>
                  <a:gd name="connsiteY14" fmla="*/ 2043552 h 2587285"/>
                  <a:gd name="connsiteX15" fmla="*/ 94693 w 5805738"/>
                  <a:gd name="connsiteY15" fmla="*/ 2109727 h 2587285"/>
                  <a:gd name="connsiteX16" fmla="*/ 7901 w 5805738"/>
                  <a:gd name="connsiteY16" fmla="*/ 2251732 h 2587285"/>
                  <a:gd name="connsiteX17" fmla="*/ 4787 w 5805738"/>
                  <a:gd name="connsiteY17" fmla="*/ 2413579 h 2587285"/>
                  <a:gd name="connsiteX18" fmla="*/ 14787 w 5805738"/>
                  <a:gd name="connsiteY18" fmla="*/ 2503586 h 2587285"/>
                  <a:gd name="connsiteX19" fmla="*/ 84789 w 5805738"/>
                  <a:gd name="connsiteY19" fmla="*/ 2576584 h 2587285"/>
                  <a:gd name="connsiteX20" fmla="*/ 130921 w 5805738"/>
                  <a:gd name="connsiteY20" fmla="*/ 2586866 h 2587285"/>
                  <a:gd name="connsiteX0" fmla="*/ 4744917 w 5805738"/>
                  <a:gd name="connsiteY0" fmla="*/ 1023478 h 2587285"/>
                  <a:gd name="connsiteX1" fmla="*/ 5244930 w 5805738"/>
                  <a:gd name="connsiteY1" fmla="*/ 713455 h 2587285"/>
                  <a:gd name="connsiteX2" fmla="*/ 5524938 w 5805738"/>
                  <a:gd name="connsiteY2" fmla="*/ 403433 h 2587285"/>
                  <a:gd name="connsiteX3" fmla="*/ 5804946 w 5805738"/>
                  <a:gd name="connsiteY3" fmla="*/ 13404 h 2587285"/>
                  <a:gd name="connsiteX4" fmla="*/ 5434936 w 5805738"/>
                  <a:gd name="connsiteY4" fmla="*/ 103411 h 2587285"/>
                  <a:gd name="connsiteX5" fmla="*/ 4624913 w 5805738"/>
                  <a:gd name="connsiteY5" fmla="*/ 233420 h 2587285"/>
                  <a:gd name="connsiteX6" fmla="*/ 4324905 w 5805738"/>
                  <a:gd name="connsiteY6" fmla="*/ 463437 h 2587285"/>
                  <a:gd name="connsiteX7" fmla="*/ 4094899 w 5805738"/>
                  <a:gd name="connsiteY7" fmla="*/ 693454 h 2587285"/>
                  <a:gd name="connsiteX8" fmla="*/ 3124872 w 5805738"/>
                  <a:gd name="connsiteY8" fmla="*/ 793461 h 2587285"/>
                  <a:gd name="connsiteX9" fmla="*/ 2664860 w 5805738"/>
                  <a:gd name="connsiteY9" fmla="*/ 933471 h 2587285"/>
                  <a:gd name="connsiteX10" fmla="*/ 2224848 w 5805738"/>
                  <a:gd name="connsiteY10" fmla="*/ 1023479 h 2587285"/>
                  <a:gd name="connsiteX11" fmla="*/ 1926971 w 5805738"/>
                  <a:gd name="connsiteY11" fmla="*/ 1133486 h 2587285"/>
                  <a:gd name="connsiteX12" fmla="*/ 1415646 w 5805738"/>
                  <a:gd name="connsiteY12" fmla="*/ 1573518 h 2587285"/>
                  <a:gd name="connsiteX13" fmla="*/ 939240 w 5805738"/>
                  <a:gd name="connsiteY13" fmla="*/ 1737101 h 2587285"/>
                  <a:gd name="connsiteX14" fmla="*/ 277137 w 5805738"/>
                  <a:gd name="connsiteY14" fmla="*/ 2009535 h 2587285"/>
                  <a:gd name="connsiteX15" fmla="*/ 94693 w 5805738"/>
                  <a:gd name="connsiteY15" fmla="*/ 2109727 h 2587285"/>
                  <a:gd name="connsiteX16" fmla="*/ 7901 w 5805738"/>
                  <a:gd name="connsiteY16" fmla="*/ 2251732 h 2587285"/>
                  <a:gd name="connsiteX17" fmla="*/ 4787 w 5805738"/>
                  <a:gd name="connsiteY17" fmla="*/ 2413579 h 2587285"/>
                  <a:gd name="connsiteX18" fmla="*/ 14787 w 5805738"/>
                  <a:gd name="connsiteY18" fmla="*/ 2503586 h 2587285"/>
                  <a:gd name="connsiteX19" fmla="*/ 84789 w 5805738"/>
                  <a:gd name="connsiteY19" fmla="*/ 2576584 h 2587285"/>
                  <a:gd name="connsiteX20" fmla="*/ 130921 w 5805738"/>
                  <a:gd name="connsiteY20" fmla="*/ 2586866 h 2587285"/>
                  <a:gd name="connsiteX0" fmla="*/ 4763651 w 5824472"/>
                  <a:gd name="connsiteY0" fmla="*/ 1023478 h 2587285"/>
                  <a:gd name="connsiteX1" fmla="*/ 5263664 w 5824472"/>
                  <a:gd name="connsiteY1" fmla="*/ 713455 h 2587285"/>
                  <a:gd name="connsiteX2" fmla="*/ 5543672 w 5824472"/>
                  <a:gd name="connsiteY2" fmla="*/ 403433 h 2587285"/>
                  <a:gd name="connsiteX3" fmla="*/ 5823680 w 5824472"/>
                  <a:gd name="connsiteY3" fmla="*/ 13404 h 2587285"/>
                  <a:gd name="connsiteX4" fmla="*/ 5453670 w 5824472"/>
                  <a:gd name="connsiteY4" fmla="*/ 103411 h 2587285"/>
                  <a:gd name="connsiteX5" fmla="*/ 4643647 w 5824472"/>
                  <a:gd name="connsiteY5" fmla="*/ 233420 h 2587285"/>
                  <a:gd name="connsiteX6" fmla="*/ 4343639 w 5824472"/>
                  <a:gd name="connsiteY6" fmla="*/ 463437 h 2587285"/>
                  <a:gd name="connsiteX7" fmla="*/ 4113633 w 5824472"/>
                  <a:gd name="connsiteY7" fmla="*/ 693454 h 2587285"/>
                  <a:gd name="connsiteX8" fmla="*/ 3143606 w 5824472"/>
                  <a:gd name="connsiteY8" fmla="*/ 793461 h 2587285"/>
                  <a:gd name="connsiteX9" fmla="*/ 2683594 w 5824472"/>
                  <a:gd name="connsiteY9" fmla="*/ 933471 h 2587285"/>
                  <a:gd name="connsiteX10" fmla="*/ 2243582 w 5824472"/>
                  <a:gd name="connsiteY10" fmla="*/ 1023479 h 2587285"/>
                  <a:gd name="connsiteX11" fmla="*/ 1945705 w 5824472"/>
                  <a:gd name="connsiteY11" fmla="*/ 1133486 h 2587285"/>
                  <a:gd name="connsiteX12" fmla="*/ 1434380 w 5824472"/>
                  <a:gd name="connsiteY12" fmla="*/ 1573518 h 2587285"/>
                  <a:gd name="connsiteX13" fmla="*/ 957974 w 5824472"/>
                  <a:gd name="connsiteY13" fmla="*/ 1737101 h 2587285"/>
                  <a:gd name="connsiteX14" fmla="*/ 295871 w 5824472"/>
                  <a:gd name="connsiteY14" fmla="*/ 2009535 h 2587285"/>
                  <a:gd name="connsiteX15" fmla="*/ 113427 w 5824472"/>
                  <a:gd name="connsiteY15" fmla="*/ 2109727 h 2587285"/>
                  <a:gd name="connsiteX16" fmla="*/ 26635 w 5824472"/>
                  <a:gd name="connsiteY16" fmla="*/ 2251732 h 2587285"/>
                  <a:gd name="connsiteX17" fmla="*/ 99 w 5824472"/>
                  <a:gd name="connsiteY17" fmla="*/ 2357693 h 2587285"/>
                  <a:gd name="connsiteX18" fmla="*/ 33521 w 5824472"/>
                  <a:gd name="connsiteY18" fmla="*/ 2503586 h 2587285"/>
                  <a:gd name="connsiteX19" fmla="*/ 103523 w 5824472"/>
                  <a:gd name="connsiteY19" fmla="*/ 2576584 h 2587285"/>
                  <a:gd name="connsiteX20" fmla="*/ 149655 w 5824472"/>
                  <a:gd name="connsiteY20" fmla="*/ 2586866 h 2587285"/>
                  <a:gd name="connsiteX0" fmla="*/ 4768341 w 5829162"/>
                  <a:gd name="connsiteY0" fmla="*/ 1023478 h 2587285"/>
                  <a:gd name="connsiteX1" fmla="*/ 5268354 w 5829162"/>
                  <a:gd name="connsiteY1" fmla="*/ 713455 h 2587285"/>
                  <a:gd name="connsiteX2" fmla="*/ 5548362 w 5829162"/>
                  <a:gd name="connsiteY2" fmla="*/ 403433 h 2587285"/>
                  <a:gd name="connsiteX3" fmla="*/ 5828370 w 5829162"/>
                  <a:gd name="connsiteY3" fmla="*/ 13404 h 2587285"/>
                  <a:gd name="connsiteX4" fmla="*/ 5458360 w 5829162"/>
                  <a:gd name="connsiteY4" fmla="*/ 103411 h 2587285"/>
                  <a:gd name="connsiteX5" fmla="*/ 4648337 w 5829162"/>
                  <a:gd name="connsiteY5" fmla="*/ 233420 h 2587285"/>
                  <a:gd name="connsiteX6" fmla="*/ 4348329 w 5829162"/>
                  <a:gd name="connsiteY6" fmla="*/ 463437 h 2587285"/>
                  <a:gd name="connsiteX7" fmla="*/ 4118323 w 5829162"/>
                  <a:gd name="connsiteY7" fmla="*/ 693454 h 2587285"/>
                  <a:gd name="connsiteX8" fmla="*/ 3148296 w 5829162"/>
                  <a:gd name="connsiteY8" fmla="*/ 793461 h 2587285"/>
                  <a:gd name="connsiteX9" fmla="*/ 2688284 w 5829162"/>
                  <a:gd name="connsiteY9" fmla="*/ 933471 h 2587285"/>
                  <a:gd name="connsiteX10" fmla="*/ 2248272 w 5829162"/>
                  <a:gd name="connsiteY10" fmla="*/ 1023479 h 2587285"/>
                  <a:gd name="connsiteX11" fmla="*/ 1950395 w 5829162"/>
                  <a:gd name="connsiteY11" fmla="*/ 1133486 h 2587285"/>
                  <a:gd name="connsiteX12" fmla="*/ 1439070 w 5829162"/>
                  <a:gd name="connsiteY12" fmla="*/ 1573518 h 2587285"/>
                  <a:gd name="connsiteX13" fmla="*/ 962664 w 5829162"/>
                  <a:gd name="connsiteY13" fmla="*/ 1737101 h 2587285"/>
                  <a:gd name="connsiteX14" fmla="*/ 300561 w 5829162"/>
                  <a:gd name="connsiteY14" fmla="*/ 2009535 h 2587285"/>
                  <a:gd name="connsiteX15" fmla="*/ 118117 w 5829162"/>
                  <a:gd name="connsiteY15" fmla="*/ 2109727 h 2587285"/>
                  <a:gd name="connsiteX16" fmla="*/ 12587 w 5829162"/>
                  <a:gd name="connsiteY16" fmla="*/ 2188557 h 2587285"/>
                  <a:gd name="connsiteX17" fmla="*/ 4789 w 5829162"/>
                  <a:gd name="connsiteY17" fmla="*/ 2357693 h 2587285"/>
                  <a:gd name="connsiteX18" fmla="*/ 38211 w 5829162"/>
                  <a:gd name="connsiteY18" fmla="*/ 2503586 h 2587285"/>
                  <a:gd name="connsiteX19" fmla="*/ 108213 w 5829162"/>
                  <a:gd name="connsiteY19" fmla="*/ 2576584 h 2587285"/>
                  <a:gd name="connsiteX20" fmla="*/ 154345 w 5829162"/>
                  <a:gd name="connsiteY20" fmla="*/ 2586866 h 2587285"/>
                  <a:gd name="connsiteX0" fmla="*/ 4769677 w 5830498"/>
                  <a:gd name="connsiteY0" fmla="*/ 1023478 h 2587285"/>
                  <a:gd name="connsiteX1" fmla="*/ 5269690 w 5830498"/>
                  <a:gd name="connsiteY1" fmla="*/ 713455 h 2587285"/>
                  <a:gd name="connsiteX2" fmla="*/ 5549698 w 5830498"/>
                  <a:gd name="connsiteY2" fmla="*/ 403433 h 2587285"/>
                  <a:gd name="connsiteX3" fmla="*/ 5829706 w 5830498"/>
                  <a:gd name="connsiteY3" fmla="*/ 13404 h 2587285"/>
                  <a:gd name="connsiteX4" fmla="*/ 5459696 w 5830498"/>
                  <a:gd name="connsiteY4" fmla="*/ 103411 h 2587285"/>
                  <a:gd name="connsiteX5" fmla="*/ 4649673 w 5830498"/>
                  <a:gd name="connsiteY5" fmla="*/ 233420 h 2587285"/>
                  <a:gd name="connsiteX6" fmla="*/ 4349665 w 5830498"/>
                  <a:gd name="connsiteY6" fmla="*/ 463437 h 2587285"/>
                  <a:gd name="connsiteX7" fmla="*/ 4119659 w 5830498"/>
                  <a:gd name="connsiteY7" fmla="*/ 693454 h 2587285"/>
                  <a:gd name="connsiteX8" fmla="*/ 3149632 w 5830498"/>
                  <a:gd name="connsiteY8" fmla="*/ 793461 h 2587285"/>
                  <a:gd name="connsiteX9" fmla="*/ 2689620 w 5830498"/>
                  <a:gd name="connsiteY9" fmla="*/ 933471 h 2587285"/>
                  <a:gd name="connsiteX10" fmla="*/ 2249608 w 5830498"/>
                  <a:gd name="connsiteY10" fmla="*/ 1023479 h 2587285"/>
                  <a:gd name="connsiteX11" fmla="*/ 1951731 w 5830498"/>
                  <a:gd name="connsiteY11" fmla="*/ 1133486 h 2587285"/>
                  <a:gd name="connsiteX12" fmla="*/ 1440406 w 5830498"/>
                  <a:gd name="connsiteY12" fmla="*/ 1573518 h 2587285"/>
                  <a:gd name="connsiteX13" fmla="*/ 964000 w 5830498"/>
                  <a:gd name="connsiteY13" fmla="*/ 1737101 h 2587285"/>
                  <a:gd name="connsiteX14" fmla="*/ 301897 w 5830498"/>
                  <a:gd name="connsiteY14" fmla="*/ 2009535 h 2587285"/>
                  <a:gd name="connsiteX15" fmla="*/ 140533 w 5830498"/>
                  <a:gd name="connsiteY15" fmla="*/ 2107297 h 2587285"/>
                  <a:gd name="connsiteX16" fmla="*/ 13923 w 5830498"/>
                  <a:gd name="connsiteY16" fmla="*/ 2188557 h 2587285"/>
                  <a:gd name="connsiteX17" fmla="*/ 6125 w 5830498"/>
                  <a:gd name="connsiteY17" fmla="*/ 2357693 h 2587285"/>
                  <a:gd name="connsiteX18" fmla="*/ 39547 w 5830498"/>
                  <a:gd name="connsiteY18" fmla="*/ 2503586 h 2587285"/>
                  <a:gd name="connsiteX19" fmla="*/ 109549 w 5830498"/>
                  <a:gd name="connsiteY19" fmla="*/ 2576584 h 2587285"/>
                  <a:gd name="connsiteX20" fmla="*/ 155681 w 5830498"/>
                  <a:gd name="connsiteY20" fmla="*/ 2586866 h 2587285"/>
                  <a:gd name="connsiteX0" fmla="*/ 4763553 w 5824374"/>
                  <a:gd name="connsiteY0" fmla="*/ 1023478 h 2587285"/>
                  <a:gd name="connsiteX1" fmla="*/ 5263566 w 5824374"/>
                  <a:gd name="connsiteY1" fmla="*/ 713455 h 2587285"/>
                  <a:gd name="connsiteX2" fmla="*/ 5543574 w 5824374"/>
                  <a:gd name="connsiteY2" fmla="*/ 403433 h 2587285"/>
                  <a:gd name="connsiteX3" fmla="*/ 5823582 w 5824374"/>
                  <a:gd name="connsiteY3" fmla="*/ 13404 h 2587285"/>
                  <a:gd name="connsiteX4" fmla="*/ 5453572 w 5824374"/>
                  <a:gd name="connsiteY4" fmla="*/ 103411 h 2587285"/>
                  <a:gd name="connsiteX5" fmla="*/ 4643549 w 5824374"/>
                  <a:gd name="connsiteY5" fmla="*/ 233420 h 2587285"/>
                  <a:gd name="connsiteX6" fmla="*/ 4343541 w 5824374"/>
                  <a:gd name="connsiteY6" fmla="*/ 463437 h 2587285"/>
                  <a:gd name="connsiteX7" fmla="*/ 4113535 w 5824374"/>
                  <a:gd name="connsiteY7" fmla="*/ 693454 h 2587285"/>
                  <a:gd name="connsiteX8" fmla="*/ 3143508 w 5824374"/>
                  <a:gd name="connsiteY8" fmla="*/ 793461 h 2587285"/>
                  <a:gd name="connsiteX9" fmla="*/ 2683496 w 5824374"/>
                  <a:gd name="connsiteY9" fmla="*/ 933471 h 2587285"/>
                  <a:gd name="connsiteX10" fmla="*/ 2243484 w 5824374"/>
                  <a:gd name="connsiteY10" fmla="*/ 1023479 h 2587285"/>
                  <a:gd name="connsiteX11" fmla="*/ 1945607 w 5824374"/>
                  <a:gd name="connsiteY11" fmla="*/ 1133486 h 2587285"/>
                  <a:gd name="connsiteX12" fmla="*/ 1434282 w 5824374"/>
                  <a:gd name="connsiteY12" fmla="*/ 1573518 h 2587285"/>
                  <a:gd name="connsiteX13" fmla="*/ 957876 w 5824374"/>
                  <a:gd name="connsiteY13" fmla="*/ 1737101 h 2587285"/>
                  <a:gd name="connsiteX14" fmla="*/ 295773 w 5824374"/>
                  <a:gd name="connsiteY14" fmla="*/ 2009535 h 2587285"/>
                  <a:gd name="connsiteX15" fmla="*/ 134409 w 5824374"/>
                  <a:gd name="connsiteY15" fmla="*/ 2107297 h 2587285"/>
                  <a:gd name="connsiteX16" fmla="*/ 33563 w 5824374"/>
                  <a:gd name="connsiteY16" fmla="*/ 2198277 h 2587285"/>
                  <a:gd name="connsiteX17" fmla="*/ 1 w 5824374"/>
                  <a:gd name="connsiteY17" fmla="*/ 2357693 h 2587285"/>
                  <a:gd name="connsiteX18" fmla="*/ 33423 w 5824374"/>
                  <a:gd name="connsiteY18" fmla="*/ 2503586 h 2587285"/>
                  <a:gd name="connsiteX19" fmla="*/ 103425 w 5824374"/>
                  <a:gd name="connsiteY19" fmla="*/ 2576584 h 2587285"/>
                  <a:gd name="connsiteX20" fmla="*/ 149557 w 5824374"/>
                  <a:gd name="connsiteY20" fmla="*/ 2586866 h 2587285"/>
                  <a:gd name="connsiteX0" fmla="*/ 4764161 w 5824982"/>
                  <a:gd name="connsiteY0" fmla="*/ 1023478 h 2588914"/>
                  <a:gd name="connsiteX1" fmla="*/ 5264174 w 5824982"/>
                  <a:gd name="connsiteY1" fmla="*/ 713455 h 2588914"/>
                  <a:gd name="connsiteX2" fmla="*/ 5544182 w 5824982"/>
                  <a:gd name="connsiteY2" fmla="*/ 403433 h 2588914"/>
                  <a:gd name="connsiteX3" fmla="*/ 5824190 w 5824982"/>
                  <a:gd name="connsiteY3" fmla="*/ 13404 h 2588914"/>
                  <a:gd name="connsiteX4" fmla="*/ 5454180 w 5824982"/>
                  <a:gd name="connsiteY4" fmla="*/ 103411 h 2588914"/>
                  <a:gd name="connsiteX5" fmla="*/ 4644157 w 5824982"/>
                  <a:gd name="connsiteY5" fmla="*/ 233420 h 2588914"/>
                  <a:gd name="connsiteX6" fmla="*/ 4344149 w 5824982"/>
                  <a:gd name="connsiteY6" fmla="*/ 463437 h 2588914"/>
                  <a:gd name="connsiteX7" fmla="*/ 4114143 w 5824982"/>
                  <a:gd name="connsiteY7" fmla="*/ 693454 h 2588914"/>
                  <a:gd name="connsiteX8" fmla="*/ 3144116 w 5824982"/>
                  <a:gd name="connsiteY8" fmla="*/ 793461 h 2588914"/>
                  <a:gd name="connsiteX9" fmla="*/ 2684104 w 5824982"/>
                  <a:gd name="connsiteY9" fmla="*/ 933471 h 2588914"/>
                  <a:gd name="connsiteX10" fmla="*/ 2244092 w 5824982"/>
                  <a:gd name="connsiteY10" fmla="*/ 1023479 h 2588914"/>
                  <a:gd name="connsiteX11" fmla="*/ 1946215 w 5824982"/>
                  <a:gd name="connsiteY11" fmla="*/ 1133486 h 2588914"/>
                  <a:gd name="connsiteX12" fmla="*/ 1434890 w 5824982"/>
                  <a:gd name="connsiteY12" fmla="*/ 1573518 h 2588914"/>
                  <a:gd name="connsiteX13" fmla="*/ 958484 w 5824982"/>
                  <a:gd name="connsiteY13" fmla="*/ 1737101 h 2588914"/>
                  <a:gd name="connsiteX14" fmla="*/ 296381 w 5824982"/>
                  <a:gd name="connsiteY14" fmla="*/ 2009535 h 2588914"/>
                  <a:gd name="connsiteX15" fmla="*/ 135017 w 5824982"/>
                  <a:gd name="connsiteY15" fmla="*/ 2107297 h 2588914"/>
                  <a:gd name="connsiteX16" fmla="*/ 34171 w 5824982"/>
                  <a:gd name="connsiteY16" fmla="*/ 2198277 h 2588914"/>
                  <a:gd name="connsiteX17" fmla="*/ 609 w 5824982"/>
                  <a:gd name="connsiteY17" fmla="*/ 2357693 h 2588914"/>
                  <a:gd name="connsiteX18" fmla="*/ 57453 w 5824982"/>
                  <a:gd name="connsiteY18" fmla="*/ 2471999 h 2588914"/>
                  <a:gd name="connsiteX19" fmla="*/ 104033 w 5824982"/>
                  <a:gd name="connsiteY19" fmla="*/ 2576584 h 2588914"/>
                  <a:gd name="connsiteX20" fmla="*/ 150165 w 5824982"/>
                  <a:gd name="connsiteY20" fmla="*/ 2586866 h 2588914"/>
                  <a:gd name="connsiteX0" fmla="*/ 4764137 w 5824958"/>
                  <a:gd name="connsiteY0" fmla="*/ 1023478 h 2588627"/>
                  <a:gd name="connsiteX1" fmla="*/ 5264150 w 5824958"/>
                  <a:gd name="connsiteY1" fmla="*/ 713455 h 2588627"/>
                  <a:gd name="connsiteX2" fmla="*/ 5544158 w 5824958"/>
                  <a:gd name="connsiteY2" fmla="*/ 403433 h 2588627"/>
                  <a:gd name="connsiteX3" fmla="*/ 5824166 w 5824958"/>
                  <a:gd name="connsiteY3" fmla="*/ 13404 h 2588627"/>
                  <a:gd name="connsiteX4" fmla="*/ 5454156 w 5824958"/>
                  <a:gd name="connsiteY4" fmla="*/ 103411 h 2588627"/>
                  <a:gd name="connsiteX5" fmla="*/ 4644133 w 5824958"/>
                  <a:gd name="connsiteY5" fmla="*/ 233420 h 2588627"/>
                  <a:gd name="connsiteX6" fmla="*/ 4344125 w 5824958"/>
                  <a:gd name="connsiteY6" fmla="*/ 463437 h 2588627"/>
                  <a:gd name="connsiteX7" fmla="*/ 4114119 w 5824958"/>
                  <a:gd name="connsiteY7" fmla="*/ 693454 h 2588627"/>
                  <a:gd name="connsiteX8" fmla="*/ 3144092 w 5824958"/>
                  <a:gd name="connsiteY8" fmla="*/ 793461 h 2588627"/>
                  <a:gd name="connsiteX9" fmla="*/ 2684080 w 5824958"/>
                  <a:gd name="connsiteY9" fmla="*/ 933471 h 2588627"/>
                  <a:gd name="connsiteX10" fmla="*/ 2244068 w 5824958"/>
                  <a:gd name="connsiteY10" fmla="*/ 1023479 h 2588627"/>
                  <a:gd name="connsiteX11" fmla="*/ 1946191 w 5824958"/>
                  <a:gd name="connsiteY11" fmla="*/ 1133486 h 2588627"/>
                  <a:gd name="connsiteX12" fmla="*/ 1434866 w 5824958"/>
                  <a:gd name="connsiteY12" fmla="*/ 1573518 h 2588627"/>
                  <a:gd name="connsiteX13" fmla="*/ 958460 w 5824958"/>
                  <a:gd name="connsiteY13" fmla="*/ 1737101 h 2588627"/>
                  <a:gd name="connsiteX14" fmla="*/ 296357 w 5824958"/>
                  <a:gd name="connsiteY14" fmla="*/ 2009535 h 2588627"/>
                  <a:gd name="connsiteX15" fmla="*/ 134993 w 5824958"/>
                  <a:gd name="connsiteY15" fmla="*/ 2107297 h 2588627"/>
                  <a:gd name="connsiteX16" fmla="*/ 34147 w 5824958"/>
                  <a:gd name="connsiteY16" fmla="*/ 2198277 h 2588627"/>
                  <a:gd name="connsiteX17" fmla="*/ 585 w 5824958"/>
                  <a:gd name="connsiteY17" fmla="*/ 2357693 h 2588627"/>
                  <a:gd name="connsiteX18" fmla="*/ 19954 w 5824958"/>
                  <a:gd name="connsiteY18" fmla="*/ 2476858 h 2588627"/>
                  <a:gd name="connsiteX19" fmla="*/ 104009 w 5824958"/>
                  <a:gd name="connsiteY19" fmla="*/ 2576584 h 2588627"/>
                  <a:gd name="connsiteX20" fmla="*/ 150141 w 5824958"/>
                  <a:gd name="connsiteY20" fmla="*/ 2586866 h 2588627"/>
                  <a:gd name="connsiteX0" fmla="*/ 4764137 w 5824958"/>
                  <a:gd name="connsiteY0" fmla="*/ 1023478 h 2608734"/>
                  <a:gd name="connsiteX1" fmla="*/ 5264150 w 5824958"/>
                  <a:gd name="connsiteY1" fmla="*/ 713455 h 2608734"/>
                  <a:gd name="connsiteX2" fmla="*/ 5544158 w 5824958"/>
                  <a:gd name="connsiteY2" fmla="*/ 403433 h 2608734"/>
                  <a:gd name="connsiteX3" fmla="*/ 5824166 w 5824958"/>
                  <a:gd name="connsiteY3" fmla="*/ 13404 h 2608734"/>
                  <a:gd name="connsiteX4" fmla="*/ 5454156 w 5824958"/>
                  <a:gd name="connsiteY4" fmla="*/ 103411 h 2608734"/>
                  <a:gd name="connsiteX5" fmla="*/ 4644133 w 5824958"/>
                  <a:gd name="connsiteY5" fmla="*/ 233420 h 2608734"/>
                  <a:gd name="connsiteX6" fmla="*/ 4344125 w 5824958"/>
                  <a:gd name="connsiteY6" fmla="*/ 463437 h 2608734"/>
                  <a:gd name="connsiteX7" fmla="*/ 4114119 w 5824958"/>
                  <a:gd name="connsiteY7" fmla="*/ 693454 h 2608734"/>
                  <a:gd name="connsiteX8" fmla="*/ 3144092 w 5824958"/>
                  <a:gd name="connsiteY8" fmla="*/ 793461 h 2608734"/>
                  <a:gd name="connsiteX9" fmla="*/ 2684080 w 5824958"/>
                  <a:gd name="connsiteY9" fmla="*/ 933471 h 2608734"/>
                  <a:gd name="connsiteX10" fmla="*/ 2244068 w 5824958"/>
                  <a:gd name="connsiteY10" fmla="*/ 1023479 h 2608734"/>
                  <a:gd name="connsiteX11" fmla="*/ 1946191 w 5824958"/>
                  <a:gd name="connsiteY11" fmla="*/ 1133486 h 2608734"/>
                  <a:gd name="connsiteX12" fmla="*/ 1434866 w 5824958"/>
                  <a:gd name="connsiteY12" fmla="*/ 1573518 h 2608734"/>
                  <a:gd name="connsiteX13" fmla="*/ 958460 w 5824958"/>
                  <a:gd name="connsiteY13" fmla="*/ 1737101 h 2608734"/>
                  <a:gd name="connsiteX14" fmla="*/ 296357 w 5824958"/>
                  <a:gd name="connsiteY14" fmla="*/ 2009535 h 2608734"/>
                  <a:gd name="connsiteX15" fmla="*/ 134993 w 5824958"/>
                  <a:gd name="connsiteY15" fmla="*/ 2107297 h 2608734"/>
                  <a:gd name="connsiteX16" fmla="*/ 34147 w 5824958"/>
                  <a:gd name="connsiteY16" fmla="*/ 2198277 h 2608734"/>
                  <a:gd name="connsiteX17" fmla="*/ 585 w 5824958"/>
                  <a:gd name="connsiteY17" fmla="*/ 2357693 h 2608734"/>
                  <a:gd name="connsiteX18" fmla="*/ 19954 w 5824958"/>
                  <a:gd name="connsiteY18" fmla="*/ 2476858 h 2608734"/>
                  <a:gd name="connsiteX19" fmla="*/ 104009 w 5824958"/>
                  <a:gd name="connsiteY19" fmla="*/ 2576584 h 2608734"/>
                  <a:gd name="connsiteX20" fmla="*/ 150141 w 5824958"/>
                  <a:gd name="connsiteY20" fmla="*/ 2608734 h 2608734"/>
                  <a:gd name="connsiteX0" fmla="*/ 5264150 w 5824958"/>
                  <a:gd name="connsiteY0" fmla="*/ 713455 h 2608734"/>
                  <a:gd name="connsiteX1" fmla="*/ 5544158 w 5824958"/>
                  <a:gd name="connsiteY1" fmla="*/ 403433 h 2608734"/>
                  <a:gd name="connsiteX2" fmla="*/ 5824166 w 5824958"/>
                  <a:gd name="connsiteY2" fmla="*/ 13404 h 2608734"/>
                  <a:gd name="connsiteX3" fmla="*/ 5454156 w 5824958"/>
                  <a:gd name="connsiteY3" fmla="*/ 103411 h 2608734"/>
                  <a:gd name="connsiteX4" fmla="*/ 4644133 w 5824958"/>
                  <a:gd name="connsiteY4" fmla="*/ 233420 h 2608734"/>
                  <a:gd name="connsiteX5" fmla="*/ 4344125 w 5824958"/>
                  <a:gd name="connsiteY5" fmla="*/ 463437 h 2608734"/>
                  <a:gd name="connsiteX6" fmla="*/ 4114119 w 5824958"/>
                  <a:gd name="connsiteY6" fmla="*/ 693454 h 2608734"/>
                  <a:gd name="connsiteX7" fmla="*/ 3144092 w 5824958"/>
                  <a:gd name="connsiteY7" fmla="*/ 793461 h 2608734"/>
                  <a:gd name="connsiteX8" fmla="*/ 2684080 w 5824958"/>
                  <a:gd name="connsiteY8" fmla="*/ 933471 h 2608734"/>
                  <a:gd name="connsiteX9" fmla="*/ 2244068 w 5824958"/>
                  <a:gd name="connsiteY9" fmla="*/ 1023479 h 2608734"/>
                  <a:gd name="connsiteX10" fmla="*/ 1946191 w 5824958"/>
                  <a:gd name="connsiteY10" fmla="*/ 1133486 h 2608734"/>
                  <a:gd name="connsiteX11" fmla="*/ 1434866 w 5824958"/>
                  <a:gd name="connsiteY11" fmla="*/ 1573518 h 2608734"/>
                  <a:gd name="connsiteX12" fmla="*/ 958460 w 5824958"/>
                  <a:gd name="connsiteY12" fmla="*/ 1737101 h 2608734"/>
                  <a:gd name="connsiteX13" fmla="*/ 296357 w 5824958"/>
                  <a:gd name="connsiteY13" fmla="*/ 2009535 h 2608734"/>
                  <a:gd name="connsiteX14" fmla="*/ 134993 w 5824958"/>
                  <a:gd name="connsiteY14" fmla="*/ 2107297 h 2608734"/>
                  <a:gd name="connsiteX15" fmla="*/ 34147 w 5824958"/>
                  <a:gd name="connsiteY15" fmla="*/ 2198277 h 2608734"/>
                  <a:gd name="connsiteX16" fmla="*/ 585 w 5824958"/>
                  <a:gd name="connsiteY16" fmla="*/ 2357693 h 2608734"/>
                  <a:gd name="connsiteX17" fmla="*/ 19954 w 5824958"/>
                  <a:gd name="connsiteY17" fmla="*/ 2476858 h 2608734"/>
                  <a:gd name="connsiteX18" fmla="*/ 104009 w 5824958"/>
                  <a:gd name="connsiteY18" fmla="*/ 2576584 h 2608734"/>
                  <a:gd name="connsiteX19" fmla="*/ 150141 w 5824958"/>
                  <a:gd name="connsiteY19" fmla="*/ 2608734 h 2608734"/>
                  <a:gd name="connsiteX0" fmla="*/ 5029716 w 5825132"/>
                  <a:gd name="connsiteY0" fmla="*/ 946128 h 2608734"/>
                  <a:gd name="connsiteX1" fmla="*/ 5544158 w 5825132"/>
                  <a:gd name="connsiteY1" fmla="*/ 403433 h 2608734"/>
                  <a:gd name="connsiteX2" fmla="*/ 5824166 w 5825132"/>
                  <a:gd name="connsiteY2" fmla="*/ 13404 h 2608734"/>
                  <a:gd name="connsiteX3" fmla="*/ 5454156 w 5825132"/>
                  <a:gd name="connsiteY3" fmla="*/ 103411 h 2608734"/>
                  <a:gd name="connsiteX4" fmla="*/ 4644133 w 5825132"/>
                  <a:gd name="connsiteY4" fmla="*/ 233420 h 2608734"/>
                  <a:gd name="connsiteX5" fmla="*/ 4344125 w 5825132"/>
                  <a:gd name="connsiteY5" fmla="*/ 463437 h 2608734"/>
                  <a:gd name="connsiteX6" fmla="*/ 4114119 w 5825132"/>
                  <a:gd name="connsiteY6" fmla="*/ 693454 h 2608734"/>
                  <a:gd name="connsiteX7" fmla="*/ 3144092 w 5825132"/>
                  <a:gd name="connsiteY7" fmla="*/ 793461 h 2608734"/>
                  <a:gd name="connsiteX8" fmla="*/ 2684080 w 5825132"/>
                  <a:gd name="connsiteY8" fmla="*/ 933471 h 2608734"/>
                  <a:gd name="connsiteX9" fmla="*/ 2244068 w 5825132"/>
                  <a:gd name="connsiteY9" fmla="*/ 1023479 h 2608734"/>
                  <a:gd name="connsiteX10" fmla="*/ 1946191 w 5825132"/>
                  <a:gd name="connsiteY10" fmla="*/ 1133486 h 2608734"/>
                  <a:gd name="connsiteX11" fmla="*/ 1434866 w 5825132"/>
                  <a:gd name="connsiteY11" fmla="*/ 1573518 h 2608734"/>
                  <a:gd name="connsiteX12" fmla="*/ 958460 w 5825132"/>
                  <a:gd name="connsiteY12" fmla="*/ 1737101 h 2608734"/>
                  <a:gd name="connsiteX13" fmla="*/ 296357 w 5825132"/>
                  <a:gd name="connsiteY13" fmla="*/ 2009535 h 2608734"/>
                  <a:gd name="connsiteX14" fmla="*/ 134993 w 5825132"/>
                  <a:gd name="connsiteY14" fmla="*/ 2107297 h 2608734"/>
                  <a:gd name="connsiteX15" fmla="*/ 34147 w 5825132"/>
                  <a:gd name="connsiteY15" fmla="*/ 2198277 h 2608734"/>
                  <a:gd name="connsiteX16" fmla="*/ 585 w 5825132"/>
                  <a:gd name="connsiteY16" fmla="*/ 2357693 h 2608734"/>
                  <a:gd name="connsiteX17" fmla="*/ 19954 w 5825132"/>
                  <a:gd name="connsiteY17" fmla="*/ 2476858 h 2608734"/>
                  <a:gd name="connsiteX18" fmla="*/ 104009 w 5825132"/>
                  <a:gd name="connsiteY18" fmla="*/ 2576584 h 2608734"/>
                  <a:gd name="connsiteX19" fmla="*/ 150141 w 5825132"/>
                  <a:gd name="connsiteY19" fmla="*/ 2608734 h 2608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825132" h="2608734">
                    <a:moveTo>
                      <a:pt x="5029716" y="946128"/>
                    </a:moveTo>
                    <a:cubicBezTo>
                      <a:pt x="5159719" y="842787"/>
                      <a:pt x="5411750" y="558887"/>
                      <a:pt x="5544158" y="403433"/>
                    </a:cubicBezTo>
                    <a:cubicBezTo>
                      <a:pt x="5676566" y="247979"/>
                      <a:pt x="5839166" y="63408"/>
                      <a:pt x="5824166" y="13404"/>
                    </a:cubicBezTo>
                    <a:cubicBezTo>
                      <a:pt x="5809166" y="-36600"/>
                      <a:pt x="5650828" y="66742"/>
                      <a:pt x="5454156" y="103411"/>
                    </a:cubicBezTo>
                    <a:cubicBezTo>
                      <a:pt x="5257484" y="140080"/>
                      <a:pt x="4829138" y="173416"/>
                      <a:pt x="4644133" y="233420"/>
                    </a:cubicBezTo>
                    <a:cubicBezTo>
                      <a:pt x="4459128" y="293424"/>
                      <a:pt x="4432461" y="386765"/>
                      <a:pt x="4344125" y="463437"/>
                    </a:cubicBezTo>
                    <a:cubicBezTo>
                      <a:pt x="4255789" y="540109"/>
                      <a:pt x="4314124" y="638450"/>
                      <a:pt x="4114119" y="693454"/>
                    </a:cubicBezTo>
                    <a:cubicBezTo>
                      <a:pt x="3914113" y="748458"/>
                      <a:pt x="3382432" y="753458"/>
                      <a:pt x="3144092" y="793461"/>
                    </a:cubicBezTo>
                    <a:cubicBezTo>
                      <a:pt x="2905752" y="833464"/>
                      <a:pt x="2834084" y="895135"/>
                      <a:pt x="2684080" y="933471"/>
                    </a:cubicBezTo>
                    <a:cubicBezTo>
                      <a:pt x="2534076" y="971807"/>
                      <a:pt x="2367050" y="990143"/>
                      <a:pt x="2244068" y="1023479"/>
                    </a:cubicBezTo>
                    <a:cubicBezTo>
                      <a:pt x="2121086" y="1056815"/>
                      <a:pt x="2081058" y="1041813"/>
                      <a:pt x="1946191" y="1133486"/>
                    </a:cubicBezTo>
                    <a:cubicBezTo>
                      <a:pt x="1811324" y="1225159"/>
                      <a:pt x="1599488" y="1472916"/>
                      <a:pt x="1434866" y="1573518"/>
                    </a:cubicBezTo>
                    <a:cubicBezTo>
                      <a:pt x="1270244" y="1674120"/>
                      <a:pt x="1148211" y="1664432"/>
                      <a:pt x="958460" y="1737101"/>
                    </a:cubicBezTo>
                    <a:cubicBezTo>
                      <a:pt x="768709" y="1809770"/>
                      <a:pt x="433601" y="1947836"/>
                      <a:pt x="296357" y="2009535"/>
                    </a:cubicBezTo>
                    <a:cubicBezTo>
                      <a:pt x="159113" y="2071234"/>
                      <a:pt x="178695" y="2075840"/>
                      <a:pt x="134993" y="2107297"/>
                    </a:cubicBezTo>
                    <a:cubicBezTo>
                      <a:pt x="91291" y="2138754"/>
                      <a:pt x="56548" y="2156544"/>
                      <a:pt x="34147" y="2198277"/>
                    </a:cubicBezTo>
                    <a:cubicBezTo>
                      <a:pt x="11746" y="2240010"/>
                      <a:pt x="2950" y="2311263"/>
                      <a:pt x="585" y="2357693"/>
                    </a:cubicBezTo>
                    <a:cubicBezTo>
                      <a:pt x="-1780" y="2404123"/>
                      <a:pt x="2717" y="2440376"/>
                      <a:pt x="19954" y="2476858"/>
                    </a:cubicBezTo>
                    <a:cubicBezTo>
                      <a:pt x="37191" y="2513340"/>
                      <a:pt x="82311" y="2554605"/>
                      <a:pt x="104009" y="2576584"/>
                    </a:cubicBezTo>
                    <a:cubicBezTo>
                      <a:pt x="125707" y="2598563"/>
                      <a:pt x="150141" y="2608734"/>
                      <a:pt x="150141" y="2608734"/>
                    </a:cubicBezTo>
                  </a:path>
                </a:pathLst>
              </a:custGeom>
              <a:ln w="3175" cmpd="sng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1470040" y="3536188"/>
                <a:ext cx="5530176" cy="2503142"/>
              </a:xfrm>
              <a:custGeom>
                <a:avLst/>
                <a:gdLst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060111 w 5530663"/>
                  <a:gd name="connsiteY8" fmla="*/ 1860135 h 2528939"/>
                  <a:gd name="connsiteX9" fmla="*/ 3990109 w 5530663"/>
                  <a:gd name="connsiteY9" fmla="*/ 1630118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060111 w 5530663"/>
                  <a:gd name="connsiteY8" fmla="*/ 1860135 h 2528939"/>
                  <a:gd name="connsiteX9" fmla="*/ 4071259 w 5530663"/>
                  <a:gd name="connsiteY9" fmla="*/ 1492355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200280 w 5530663"/>
                  <a:gd name="connsiteY8" fmla="*/ 1860135 h 2528939"/>
                  <a:gd name="connsiteX9" fmla="*/ 4071259 w 5530663"/>
                  <a:gd name="connsiteY9" fmla="*/ 1492355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200280 w 5530663"/>
                  <a:gd name="connsiteY8" fmla="*/ 1860135 h 2528939"/>
                  <a:gd name="connsiteX9" fmla="*/ 4004863 w 5530663"/>
                  <a:gd name="connsiteY9" fmla="*/ 1500008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760021 w 5530663"/>
                  <a:gd name="connsiteY12" fmla="*/ 540039 h 2528939"/>
                  <a:gd name="connsiteX13" fmla="*/ 370010 w 5530663"/>
                  <a:gd name="connsiteY13" fmla="*/ 350025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370010 w 5530663"/>
                  <a:gd name="connsiteY13" fmla="*/ 350025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443782 w 5530663"/>
                  <a:gd name="connsiteY13" fmla="*/ 273490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443782 w 5530663"/>
                  <a:gd name="connsiteY13" fmla="*/ 273490 h 2528939"/>
                  <a:gd name="connsiteX14" fmla="*/ 224269 w 5530663"/>
                  <a:gd name="connsiteY14" fmla="*/ 150523 h 2528939"/>
                  <a:gd name="connsiteX15" fmla="*/ 0 w 5530663"/>
                  <a:gd name="connsiteY15" fmla="*/ 0 h 2528939"/>
                  <a:gd name="connsiteX0" fmla="*/ 4650127 w 5530685"/>
                  <a:gd name="connsiteY0" fmla="*/ 1470107 h 2528939"/>
                  <a:gd name="connsiteX1" fmla="*/ 4990137 w 5530685"/>
                  <a:gd name="connsiteY1" fmla="*/ 1790130 h 2528939"/>
                  <a:gd name="connsiteX2" fmla="*/ 5150141 w 5530685"/>
                  <a:gd name="connsiteY2" fmla="*/ 2230162 h 2528939"/>
                  <a:gd name="connsiteX3" fmla="*/ 5530151 w 5530685"/>
                  <a:gd name="connsiteY3" fmla="*/ 2460179 h 2528939"/>
                  <a:gd name="connsiteX4" fmla="*/ 5060139 w 5530685"/>
                  <a:gd name="connsiteY4" fmla="*/ 2520183 h 2528939"/>
                  <a:gd name="connsiteX5" fmla="*/ 4420121 w 5530685"/>
                  <a:gd name="connsiteY5" fmla="*/ 2300167 h 2528939"/>
                  <a:gd name="connsiteX6" fmla="*/ 4200280 w 5530685"/>
                  <a:gd name="connsiteY6" fmla="*/ 1860135 h 2528939"/>
                  <a:gd name="connsiteX7" fmla="*/ 4004863 w 5530685"/>
                  <a:gd name="connsiteY7" fmla="*/ 1500008 h 2528939"/>
                  <a:gd name="connsiteX8" fmla="*/ 2950081 w 5530685"/>
                  <a:gd name="connsiteY8" fmla="*/ 1330097 h 2528939"/>
                  <a:gd name="connsiteX9" fmla="*/ 2240061 w 5530685"/>
                  <a:gd name="connsiteY9" fmla="*/ 1130082 h 2528939"/>
                  <a:gd name="connsiteX10" fmla="*/ 1470040 w 5530685"/>
                  <a:gd name="connsiteY10" fmla="*/ 900065 h 2528939"/>
                  <a:gd name="connsiteX11" fmla="*/ 951830 w 5530685"/>
                  <a:gd name="connsiteY11" fmla="*/ 501772 h 2528939"/>
                  <a:gd name="connsiteX12" fmla="*/ 443782 w 5530685"/>
                  <a:gd name="connsiteY12" fmla="*/ 273490 h 2528939"/>
                  <a:gd name="connsiteX13" fmla="*/ 224269 w 5530685"/>
                  <a:gd name="connsiteY13" fmla="*/ 150523 h 2528939"/>
                  <a:gd name="connsiteX14" fmla="*/ 0 w 5530685"/>
                  <a:gd name="connsiteY14" fmla="*/ 0 h 2528939"/>
                  <a:gd name="connsiteX0" fmla="*/ 4650127 w 5530484"/>
                  <a:gd name="connsiteY0" fmla="*/ 1470107 h 2546218"/>
                  <a:gd name="connsiteX1" fmla="*/ 4990137 w 5530484"/>
                  <a:gd name="connsiteY1" fmla="*/ 1790130 h 2546218"/>
                  <a:gd name="connsiteX2" fmla="*/ 5530151 w 5530484"/>
                  <a:gd name="connsiteY2" fmla="*/ 2460179 h 2546218"/>
                  <a:gd name="connsiteX3" fmla="*/ 5060139 w 5530484"/>
                  <a:gd name="connsiteY3" fmla="*/ 2520183 h 2546218"/>
                  <a:gd name="connsiteX4" fmla="*/ 4420121 w 5530484"/>
                  <a:gd name="connsiteY4" fmla="*/ 2300167 h 2546218"/>
                  <a:gd name="connsiteX5" fmla="*/ 4200280 w 5530484"/>
                  <a:gd name="connsiteY5" fmla="*/ 1860135 h 2546218"/>
                  <a:gd name="connsiteX6" fmla="*/ 4004863 w 5530484"/>
                  <a:gd name="connsiteY6" fmla="*/ 1500008 h 2546218"/>
                  <a:gd name="connsiteX7" fmla="*/ 2950081 w 5530484"/>
                  <a:gd name="connsiteY7" fmla="*/ 1330097 h 2546218"/>
                  <a:gd name="connsiteX8" fmla="*/ 2240061 w 5530484"/>
                  <a:gd name="connsiteY8" fmla="*/ 1130082 h 2546218"/>
                  <a:gd name="connsiteX9" fmla="*/ 1470040 w 5530484"/>
                  <a:gd name="connsiteY9" fmla="*/ 900065 h 2546218"/>
                  <a:gd name="connsiteX10" fmla="*/ 951830 w 5530484"/>
                  <a:gd name="connsiteY10" fmla="*/ 501772 h 2546218"/>
                  <a:gd name="connsiteX11" fmla="*/ 443782 w 5530484"/>
                  <a:gd name="connsiteY11" fmla="*/ 273490 h 2546218"/>
                  <a:gd name="connsiteX12" fmla="*/ 224269 w 5530484"/>
                  <a:gd name="connsiteY12" fmla="*/ 150523 h 2546218"/>
                  <a:gd name="connsiteX13" fmla="*/ 0 w 5530484"/>
                  <a:gd name="connsiteY13" fmla="*/ 0 h 2546218"/>
                  <a:gd name="connsiteX0" fmla="*/ 4650127 w 5530484"/>
                  <a:gd name="connsiteY0" fmla="*/ 1470107 h 2539014"/>
                  <a:gd name="connsiteX1" fmla="*/ 4990137 w 5530484"/>
                  <a:gd name="connsiteY1" fmla="*/ 1927892 h 2539014"/>
                  <a:gd name="connsiteX2" fmla="*/ 5530151 w 5530484"/>
                  <a:gd name="connsiteY2" fmla="*/ 2460179 h 2539014"/>
                  <a:gd name="connsiteX3" fmla="*/ 5060139 w 5530484"/>
                  <a:gd name="connsiteY3" fmla="*/ 2520183 h 2539014"/>
                  <a:gd name="connsiteX4" fmla="*/ 4420121 w 5530484"/>
                  <a:gd name="connsiteY4" fmla="*/ 2300167 h 2539014"/>
                  <a:gd name="connsiteX5" fmla="*/ 4200280 w 5530484"/>
                  <a:gd name="connsiteY5" fmla="*/ 1860135 h 2539014"/>
                  <a:gd name="connsiteX6" fmla="*/ 4004863 w 5530484"/>
                  <a:gd name="connsiteY6" fmla="*/ 1500008 h 2539014"/>
                  <a:gd name="connsiteX7" fmla="*/ 2950081 w 5530484"/>
                  <a:gd name="connsiteY7" fmla="*/ 1330097 h 2539014"/>
                  <a:gd name="connsiteX8" fmla="*/ 2240061 w 5530484"/>
                  <a:gd name="connsiteY8" fmla="*/ 1130082 h 2539014"/>
                  <a:gd name="connsiteX9" fmla="*/ 1470040 w 5530484"/>
                  <a:gd name="connsiteY9" fmla="*/ 900065 h 2539014"/>
                  <a:gd name="connsiteX10" fmla="*/ 951830 w 5530484"/>
                  <a:gd name="connsiteY10" fmla="*/ 501772 h 2539014"/>
                  <a:gd name="connsiteX11" fmla="*/ 443782 w 5530484"/>
                  <a:gd name="connsiteY11" fmla="*/ 273490 h 2539014"/>
                  <a:gd name="connsiteX12" fmla="*/ 224269 w 5530484"/>
                  <a:gd name="connsiteY12" fmla="*/ 150523 h 2539014"/>
                  <a:gd name="connsiteX13" fmla="*/ 0 w 5530484"/>
                  <a:gd name="connsiteY13" fmla="*/ 0 h 2539014"/>
                  <a:gd name="connsiteX0" fmla="*/ 4650127 w 5530469"/>
                  <a:gd name="connsiteY0" fmla="*/ 1470107 h 2541230"/>
                  <a:gd name="connsiteX1" fmla="*/ 4990137 w 5530469"/>
                  <a:gd name="connsiteY1" fmla="*/ 1927892 h 2541230"/>
                  <a:gd name="connsiteX2" fmla="*/ 5530151 w 5530469"/>
                  <a:gd name="connsiteY2" fmla="*/ 2460179 h 2541230"/>
                  <a:gd name="connsiteX3" fmla="*/ 5060139 w 5530469"/>
                  <a:gd name="connsiteY3" fmla="*/ 2520183 h 2541230"/>
                  <a:gd name="connsiteX4" fmla="*/ 4508648 w 5530469"/>
                  <a:gd name="connsiteY4" fmla="*/ 2269554 h 2541230"/>
                  <a:gd name="connsiteX5" fmla="*/ 4200280 w 5530469"/>
                  <a:gd name="connsiteY5" fmla="*/ 1860135 h 2541230"/>
                  <a:gd name="connsiteX6" fmla="*/ 4004863 w 5530469"/>
                  <a:gd name="connsiteY6" fmla="*/ 1500008 h 2541230"/>
                  <a:gd name="connsiteX7" fmla="*/ 2950081 w 5530469"/>
                  <a:gd name="connsiteY7" fmla="*/ 1330097 h 2541230"/>
                  <a:gd name="connsiteX8" fmla="*/ 2240061 w 5530469"/>
                  <a:gd name="connsiteY8" fmla="*/ 1130082 h 2541230"/>
                  <a:gd name="connsiteX9" fmla="*/ 1470040 w 5530469"/>
                  <a:gd name="connsiteY9" fmla="*/ 900065 h 2541230"/>
                  <a:gd name="connsiteX10" fmla="*/ 951830 w 5530469"/>
                  <a:gd name="connsiteY10" fmla="*/ 501772 h 2541230"/>
                  <a:gd name="connsiteX11" fmla="*/ 443782 w 5530469"/>
                  <a:gd name="connsiteY11" fmla="*/ 273490 h 2541230"/>
                  <a:gd name="connsiteX12" fmla="*/ 224269 w 5530469"/>
                  <a:gd name="connsiteY12" fmla="*/ 150523 h 2541230"/>
                  <a:gd name="connsiteX13" fmla="*/ 0 w 5530469"/>
                  <a:gd name="connsiteY13" fmla="*/ 0 h 2541230"/>
                  <a:gd name="connsiteX0" fmla="*/ 4650127 w 5530159"/>
                  <a:gd name="connsiteY0" fmla="*/ 1470107 h 2544218"/>
                  <a:gd name="connsiteX1" fmla="*/ 5071287 w 5530159"/>
                  <a:gd name="connsiteY1" fmla="*/ 1866664 h 2544218"/>
                  <a:gd name="connsiteX2" fmla="*/ 5530151 w 5530159"/>
                  <a:gd name="connsiteY2" fmla="*/ 2460179 h 2544218"/>
                  <a:gd name="connsiteX3" fmla="*/ 5060139 w 5530159"/>
                  <a:gd name="connsiteY3" fmla="*/ 2520183 h 2544218"/>
                  <a:gd name="connsiteX4" fmla="*/ 4508648 w 5530159"/>
                  <a:gd name="connsiteY4" fmla="*/ 2269554 h 2544218"/>
                  <a:gd name="connsiteX5" fmla="*/ 4200280 w 5530159"/>
                  <a:gd name="connsiteY5" fmla="*/ 1860135 h 2544218"/>
                  <a:gd name="connsiteX6" fmla="*/ 4004863 w 5530159"/>
                  <a:gd name="connsiteY6" fmla="*/ 1500008 h 2544218"/>
                  <a:gd name="connsiteX7" fmla="*/ 2950081 w 5530159"/>
                  <a:gd name="connsiteY7" fmla="*/ 1330097 h 2544218"/>
                  <a:gd name="connsiteX8" fmla="*/ 2240061 w 5530159"/>
                  <a:gd name="connsiteY8" fmla="*/ 1130082 h 2544218"/>
                  <a:gd name="connsiteX9" fmla="*/ 1470040 w 5530159"/>
                  <a:gd name="connsiteY9" fmla="*/ 900065 h 2544218"/>
                  <a:gd name="connsiteX10" fmla="*/ 951830 w 5530159"/>
                  <a:gd name="connsiteY10" fmla="*/ 501772 h 2544218"/>
                  <a:gd name="connsiteX11" fmla="*/ 443782 w 5530159"/>
                  <a:gd name="connsiteY11" fmla="*/ 273490 h 2544218"/>
                  <a:gd name="connsiteX12" fmla="*/ 224269 w 5530159"/>
                  <a:gd name="connsiteY12" fmla="*/ 150523 h 2544218"/>
                  <a:gd name="connsiteX13" fmla="*/ 0 w 5530159"/>
                  <a:gd name="connsiteY13" fmla="*/ 0 h 2544218"/>
                  <a:gd name="connsiteX0" fmla="*/ 4650127 w 5530176"/>
                  <a:gd name="connsiteY0" fmla="*/ 1470107 h 2503141"/>
                  <a:gd name="connsiteX1" fmla="*/ 5071287 w 5530176"/>
                  <a:gd name="connsiteY1" fmla="*/ 1866664 h 2503141"/>
                  <a:gd name="connsiteX2" fmla="*/ 5530151 w 5530176"/>
                  <a:gd name="connsiteY2" fmla="*/ 2460179 h 2503141"/>
                  <a:gd name="connsiteX3" fmla="*/ 5089648 w 5530176"/>
                  <a:gd name="connsiteY3" fmla="*/ 2435995 h 2503141"/>
                  <a:gd name="connsiteX4" fmla="*/ 4508648 w 5530176"/>
                  <a:gd name="connsiteY4" fmla="*/ 2269554 h 2503141"/>
                  <a:gd name="connsiteX5" fmla="*/ 4200280 w 5530176"/>
                  <a:gd name="connsiteY5" fmla="*/ 1860135 h 2503141"/>
                  <a:gd name="connsiteX6" fmla="*/ 4004863 w 5530176"/>
                  <a:gd name="connsiteY6" fmla="*/ 1500008 h 2503141"/>
                  <a:gd name="connsiteX7" fmla="*/ 2950081 w 5530176"/>
                  <a:gd name="connsiteY7" fmla="*/ 1330097 h 2503141"/>
                  <a:gd name="connsiteX8" fmla="*/ 2240061 w 5530176"/>
                  <a:gd name="connsiteY8" fmla="*/ 1130082 h 2503141"/>
                  <a:gd name="connsiteX9" fmla="*/ 1470040 w 5530176"/>
                  <a:gd name="connsiteY9" fmla="*/ 900065 h 2503141"/>
                  <a:gd name="connsiteX10" fmla="*/ 951830 w 5530176"/>
                  <a:gd name="connsiteY10" fmla="*/ 501772 h 2503141"/>
                  <a:gd name="connsiteX11" fmla="*/ 443782 w 5530176"/>
                  <a:gd name="connsiteY11" fmla="*/ 273490 h 2503141"/>
                  <a:gd name="connsiteX12" fmla="*/ 224269 w 5530176"/>
                  <a:gd name="connsiteY12" fmla="*/ 150523 h 2503141"/>
                  <a:gd name="connsiteX13" fmla="*/ 0 w 5530176"/>
                  <a:gd name="connsiteY13" fmla="*/ 0 h 2503141"/>
                  <a:gd name="connsiteX0" fmla="*/ 4770896 w 5530176"/>
                  <a:gd name="connsiteY0" fmla="*/ 1277549 h 2503141"/>
                  <a:gd name="connsiteX1" fmla="*/ 5071287 w 5530176"/>
                  <a:gd name="connsiteY1" fmla="*/ 1866664 h 2503141"/>
                  <a:gd name="connsiteX2" fmla="*/ 5530151 w 5530176"/>
                  <a:gd name="connsiteY2" fmla="*/ 2460179 h 2503141"/>
                  <a:gd name="connsiteX3" fmla="*/ 5089648 w 5530176"/>
                  <a:gd name="connsiteY3" fmla="*/ 2435995 h 2503141"/>
                  <a:gd name="connsiteX4" fmla="*/ 4508648 w 5530176"/>
                  <a:gd name="connsiteY4" fmla="*/ 2269554 h 2503141"/>
                  <a:gd name="connsiteX5" fmla="*/ 4200280 w 5530176"/>
                  <a:gd name="connsiteY5" fmla="*/ 1860135 h 2503141"/>
                  <a:gd name="connsiteX6" fmla="*/ 4004863 w 5530176"/>
                  <a:gd name="connsiteY6" fmla="*/ 1500008 h 2503141"/>
                  <a:gd name="connsiteX7" fmla="*/ 2950081 w 5530176"/>
                  <a:gd name="connsiteY7" fmla="*/ 1330097 h 2503141"/>
                  <a:gd name="connsiteX8" fmla="*/ 2240061 w 5530176"/>
                  <a:gd name="connsiteY8" fmla="*/ 1130082 h 2503141"/>
                  <a:gd name="connsiteX9" fmla="*/ 1470040 w 5530176"/>
                  <a:gd name="connsiteY9" fmla="*/ 900065 h 2503141"/>
                  <a:gd name="connsiteX10" fmla="*/ 951830 w 5530176"/>
                  <a:gd name="connsiteY10" fmla="*/ 501772 h 2503141"/>
                  <a:gd name="connsiteX11" fmla="*/ 443782 w 5530176"/>
                  <a:gd name="connsiteY11" fmla="*/ 273490 h 2503141"/>
                  <a:gd name="connsiteX12" fmla="*/ 224269 w 5530176"/>
                  <a:gd name="connsiteY12" fmla="*/ 150523 h 2503141"/>
                  <a:gd name="connsiteX13" fmla="*/ 0 w 5530176"/>
                  <a:gd name="connsiteY13" fmla="*/ 0 h 250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530176" h="2503141">
                    <a:moveTo>
                      <a:pt x="4770896" y="1277549"/>
                    </a:moveTo>
                    <a:cubicBezTo>
                      <a:pt x="4870899" y="1334220"/>
                      <a:pt x="4944745" y="1669559"/>
                      <a:pt x="5071287" y="1866664"/>
                    </a:cubicBezTo>
                    <a:cubicBezTo>
                      <a:pt x="5197829" y="2063769"/>
                      <a:pt x="5527091" y="2365291"/>
                      <a:pt x="5530151" y="2460179"/>
                    </a:cubicBezTo>
                    <a:cubicBezTo>
                      <a:pt x="5533211" y="2555067"/>
                      <a:pt x="5259899" y="2467766"/>
                      <a:pt x="5089648" y="2435995"/>
                    </a:cubicBezTo>
                    <a:cubicBezTo>
                      <a:pt x="4919398" y="2404224"/>
                      <a:pt x="4656876" y="2365531"/>
                      <a:pt x="4508648" y="2269554"/>
                    </a:cubicBezTo>
                    <a:cubicBezTo>
                      <a:pt x="4360420" y="2173577"/>
                      <a:pt x="4284244" y="1988393"/>
                      <a:pt x="4200280" y="1860135"/>
                    </a:cubicBezTo>
                    <a:cubicBezTo>
                      <a:pt x="4116316" y="1731877"/>
                      <a:pt x="4213229" y="1588348"/>
                      <a:pt x="4004863" y="1500008"/>
                    </a:cubicBezTo>
                    <a:cubicBezTo>
                      <a:pt x="3796497" y="1411668"/>
                      <a:pt x="3244215" y="1391751"/>
                      <a:pt x="2950081" y="1330097"/>
                    </a:cubicBezTo>
                    <a:cubicBezTo>
                      <a:pt x="2655947" y="1268443"/>
                      <a:pt x="2476734" y="1196754"/>
                      <a:pt x="2240061" y="1130082"/>
                    </a:cubicBezTo>
                    <a:cubicBezTo>
                      <a:pt x="1993387" y="1058410"/>
                      <a:pt x="1684745" y="1004783"/>
                      <a:pt x="1470040" y="900065"/>
                    </a:cubicBezTo>
                    <a:cubicBezTo>
                      <a:pt x="1255335" y="795347"/>
                      <a:pt x="1122873" y="606201"/>
                      <a:pt x="951830" y="501772"/>
                    </a:cubicBezTo>
                    <a:cubicBezTo>
                      <a:pt x="780787" y="397343"/>
                      <a:pt x="565042" y="332032"/>
                      <a:pt x="443782" y="273490"/>
                    </a:cubicBezTo>
                    <a:cubicBezTo>
                      <a:pt x="322522" y="214949"/>
                      <a:pt x="298233" y="196105"/>
                      <a:pt x="224269" y="150523"/>
                    </a:cubicBezTo>
                    <a:cubicBezTo>
                      <a:pt x="150305" y="104941"/>
                      <a:pt x="0" y="0"/>
                      <a:pt x="0" y="0"/>
                    </a:cubicBezTo>
                  </a:path>
                </a:pathLst>
              </a:custGeom>
              <a:ln w="3175" cmpd="sng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cxnSp>
          <p:nvCxnSpPr>
            <p:cNvPr id="48" name="Straight Connector 47"/>
            <p:cNvCxnSpPr/>
            <p:nvPr/>
          </p:nvCxnSpPr>
          <p:spPr>
            <a:xfrm>
              <a:off x="900027" y="1220091"/>
              <a:ext cx="37001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1422436" y="1189571"/>
              <a:ext cx="177609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193837" y="1263113"/>
              <a:ext cx="15240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 rot="21259661">
              <a:off x="1051765" y="2748731"/>
              <a:ext cx="642650" cy="171641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 rot="1947986">
              <a:off x="1041548" y="3660247"/>
              <a:ext cx="642650" cy="171641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 flipV="1">
              <a:off x="734285" y="3701270"/>
              <a:ext cx="509397" cy="1445671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729670" y="1481506"/>
              <a:ext cx="512865" cy="137623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442435" y="3779993"/>
              <a:ext cx="37001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>
              <a:off x="1350037" y="3728305"/>
              <a:ext cx="42500" cy="150039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1115877" y="3728305"/>
              <a:ext cx="198983" cy="150039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 rot="20597673">
              <a:off x="2266680" y="2057313"/>
              <a:ext cx="960019" cy="504923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4477569">
              <a:off x="2284207" y="4102132"/>
              <a:ext cx="932113" cy="520524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4884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8356</TotalTime>
  <Words>13</Words>
  <Application>Microsoft Macintosh PowerPoint</Application>
  <PresentationFormat>On-screen Show (4:3)</PresentationFormat>
  <Paragraphs>13</Paragraphs>
  <Slides>12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UCSF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Karunesh Ganguly</dc:creator>
  <cp:lastModifiedBy>Daniel</cp:lastModifiedBy>
  <cp:revision>90</cp:revision>
  <dcterms:created xsi:type="dcterms:W3CDTF">2016-04-09T02:29:44Z</dcterms:created>
  <dcterms:modified xsi:type="dcterms:W3CDTF">2018-08-20T23:34:39Z</dcterms:modified>
</cp:coreProperties>
</file>